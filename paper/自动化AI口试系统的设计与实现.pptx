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theme/theme2.xml" ContentType="application/vnd.openxmlformats-officedocument.theme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theme/theme3.xml" ContentType="application/vnd.openxmlformats-officedocument.theme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theme/theme4.xml" ContentType="application/vnd.openxmlformats-officedocument.theme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theme/theme5.xml" ContentType="application/vnd.openxmlformats-officedocument.theme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theme/theme6.xml" ContentType="application/vnd.openxmlformats-officedocument.theme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tags/tag26.xml" ContentType="application/vnd.openxmlformats-officedocument.presentationml.tags+xml"/>
  <Override PartName="/ppt/notesSlides/notesSlide15.xml" ContentType="application/vnd.openxmlformats-officedocument.presentationml.notesSlide+xml"/>
  <Override PartName="/ppt/tags/tag27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9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0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52.xml" ContentType="application/vnd.openxmlformats-officedocument.presentationml.tags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956" r:id="rId2"/>
    <p:sldMasterId id="2147483975" r:id="rId3"/>
    <p:sldMasterId id="2147483994" r:id="rId4"/>
    <p:sldMasterId id="2147484013" r:id="rId5"/>
    <p:sldMasterId id="2147484032" r:id="rId6"/>
    <p:sldMasterId id="2147484051" r:id="rId7"/>
  </p:sldMasterIdLst>
  <p:notesMasterIdLst>
    <p:notesMasterId r:id="rId35"/>
  </p:notesMasterIdLst>
  <p:handoutMasterIdLst>
    <p:handoutMasterId r:id="rId36"/>
  </p:handoutMasterIdLst>
  <p:sldIdLst>
    <p:sldId id="343" r:id="rId8"/>
    <p:sldId id="304" r:id="rId9"/>
    <p:sldId id="309" r:id="rId10"/>
    <p:sldId id="282" r:id="rId11"/>
    <p:sldId id="337" r:id="rId12"/>
    <p:sldId id="281" r:id="rId13"/>
    <p:sldId id="275" r:id="rId14"/>
    <p:sldId id="357" r:id="rId15"/>
    <p:sldId id="356" r:id="rId16"/>
    <p:sldId id="358" r:id="rId17"/>
    <p:sldId id="328" r:id="rId18"/>
    <p:sldId id="280" r:id="rId19"/>
    <p:sldId id="359" r:id="rId20"/>
    <p:sldId id="360" r:id="rId21"/>
    <p:sldId id="362" r:id="rId22"/>
    <p:sldId id="363" r:id="rId23"/>
    <p:sldId id="364" r:id="rId24"/>
    <p:sldId id="310" r:id="rId25"/>
    <p:sldId id="365" r:id="rId26"/>
    <p:sldId id="366" r:id="rId27"/>
    <p:sldId id="367" r:id="rId28"/>
    <p:sldId id="368" r:id="rId29"/>
    <p:sldId id="355" r:id="rId30"/>
    <p:sldId id="369" r:id="rId31"/>
    <p:sldId id="370" r:id="rId32"/>
    <p:sldId id="311" r:id="rId33"/>
    <p:sldId id="352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" id="{6BF0C24E-6AAB-44D8-8EC8-93180E85F93F}">
          <p14:sldIdLst>
            <p14:sldId id="343"/>
          </p14:sldIdLst>
        </p14:section>
        <p14:section name="目录页" id="{B8BDDB40-E582-4EA5-8621-5432E2FE3F71}">
          <p14:sldIdLst>
            <p14:sldId id="304"/>
          </p14:sldIdLst>
        </p14:section>
        <p14:section name="过渡页" id="{F50ECEE8-95DF-409F-A4C5-ECF4B57D451E}">
          <p14:sldIdLst>
            <p14:sldId id="309"/>
            <p14:sldId id="282"/>
            <p14:sldId id="337"/>
            <p14:sldId id="281"/>
            <p14:sldId id="275"/>
            <p14:sldId id="357"/>
            <p14:sldId id="356"/>
            <p14:sldId id="358"/>
            <p14:sldId id="328"/>
            <p14:sldId id="280"/>
            <p14:sldId id="359"/>
            <p14:sldId id="360"/>
            <p14:sldId id="362"/>
            <p14:sldId id="363"/>
            <p14:sldId id="364"/>
            <p14:sldId id="310"/>
            <p14:sldId id="365"/>
            <p14:sldId id="366"/>
            <p14:sldId id="367"/>
            <p14:sldId id="368"/>
            <p14:sldId id="355"/>
            <p14:sldId id="369"/>
            <p14:sldId id="370"/>
          </p14:sldIdLst>
        </p14:section>
        <p14:section name="内容页" id="{BDB4CD63-28B2-41AA-9BC9-DD737B2D8058}">
          <p14:sldIdLst>
            <p14:sldId id="311"/>
          </p14:sldIdLst>
        </p14:section>
        <p14:section name="结束页" id="{66E26F6E-29BA-4608-85C0-6E49BFFE0266}">
          <p14:sldIdLst>
            <p14:sldId id="35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9B6"/>
    <a:srgbClr val="321830"/>
    <a:srgbClr val="6C2280"/>
    <a:srgbClr val="262626"/>
    <a:srgbClr val="441351"/>
    <a:srgbClr val="68A4C6"/>
    <a:srgbClr val="C5DCE9"/>
    <a:srgbClr val="912C8D"/>
    <a:srgbClr val="7561D6"/>
    <a:srgbClr val="C4B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3595" autoAdjust="0"/>
  </p:normalViewPr>
  <p:slideViewPr>
    <p:cSldViewPr snapToGrid="0">
      <p:cViewPr>
        <p:scale>
          <a:sx n="81" d="100"/>
          <a:sy n="81" d="100"/>
        </p:scale>
        <p:origin x="10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472"/>
    </p:cViewPr>
  </p:sorterViewPr>
  <p:notesViewPr>
    <p:cSldViewPr snapToGrid="0">
      <p:cViewPr varScale="1">
        <p:scale>
          <a:sx n="60" d="100"/>
          <a:sy n="60" d="100"/>
        </p:scale>
        <p:origin x="2283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heme" Target="theme/theme1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rgbClr val="6A69B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252-46CA-8A1D-8E03857986E7}"/>
              </c:ext>
            </c:extLst>
          </c:dPt>
          <c:dPt>
            <c:idx val="1"/>
            <c:bubble3D val="0"/>
            <c:spPr>
              <a:solidFill>
                <a:srgbClr val="912C8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252-46CA-8A1D-8E03857986E7}"/>
              </c:ext>
            </c:extLst>
          </c:dPt>
          <c:dPt>
            <c:idx val="2"/>
            <c:bubble3D val="0"/>
            <c:spPr>
              <a:solidFill>
                <a:srgbClr val="68A4C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252-46CA-8A1D-8E03857986E7}"/>
              </c:ext>
            </c:extLst>
          </c:dPt>
          <c:cat>
            <c:strRef>
              <c:f>Sheet1!$A$2:$A$4</c:f>
              <c:strCache>
                <c:ptCount val="3"/>
                <c:pt idx="0">
                  <c:v>名称1</c:v>
                </c:pt>
                <c:pt idx="1">
                  <c:v>名称2</c:v>
                </c:pt>
                <c:pt idx="2">
                  <c:v>名称3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252-46CA-8A1D-8E03857986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476822e-934a-45e6-88fe-312731e516aa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C80C5-3B3B-4EBE-9239-7EEA8FA4ED60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FC8FE-0CEA-4281-A382-DDBEEA4A8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517DE-0672-45D7-9C8F-3257FB3FEF9B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C2D9E-0316-48FF-B314-CE474C84DF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C2D9E-0316-48FF-B314-CE474C84DFA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50A5C-FC2F-1970-7462-AA2349AA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143475-3267-5183-FF5C-589F1BDFC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FC709A-0A8D-07BD-5AED-ABFAF2C58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60C5CE-A297-8F3A-486F-6C89AC2E0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993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993D-CBBB-CCCE-FBEF-9B0604615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691720-3540-AECE-5BDB-4F5B10BE9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50D9C2-5EB3-CEB3-D378-1171FF3F2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0F5FB5-4BF3-A4C9-2D55-8C32F0EE2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C2D9E-0316-48FF-B314-CE474C84DFA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595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6F291-8499-040F-A280-40FD342E0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7B92E8-AA04-7B88-1338-A9F251057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071891-B290-5ED4-727F-1721A4ECC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FDCD9-D33D-FD87-1035-7FA0EBF71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C2D9E-0316-48FF-B314-CE474C84DFA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70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C2D9E-0316-48FF-B314-CE474C84DFA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3306-B157-20ED-B3AD-0DA693C4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3D05B5-C1B1-8AB4-1808-8BD71C1C1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A8C0C3-604B-060F-839C-8CB6ADFD9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9DFF6C-D5A3-65BA-1CA6-E70915CF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C2D9E-0316-48FF-B314-CE474C84DFA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060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7999A-A0F2-CF82-B1B4-C0BC5137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9DFA63-915B-1B8C-30BB-3C719A997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7882B2-C14C-2F82-DE12-DACD25F2F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A4F86E-5011-3D79-C85D-FF71D15F33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C2D9E-0316-48FF-B314-CE474C84DFA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826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82AC-7D17-BF7F-20EB-58B0F74C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984F3A-F666-E654-FA4B-E09743845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8D9FC9-DC8A-5BBA-60BF-497A0FE4A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B85D92-C0A0-8D2E-AF0C-4E5983104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343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D9325-F825-D3F4-A34A-3DDB3EE0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277CE4-28C4-E960-9095-8C6423AA2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4C8260-05B0-E0FB-1988-758FF25BA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B40073-5CBA-9E3E-5A66-9B657C138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0201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9F25-DE2A-66F6-44FD-012C2891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6FE427-1AE2-E8D4-5590-33E186B46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177CE8-EA87-AC71-DE0E-B88327E64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33F595-B43A-B6CA-0DF8-89F7E452E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273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C2D9E-0316-48FF-B314-CE474C84DFA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8204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312C-FA56-7DA4-E94D-C43BDDBD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8C93DD-1109-4FE3-81F3-971A43BDE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2F49BE-472B-8866-BE2E-F9CE8E8DC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7F62A8-42F5-E568-1D9C-7ABD62E98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C2D9E-0316-48FF-B314-CE474C84DFA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599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BCE9-6122-90ED-76A0-FF5DF21B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9624F3-97AC-449C-70D2-55C98DE01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4515C2-2918-841B-4887-C80B1417B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2C363-BA39-74FA-3B4F-5954D65C5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C2D9E-0316-48FF-B314-CE474C84DFA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791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5DB8-7B06-3771-01DE-A1CD78FB1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DF3611-6B50-80B4-B861-AB3F959BF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80A52B-A256-732B-F2FE-F3A5F5AD9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343E0C-C391-D2A3-896A-F3B7A0F42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7378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75B5-FDA6-A676-1E5B-77CBFD5A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854131-F943-5A8B-E8A0-75609F6BB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743677-ACFA-798E-4A1B-244511370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65EE07-748D-8A8C-84C4-F341D656F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4521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001C6-E00F-5F5A-B9D9-3D1D7125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C4EC52-458C-8630-DFE0-AC4B6D082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3E8835-E63C-2A24-F07D-62EA5492D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EC0A3B-F52D-8425-CFEB-709FAD95F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0292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0874E2-4638-A144-B945-139F2EEBE11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3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3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3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3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64DE79-268F-4C1A-8933-263129D2AF90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5/31/2026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l="3689"/>
          <a:stretch>
            <a:fillRect/>
          </a:stretch>
        </p:blipFill>
        <p:spPr>
          <a:xfrm>
            <a:off x="0" y="0"/>
            <a:ext cx="11774078" cy="6858000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417922" y="327419"/>
            <a:ext cx="11097138" cy="511567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021640" y="341423"/>
            <a:ext cx="852379" cy="852379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7086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101608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447726" y="2373720"/>
            <a:ext cx="2559388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10331" y="1822427"/>
            <a:ext cx="2894076" cy="2485018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069731" y="114301"/>
            <a:ext cx="2894076" cy="4193144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 userDrawn="1"/>
        </p:nvSpPr>
        <p:spPr bwMode="auto">
          <a:xfrm>
            <a:off x="414671" y="0"/>
            <a:ext cx="11777328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 userDrawn="1"/>
        </p:nvSpPr>
        <p:spPr bwMode="auto">
          <a:xfrm flipV="1">
            <a:off x="-2" y="0"/>
            <a:ext cx="1184467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3275" y="4814948"/>
            <a:ext cx="1220091" cy="122009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48967" y="1154519"/>
            <a:ext cx="3840527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4739930"/>
            <a:ext cx="3857625" cy="1882543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1746947"/>
            <a:ext cx="4151369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2599372"/>
            <a:ext cx="7176175" cy="214390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802505" y="1154519"/>
            <a:ext cx="3840527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065563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222898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484021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745144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006267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  <p:bldP spid="7" grpId="0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823599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85423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547247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8409071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0270893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  <p:bldP spid="7" grpId="0"/>
      <p:bldP spid="9" grpId="0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9420281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781277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600779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8" grpId="0"/>
      <p:bldP spid="9" grpId="0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065563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065563" y="269655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135946" y="3905161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706460" y="5365661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2298031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42295" y="1685962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042295" y="2933858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42295" y="4181754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42295" y="5429649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3" grpId="0"/>
      <p:bldP spid="14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07632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772969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138306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503643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868979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295681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549067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02453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055839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09225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562611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815997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1069380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  <p:bldP spid="10" grpId="0"/>
      <p:bldP spid="13" grpId="0"/>
      <p:bldP spid="14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70559" y="201168"/>
            <a:ext cx="1141320" cy="114132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70559" y="277056"/>
            <a:ext cx="1065432" cy="106543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895968" y="364329"/>
            <a:ext cx="3998925" cy="2292373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915401" y="239152"/>
            <a:ext cx="2973298" cy="2168644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060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09242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478776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65128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51480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63783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02418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41053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  <p:bldP spid="10" grpId="0"/>
      <p:bldP spid="13" grpId="0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57597" y="277056"/>
            <a:ext cx="1065432" cy="106543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40642" y="4726915"/>
            <a:ext cx="1631058" cy="16310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31630" y="329594"/>
            <a:ext cx="1319584" cy="131958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93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93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514896" y="2333995"/>
            <a:ext cx="897534" cy="8975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514896" y="5341077"/>
            <a:ext cx="897534" cy="8975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645491" y="3916616"/>
            <a:ext cx="843502" cy="84350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  <p:bldP spid="11" grpId="0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334251" y="192505"/>
            <a:ext cx="4648199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20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7137400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179945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9224576" y="6316195"/>
            <a:ext cx="2753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/>
                <a:ea typeface="黑体" panose="02010609060101010101" pitchFamily="49" charset="-122"/>
                <a:cs typeface="+mn-cs"/>
              </a:rPr>
              <a:t>Dashboard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Presentation</a:t>
            </a:r>
          </a:p>
        </p:txBody>
      </p:sp>
      <p:sp>
        <p:nvSpPr>
          <p:cNvPr id="10" name="TextBox 9"/>
          <p:cNvSpPr txBox="1"/>
          <p:nvPr userDrawn="1"/>
        </p:nvSpPr>
        <p:spPr>
          <a:xfrm rot="10800000" flipV="1">
            <a:off x="10462197" y="199982"/>
            <a:ext cx="1515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60E2A6B-A809-4840-BF14-8648BC0BDF87}" type="slidenum">
              <a:rPr kumimoji="0" lang="id-ID" sz="4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/>
                <a:ea typeface="Roboto Condensed" panose="02000000000000000000" pitchFamily="2" charset="0"/>
                <a:cs typeface="Segoe UI" panose="020B0502040204020203" pitchFamily="34" charset="0"/>
              </a:rPr>
              <a:t>‹#›</a:t>
            </a:fld>
            <a:endParaRPr kumimoji="0" lang="id-ID" sz="13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 spd="slow" advClick="0">
    <p:push dir="u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450975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2411" y="33878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2411" y="113590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462411" y="193301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462411" y="273013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462411" y="432436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462411" y="512147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462411" y="352724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462411" y="5918591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675113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2718756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762399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806042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849685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893328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7936971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8980614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10024257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1067904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9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1675113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2718756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762399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806042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849685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29" grpId="0"/>
      <p:bldP spid="30" grpId="0"/>
      <p:bldP spid="31" grpId="0"/>
      <p:bldP spid="32" grpId="0"/>
      <p:bldP spid="33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114032" y="42438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247788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4886766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514728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706154" y="3619826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706154" y="6142690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706154" y="3000204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8" grpId="0"/>
      <p:bldP spid="9" grpId="0"/>
      <p:bldP spid="14" grpId="0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620567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317646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068294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738589" y="4688395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725483" y="195942"/>
            <a:ext cx="1921092" cy="1907177"/>
          </a:xfrm>
          <a:prstGeom prst="round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311938" y="195942"/>
            <a:ext cx="1921092" cy="1907177"/>
          </a:xfrm>
          <a:prstGeom prst="round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461968" y="485386"/>
            <a:ext cx="2160000" cy="21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79961" y="1419064"/>
            <a:ext cx="3230005" cy="2917080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04969" y="2710543"/>
            <a:ext cx="6916518" cy="3421498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04384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896132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387880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2" grpId="0"/>
          <p:bldP spid="13" grpId="0"/>
        </p:bldLst>
      </p:timing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324359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04820" y="166513"/>
            <a:ext cx="325064" cy="324420"/>
          </a:xfrm>
          <a:prstGeom prst="roundRect">
            <a:avLst>
              <a:gd name="adj" fmla="val 26678"/>
            </a:avLst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715763" y="1969477"/>
            <a:ext cx="3445762" cy="344576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23629" y="1182968"/>
            <a:ext cx="2160000" cy="21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324359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04820" y="166513"/>
            <a:ext cx="325064" cy="324420"/>
          </a:xfrm>
          <a:prstGeom prst="roundRect">
            <a:avLst>
              <a:gd name="adj" fmla="val 26678"/>
            </a:avLst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3913" y="2328345"/>
            <a:ext cx="1413880" cy="14138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36372" y="2364343"/>
            <a:ext cx="650161" cy="650161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8874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235165" y="39652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65053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294941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80897" y="732054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091307" y="901873"/>
            <a:ext cx="3260906" cy="3730285"/>
          </a:xfrm>
          <a:prstGeom prst="roundRect">
            <a:avLst>
              <a:gd name="adj" fmla="val 813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80897" y="4038925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592141" y="4038925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34272" y="901873"/>
            <a:ext cx="3260906" cy="4559475"/>
          </a:xfrm>
          <a:prstGeom prst="roundRect">
            <a:avLst>
              <a:gd name="adj" fmla="val 813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-1330036" y="-569718"/>
            <a:ext cx="6003556" cy="6003556"/>
          </a:xfrm>
          <a:prstGeom prst="ellipse">
            <a:avLst/>
          </a:prstGeom>
          <a:noFill/>
          <a:ln w="254000" cap="rnd">
            <a:noFill/>
            <a:prstDash val="solid"/>
          </a:ln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31371" y="1318133"/>
            <a:ext cx="3710746" cy="4221734"/>
          </a:xfrm>
          <a:prstGeom prst="roundRect">
            <a:avLst>
              <a:gd name="adj" fmla="val 14855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143" y="1659467"/>
            <a:ext cx="5125770" cy="1220211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38199" y="3958018"/>
            <a:ext cx="2444263" cy="2278660"/>
          </a:xfrm>
          <a:prstGeom prst="roundRect">
            <a:avLst>
              <a:gd name="adj" fmla="val 10723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481438" y="3482939"/>
            <a:ext cx="2385106" cy="2749357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065519" y="4270159"/>
            <a:ext cx="2731794" cy="1962137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8996289" y="4037745"/>
            <a:ext cx="2357512" cy="2194552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31371" y="1519518"/>
            <a:ext cx="3710746" cy="371074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32264" y="0"/>
            <a:ext cx="4594254" cy="4594254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68785" y="4172147"/>
            <a:ext cx="1921320" cy="1921320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381905" y="1291994"/>
            <a:ext cx="1203355" cy="120335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04746" y="-712079"/>
            <a:ext cx="3101210" cy="673005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870416" y="2537443"/>
            <a:ext cx="1203355" cy="120335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6888" y="2373943"/>
            <a:ext cx="4629858" cy="261676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4018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83569" y="2497016"/>
            <a:ext cx="4846648" cy="4078964"/>
          </a:xfrm>
          <a:prstGeom prst="mathMultiply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</p:bldLst>
      </p:timing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52617" y="1363019"/>
            <a:ext cx="4192030" cy="5890397"/>
          </a:xfrm>
          <a:prstGeom prst="roundRect">
            <a:avLst>
              <a:gd name="adj" fmla="val 10723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61359" y="2923267"/>
            <a:ext cx="2242630" cy="2242630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0732"/>
            <a:ext cx="10537825" cy="333148"/>
          </a:xfrm>
        </p:spPr>
        <p:txBody>
          <a:bodyPr anchor="ctr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686260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044413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448994" y="2459201"/>
            <a:ext cx="1716589" cy="3448788"/>
          </a:xfrm>
          <a:prstGeom prst="roundRect">
            <a:avLst>
              <a:gd name="adj" fmla="val 4841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127190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0732"/>
            <a:ext cx="10537825" cy="333148"/>
          </a:xfrm>
        </p:spPr>
        <p:txBody>
          <a:bodyPr anchor="ctr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475150" y="1224988"/>
            <a:ext cx="2779014" cy="6030840"/>
          </a:xfrm>
          <a:prstGeom prst="roundRect">
            <a:avLst>
              <a:gd name="adj" fmla="val 9499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2250" y="-517327"/>
            <a:ext cx="1783109" cy="3869590"/>
          </a:xfrm>
          <a:prstGeom prst="roundRect">
            <a:avLst>
              <a:gd name="adj" fmla="val 9499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</p:bldLst>
      </p:timing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044928" y="1389818"/>
            <a:ext cx="1680048" cy="3654072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384990" y="1537841"/>
            <a:ext cx="1680048" cy="3422560"/>
          </a:xfrm>
          <a:prstGeom prst="roundRect">
            <a:avLst>
              <a:gd name="adj" fmla="val 4946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93143" y="1659467"/>
            <a:ext cx="4394858" cy="1005775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slow">
    <p:comb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55707" y="91494"/>
            <a:ext cx="11833095" cy="6698044"/>
            <a:chOff x="155707" y="91494"/>
            <a:chExt cx="11833095" cy="6698044"/>
          </a:xfrm>
          <a:solidFill>
            <a:schemeClr val="tx1">
              <a:alpha val="20000"/>
            </a:schemeClr>
          </a:solidFill>
        </p:grpSpPr>
        <p:grpSp>
          <p:nvGrpSpPr>
            <p:cNvPr id="3" name="Group 2"/>
            <p:cNvGrpSpPr/>
            <p:nvPr/>
          </p:nvGrpSpPr>
          <p:grpSpPr>
            <a:xfrm>
              <a:off x="1264778" y="1582176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464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5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6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7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8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9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746370" y="3550345"/>
              <a:ext cx="218527" cy="218527"/>
              <a:chOff x="1797771" y="1582176"/>
              <a:chExt cx="218527" cy="218527"/>
            </a:xfrm>
            <a:grpFill/>
          </p:grpSpPr>
          <p:sp>
            <p:nvSpPr>
              <p:cNvPr id="458" name="Freeform 11"/>
              <p:cNvSpPr>
                <a:spLocks noEditPoints="1"/>
              </p:cNvSpPr>
              <p:nvPr/>
            </p:nvSpPr>
            <p:spPr bwMode="auto">
              <a:xfrm>
                <a:off x="1884383" y="1714092"/>
                <a:ext cx="43972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9" name="Freeform 12"/>
              <p:cNvSpPr>
                <a:spLocks noEditPoints="1"/>
              </p:cNvSpPr>
              <p:nvPr/>
            </p:nvSpPr>
            <p:spPr bwMode="auto">
              <a:xfrm>
                <a:off x="1841743" y="1634143"/>
                <a:ext cx="51967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0" name="Oval 13"/>
              <p:cNvSpPr>
                <a:spLocks noChangeArrowheads="1"/>
              </p:cNvSpPr>
              <p:nvPr/>
            </p:nvSpPr>
            <p:spPr bwMode="auto">
              <a:xfrm>
                <a:off x="185906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1" name="Freeform 14"/>
              <p:cNvSpPr>
                <a:spLocks noEditPoints="1"/>
              </p:cNvSpPr>
              <p:nvPr/>
            </p:nvSpPr>
            <p:spPr bwMode="auto">
              <a:xfrm>
                <a:off x="1797771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2" name="Freeform 15"/>
              <p:cNvSpPr>
                <a:spLocks noEditPoints="1"/>
              </p:cNvSpPr>
              <p:nvPr/>
            </p:nvSpPr>
            <p:spPr bwMode="auto">
              <a:xfrm>
                <a:off x="1920359" y="1634143"/>
                <a:ext cx="51967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3" name="Oval 16"/>
              <p:cNvSpPr>
                <a:spLocks noChangeArrowheads="1"/>
              </p:cNvSpPr>
              <p:nvPr/>
            </p:nvSpPr>
            <p:spPr bwMode="auto">
              <a:xfrm>
                <a:off x="193768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3104088" y="817980"/>
              <a:ext cx="473986" cy="476875"/>
              <a:chOff x="2330764" y="1579511"/>
              <a:chExt cx="218527" cy="219859"/>
            </a:xfrm>
            <a:grpFill/>
          </p:grpSpPr>
          <p:sp>
            <p:nvSpPr>
              <p:cNvPr id="454" name="Freeform 17"/>
              <p:cNvSpPr>
                <a:spLocks noEditPoints="1"/>
              </p:cNvSpPr>
              <p:nvPr/>
            </p:nvSpPr>
            <p:spPr bwMode="auto">
              <a:xfrm>
                <a:off x="2330764" y="1579511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9 w 100"/>
                  <a:gd name="T13" fmla="*/ 25 h 100"/>
                  <a:gd name="T14" fmla="*/ 79 w 100"/>
                  <a:gd name="T15" fmla="*/ 31 h 100"/>
                  <a:gd name="T16" fmla="*/ 68 w 100"/>
                  <a:gd name="T17" fmla="*/ 24 h 100"/>
                  <a:gd name="T18" fmla="*/ 57 w 100"/>
                  <a:gd name="T19" fmla="*/ 33 h 100"/>
                  <a:gd name="T20" fmla="*/ 43 w 100"/>
                  <a:gd name="T21" fmla="*/ 33 h 100"/>
                  <a:gd name="T22" fmla="*/ 32 w 100"/>
                  <a:gd name="T23" fmla="*/ 24 h 100"/>
                  <a:gd name="T24" fmla="*/ 21 w 100"/>
                  <a:gd name="T25" fmla="*/ 31 h 100"/>
                  <a:gd name="T26" fmla="*/ 11 w 100"/>
                  <a:gd name="T27" fmla="*/ 25 h 100"/>
                  <a:gd name="T28" fmla="*/ 50 w 100"/>
                  <a:gd name="T29" fmla="*/ 4 h 100"/>
                  <a:gd name="T30" fmla="*/ 76 w 100"/>
                  <a:gd name="T31" fmla="*/ 36 h 100"/>
                  <a:gd name="T32" fmla="*/ 68 w 100"/>
                  <a:gd name="T33" fmla="*/ 44 h 100"/>
                  <a:gd name="T34" fmla="*/ 60 w 100"/>
                  <a:gd name="T35" fmla="*/ 36 h 100"/>
                  <a:gd name="T36" fmla="*/ 68 w 100"/>
                  <a:gd name="T37" fmla="*/ 28 h 100"/>
                  <a:gd name="T38" fmla="*/ 76 w 100"/>
                  <a:gd name="T39" fmla="*/ 36 h 100"/>
                  <a:gd name="T40" fmla="*/ 40 w 100"/>
                  <a:gd name="T41" fmla="*/ 36 h 100"/>
                  <a:gd name="T42" fmla="*/ 32 w 100"/>
                  <a:gd name="T43" fmla="*/ 44 h 100"/>
                  <a:gd name="T44" fmla="*/ 24 w 100"/>
                  <a:gd name="T45" fmla="*/ 36 h 100"/>
                  <a:gd name="T46" fmla="*/ 32 w 100"/>
                  <a:gd name="T47" fmla="*/ 28 h 100"/>
                  <a:gd name="T48" fmla="*/ 40 w 100"/>
                  <a:gd name="T49" fmla="*/ 36 h 100"/>
                  <a:gd name="T50" fmla="*/ 50 w 100"/>
                  <a:gd name="T51" fmla="*/ 96 h 100"/>
                  <a:gd name="T52" fmla="*/ 4 w 100"/>
                  <a:gd name="T53" fmla="*/ 50 h 100"/>
                  <a:gd name="T54" fmla="*/ 9 w 100"/>
                  <a:gd name="T55" fmla="*/ 28 h 100"/>
                  <a:gd name="T56" fmla="*/ 20 w 100"/>
                  <a:gd name="T57" fmla="*/ 35 h 100"/>
                  <a:gd name="T58" fmla="*/ 20 w 100"/>
                  <a:gd name="T59" fmla="*/ 36 h 100"/>
                  <a:gd name="T60" fmla="*/ 32 w 100"/>
                  <a:gd name="T61" fmla="*/ 48 h 100"/>
                  <a:gd name="T62" fmla="*/ 44 w 100"/>
                  <a:gd name="T63" fmla="*/ 37 h 100"/>
                  <a:gd name="T64" fmla="*/ 56 w 100"/>
                  <a:gd name="T65" fmla="*/ 37 h 100"/>
                  <a:gd name="T66" fmla="*/ 68 w 100"/>
                  <a:gd name="T67" fmla="*/ 48 h 100"/>
                  <a:gd name="T68" fmla="*/ 80 w 100"/>
                  <a:gd name="T69" fmla="*/ 36 h 100"/>
                  <a:gd name="T70" fmla="*/ 80 w 100"/>
                  <a:gd name="T71" fmla="*/ 35 h 100"/>
                  <a:gd name="T72" fmla="*/ 91 w 100"/>
                  <a:gd name="T73" fmla="*/ 28 h 100"/>
                  <a:gd name="T74" fmla="*/ 96 w 100"/>
                  <a:gd name="T75" fmla="*/ 50 h 100"/>
                  <a:gd name="T76" fmla="*/ 50 w 100"/>
                  <a:gd name="T77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7"/>
                      <a:pt x="22" y="100"/>
                      <a:pt x="50" y="100"/>
                    </a:cubicBezTo>
                    <a:cubicBezTo>
                      <a:pt x="78" y="100"/>
                      <a:pt x="100" y="77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9" y="25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77" y="27"/>
                      <a:pt x="73" y="24"/>
                      <a:pt x="68" y="24"/>
                    </a:cubicBezTo>
                    <a:cubicBezTo>
                      <a:pt x="63" y="24"/>
                      <a:pt x="58" y="29"/>
                      <a:pt x="57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2" y="29"/>
                      <a:pt x="37" y="24"/>
                      <a:pt x="32" y="24"/>
                    </a:cubicBezTo>
                    <a:cubicBezTo>
                      <a:pt x="27" y="24"/>
                      <a:pt x="23" y="27"/>
                      <a:pt x="21" y="31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76" y="36"/>
                    </a:moveTo>
                    <a:cubicBezTo>
                      <a:pt x="76" y="40"/>
                      <a:pt x="72" y="44"/>
                      <a:pt x="68" y="44"/>
                    </a:cubicBezTo>
                    <a:cubicBezTo>
                      <a:pt x="64" y="44"/>
                      <a:pt x="60" y="40"/>
                      <a:pt x="60" y="36"/>
                    </a:cubicBezTo>
                    <a:cubicBezTo>
                      <a:pt x="60" y="31"/>
                      <a:pt x="64" y="28"/>
                      <a:pt x="68" y="28"/>
                    </a:cubicBezTo>
                    <a:cubicBezTo>
                      <a:pt x="72" y="28"/>
                      <a:pt x="76" y="31"/>
                      <a:pt x="76" y="36"/>
                    </a:cubicBezTo>
                    <a:close/>
                    <a:moveTo>
                      <a:pt x="40" y="36"/>
                    </a:moveTo>
                    <a:cubicBezTo>
                      <a:pt x="40" y="40"/>
                      <a:pt x="36" y="44"/>
                      <a:pt x="32" y="44"/>
                    </a:cubicBezTo>
                    <a:cubicBezTo>
                      <a:pt x="28" y="44"/>
                      <a:pt x="24" y="40"/>
                      <a:pt x="24" y="36"/>
                    </a:cubicBezTo>
                    <a:cubicBezTo>
                      <a:pt x="24" y="31"/>
                      <a:pt x="28" y="28"/>
                      <a:pt x="32" y="28"/>
                    </a:cubicBezTo>
                    <a:cubicBezTo>
                      <a:pt x="36" y="28"/>
                      <a:pt x="40" y="31"/>
                      <a:pt x="40" y="36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2"/>
                      <a:pt x="6" y="35"/>
                      <a:pt x="9" y="28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0" y="35"/>
                      <a:pt x="20" y="35"/>
                      <a:pt x="20" y="36"/>
                    </a:cubicBezTo>
                    <a:cubicBezTo>
                      <a:pt x="20" y="42"/>
                      <a:pt x="25" y="48"/>
                      <a:pt x="32" y="48"/>
                    </a:cubicBezTo>
                    <a:cubicBezTo>
                      <a:pt x="39" y="48"/>
                      <a:pt x="44" y="41"/>
                      <a:pt x="44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41"/>
                      <a:pt x="61" y="48"/>
                      <a:pt x="68" y="48"/>
                    </a:cubicBezTo>
                    <a:cubicBezTo>
                      <a:pt x="75" y="48"/>
                      <a:pt x="80" y="43"/>
                      <a:pt x="80" y="36"/>
                    </a:cubicBezTo>
                    <a:cubicBezTo>
                      <a:pt x="80" y="36"/>
                      <a:pt x="80" y="35"/>
                      <a:pt x="80" y="35"/>
                    </a:cubicBezTo>
                    <a:cubicBezTo>
                      <a:pt x="91" y="28"/>
                      <a:pt x="91" y="28"/>
                      <a:pt x="91" y="28"/>
                    </a:cubicBezTo>
                    <a:cubicBezTo>
                      <a:pt x="94" y="35"/>
                      <a:pt x="96" y="42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5" name="Oval 18"/>
              <p:cNvSpPr>
                <a:spLocks noChangeArrowheads="1"/>
              </p:cNvSpPr>
              <p:nvPr/>
            </p:nvSpPr>
            <p:spPr bwMode="auto">
              <a:xfrm>
                <a:off x="2392058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6" name="Oval 19"/>
              <p:cNvSpPr>
                <a:spLocks noChangeArrowheads="1"/>
              </p:cNvSpPr>
              <p:nvPr/>
            </p:nvSpPr>
            <p:spPr bwMode="auto">
              <a:xfrm>
                <a:off x="2470675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7" name="Freeform 20"/>
              <p:cNvSpPr>
                <a:spLocks noEditPoints="1"/>
              </p:cNvSpPr>
              <p:nvPr/>
            </p:nvSpPr>
            <p:spPr bwMode="auto">
              <a:xfrm>
                <a:off x="2417376" y="1711427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20"/>
                      <a:pt x="10" y="20"/>
                    </a:cubicBezTo>
                    <a:cubicBezTo>
                      <a:pt x="16" y="20"/>
                      <a:pt x="20" y="15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6"/>
                      <a:pt x="7" y="4"/>
                      <a:pt x="10" y="4"/>
                    </a:cubicBezTo>
                    <a:cubicBezTo>
                      <a:pt x="13" y="4"/>
                      <a:pt x="16" y="6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574717" y="245562"/>
              <a:ext cx="218527" cy="218527"/>
              <a:chOff x="2863757" y="1582176"/>
              <a:chExt cx="218527" cy="218527"/>
            </a:xfrm>
            <a:grpFill/>
          </p:grpSpPr>
          <p:sp>
            <p:nvSpPr>
              <p:cNvPr id="451" name="Oval 450"/>
              <p:cNvSpPr>
                <a:spLocks noChangeArrowheads="1"/>
              </p:cNvSpPr>
              <p:nvPr/>
            </p:nvSpPr>
            <p:spPr bwMode="auto">
              <a:xfrm>
                <a:off x="3003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2" name="Oval 451"/>
              <p:cNvSpPr>
                <a:spLocks noChangeArrowheads="1"/>
              </p:cNvSpPr>
              <p:nvPr/>
            </p:nvSpPr>
            <p:spPr bwMode="auto">
              <a:xfrm>
                <a:off x="292505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/>
              <p:cNvSpPr>
                <a:spLocks noEditPoints="1"/>
              </p:cNvSpPr>
              <p:nvPr/>
            </p:nvSpPr>
            <p:spPr bwMode="auto">
              <a:xfrm>
                <a:off x="2863757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396750" y="1582176"/>
              <a:ext cx="218527" cy="218527"/>
              <a:chOff x="3396750" y="1582176"/>
              <a:chExt cx="218527" cy="218527"/>
            </a:xfrm>
            <a:grpFill/>
          </p:grpSpPr>
          <p:sp>
            <p:nvSpPr>
              <p:cNvPr id="447" name="Rectangle 24"/>
              <p:cNvSpPr>
                <a:spLocks noChangeArrowheads="1"/>
              </p:cNvSpPr>
              <p:nvPr/>
            </p:nvSpPr>
            <p:spPr bwMode="auto">
              <a:xfrm>
                <a:off x="3466039" y="1731414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8" name="Oval 25"/>
              <p:cNvSpPr>
                <a:spLocks noChangeArrowheads="1"/>
              </p:cNvSpPr>
              <p:nvPr/>
            </p:nvSpPr>
            <p:spPr bwMode="auto">
              <a:xfrm>
                <a:off x="345804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9" name="Freeform 26"/>
              <p:cNvSpPr>
                <a:spLocks noEditPoints="1"/>
              </p:cNvSpPr>
              <p:nvPr/>
            </p:nvSpPr>
            <p:spPr bwMode="auto">
              <a:xfrm>
                <a:off x="3396750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0" name="Oval 27"/>
              <p:cNvSpPr>
                <a:spLocks noChangeArrowheads="1"/>
              </p:cNvSpPr>
              <p:nvPr/>
            </p:nvSpPr>
            <p:spPr bwMode="auto">
              <a:xfrm>
                <a:off x="353666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55707" y="1147908"/>
              <a:ext cx="218527" cy="218527"/>
              <a:chOff x="3929743" y="1582176"/>
              <a:chExt cx="218527" cy="218527"/>
            </a:xfrm>
            <a:grpFill/>
          </p:grpSpPr>
          <p:sp>
            <p:nvSpPr>
              <p:cNvPr id="443" name="Freeform 28"/>
              <p:cNvSpPr/>
              <p:nvPr/>
            </p:nvSpPr>
            <p:spPr bwMode="auto">
              <a:xfrm>
                <a:off x="3991038" y="1722087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4" name="Oval 29"/>
              <p:cNvSpPr>
                <a:spLocks noChangeArrowheads="1"/>
              </p:cNvSpPr>
              <p:nvPr/>
            </p:nvSpPr>
            <p:spPr bwMode="auto">
              <a:xfrm>
                <a:off x="399103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5" name="Freeform 30"/>
              <p:cNvSpPr>
                <a:spLocks noEditPoints="1"/>
              </p:cNvSpPr>
              <p:nvPr/>
            </p:nvSpPr>
            <p:spPr bwMode="auto">
              <a:xfrm>
                <a:off x="3929743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6" name="Oval 31"/>
              <p:cNvSpPr>
                <a:spLocks noChangeArrowheads="1"/>
              </p:cNvSpPr>
              <p:nvPr/>
            </p:nvSpPr>
            <p:spPr bwMode="auto">
              <a:xfrm>
                <a:off x="406965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828906" y="3733030"/>
              <a:ext cx="218527" cy="218527"/>
              <a:chOff x="4462736" y="1582176"/>
              <a:chExt cx="218527" cy="218527"/>
            </a:xfrm>
            <a:grpFill/>
          </p:grpSpPr>
          <p:sp>
            <p:nvSpPr>
              <p:cNvPr id="439" name="Freeform 32"/>
              <p:cNvSpPr/>
              <p:nvPr/>
            </p:nvSpPr>
            <p:spPr bwMode="auto">
              <a:xfrm>
                <a:off x="4524031" y="1722087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0" name="Oval 33"/>
              <p:cNvSpPr>
                <a:spLocks noChangeArrowheads="1"/>
              </p:cNvSpPr>
              <p:nvPr/>
            </p:nvSpPr>
            <p:spPr bwMode="auto">
              <a:xfrm>
                <a:off x="4602648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1" name="Oval 34"/>
              <p:cNvSpPr>
                <a:spLocks noChangeArrowheads="1"/>
              </p:cNvSpPr>
              <p:nvPr/>
            </p:nvSpPr>
            <p:spPr bwMode="auto">
              <a:xfrm>
                <a:off x="4524031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2" name="Freeform 35"/>
              <p:cNvSpPr>
                <a:spLocks noEditPoints="1"/>
              </p:cNvSpPr>
              <p:nvPr/>
            </p:nvSpPr>
            <p:spPr bwMode="auto">
              <a:xfrm>
                <a:off x="446273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221164" y="161006"/>
              <a:ext cx="218527" cy="218527"/>
              <a:chOff x="4995729" y="1582176"/>
              <a:chExt cx="218527" cy="218527"/>
            </a:xfrm>
            <a:grpFill/>
          </p:grpSpPr>
          <p:sp>
            <p:nvSpPr>
              <p:cNvPr id="435" name="Freeform 36"/>
              <p:cNvSpPr>
                <a:spLocks noEditPoints="1"/>
              </p:cNvSpPr>
              <p:nvPr/>
            </p:nvSpPr>
            <p:spPr bwMode="auto">
              <a:xfrm>
                <a:off x="5083673" y="1714092"/>
                <a:ext cx="42639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6" name="Oval 37"/>
              <p:cNvSpPr>
                <a:spLocks noChangeArrowheads="1"/>
              </p:cNvSpPr>
              <p:nvPr/>
            </p:nvSpPr>
            <p:spPr bwMode="auto">
              <a:xfrm>
                <a:off x="505702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7" name="Freeform 38"/>
              <p:cNvSpPr>
                <a:spLocks noEditPoints="1"/>
              </p:cNvSpPr>
              <p:nvPr/>
            </p:nvSpPr>
            <p:spPr bwMode="auto">
              <a:xfrm>
                <a:off x="4995729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8" name="Oval 39"/>
              <p:cNvSpPr>
                <a:spLocks noChangeArrowheads="1"/>
              </p:cNvSpPr>
              <p:nvPr/>
            </p:nvSpPr>
            <p:spPr bwMode="auto">
              <a:xfrm>
                <a:off x="513564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528723" y="1578179"/>
              <a:ext cx="218527" cy="218527"/>
              <a:chOff x="5528723" y="1578179"/>
              <a:chExt cx="218527" cy="218527"/>
            </a:xfrm>
            <a:grpFill/>
          </p:grpSpPr>
          <p:sp>
            <p:nvSpPr>
              <p:cNvPr id="431" name="Oval 40"/>
              <p:cNvSpPr>
                <a:spLocks noChangeArrowheads="1"/>
              </p:cNvSpPr>
              <p:nvPr/>
            </p:nvSpPr>
            <p:spPr bwMode="auto">
              <a:xfrm>
                <a:off x="5590017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2" name="Freeform 41"/>
              <p:cNvSpPr>
                <a:spLocks noEditPoints="1"/>
              </p:cNvSpPr>
              <p:nvPr/>
            </p:nvSpPr>
            <p:spPr bwMode="auto">
              <a:xfrm>
                <a:off x="5599345" y="1708762"/>
                <a:ext cx="78617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5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5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3" name="Freeform 42"/>
              <p:cNvSpPr>
                <a:spLocks noEditPoints="1"/>
              </p:cNvSpPr>
              <p:nvPr/>
            </p:nvSpPr>
            <p:spPr bwMode="auto">
              <a:xfrm>
                <a:off x="5528723" y="1578179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4" name="Oval 43"/>
              <p:cNvSpPr>
                <a:spLocks noChangeArrowheads="1"/>
              </p:cNvSpPr>
              <p:nvPr/>
            </p:nvSpPr>
            <p:spPr bwMode="auto">
              <a:xfrm>
                <a:off x="5668634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131671" y="245562"/>
              <a:ext cx="218527" cy="218527"/>
              <a:chOff x="6061716" y="1582176"/>
              <a:chExt cx="218527" cy="218527"/>
            </a:xfrm>
            <a:grpFill/>
          </p:grpSpPr>
          <p:sp>
            <p:nvSpPr>
              <p:cNvPr id="427" name="Freeform 44"/>
              <p:cNvSpPr/>
              <p:nvPr/>
            </p:nvSpPr>
            <p:spPr bwMode="auto">
              <a:xfrm>
                <a:off x="6132338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8" name="Rectangle 45"/>
              <p:cNvSpPr>
                <a:spLocks noChangeArrowheads="1"/>
              </p:cNvSpPr>
              <p:nvPr/>
            </p:nvSpPr>
            <p:spPr bwMode="auto">
              <a:xfrm>
                <a:off x="6123010" y="1660793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9" name="Oval 46"/>
              <p:cNvSpPr>
                <a:spLocks noChangeArrowheads="1"/>
              </p:cNvSpPr>
              <p:nvPr/>
            </p:nvSpPr>
            <p:spPr bwMode="auto">
              <a:xfrm>
                <a:off x="6201627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0" name="Freeform 47"/>
              <p:cNvSpPr>
                <a:spLocks noEditPoints="1"/>
              </p:cNvSpPr>
              <p:nvPr/>
            </p:nvSpPr>
            <p:spPr bwMode="auto">
              <a:xfrm>
                <a:off x="606171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986140" y="1302986"/>
              <a:ext cx="382203" cy="382203"/>
              <a:chOff x="6597374" y="1582176"/>
              <a:chExt cx="218527" cy="218527"/>
            </a:xfrm>
            <a:grpFill/>
          </p:grpSpPr>
          <p:sp>
            <p:nvSpPr>
              <p:cNvPr id="423" name="Oval 48"/>
              <p:cNvSpPr>
                <a:spLocks noChangeArrowheads="1"/>
              </p:cNvSpPr>
              <p:nvPr/>
            </p:nvSpPr>
            <p:spPr bwMode="auto">
              <a:xfrm>
                <a:off x="6658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4" name="Oval 49"/>
              <p:cNvSpPr>
                <a:spLocks noChangeArrowheads="1"/>
              </p:cNvSpPr>
              <p:nvPr/>
            </p:nvSpPr>
            <p:spPr bwMode="auto">
              <a:xfrm>
                <a:off x="673728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5" name="Freeform 50"/>
              <p:cNvSpPr>
                <a:spLocks noEditPoints="1"/>
              </p:cNvSpPr>
              <p:nvPr/>
            </p:nvSpPr>
            <p:spPr bwMode="auto">
              <a:xfrm>
                <a:off x="6597374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6" name="Freeform 51"/>
              <p:cNvSpPr>
                <a:spLocks noEditPoints="1"/>
              </p:cNvSpPr>
              <p:nvPr/>
            </p:nvSpPr>
            <p:spPr bwMode="auto">
              <a:xfrm>
                <a:off x="6641346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6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6" y="4"/>
                      <a:pt x="6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632609" y="2123120"/>
              <a:ext cx="218527" cy="218527"/>
              <a:chOff x="7127702" y="1582176"/>
              <a:chExt cx="218527" cy="218527"/>
            </a:xfrm>
            <a:grpFill/>
          </p:grpSpPr>
          <p:sp>
            <p:nvSpPr>
              <p:cNvPr id="419" name="Rectangle 52"/>
              <p:cNvSpPr>
                <a:spLocks noChangeArrowheads="1"/>
              </p:cNvSpPr>
              <p:nvPr/>
            </p:nvSpPr>
            <p:spPr bwMode="auto">
              <a:xfrm>
                <a:off x="7181001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0" name="Rectangle 53"/>
              <p:cNvSpPr>
                <a:spLocks noChangeArrowheads="1"/>
              </p:cNvSpPr>
              <p:nvPr/>
            </p:nvSpPr>
            <p:spPr bwMode="auto">
              <a:xfrm>
                <a:off x="7259618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1" name="Freeform 54"/>
              <p:cNvSpPr>
                <a:spLocks noEditPoints="1"/>
              </p:cNvSpPr>
              <p:nvPr/>
            </p:nvSpPr>
            <p:spPr bwMode="auto">
              <a:xfrm>
                <a:off x="7171674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2" name="Freeform 55"/>
              <p:cNvSpPr>
                <a:spLocks noEditPoints="1"/>
              </p:cNvSpPr>
              <p:nvPr/>
            </p:nvSpPr>
            <p:spPr bwMode="auto">
              <a:xfrm>
                <a:off x="7127702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920440" y="1337989"/>
              <a:ext cx="218527" cy="218527"/>
              <a:chOff x="7660695" y="1582176"/>
              <a:chExt cx="218527" cy="218527"/>
            </a:xfrm>
            <a:grpFill/>
          </p:grpSpPr>
          <p:sp>
            <p:nvSpPr>
              <p:cNvPr id="415" name="Freeform 56"/>
              <p:cNvSpPr/>
              <p:nvPr/>
            </p:nvSpPr>
            <p:spPr bwMode="auto">
              <a:xfrm>
                <a:off x="7721989" y="1652798"/>
                <a:ext cx="35977" cy="17322"/>
              </a:xfrm>
              <a:custGeom>
                <a:avLst/>
                <a:gdLst>
                  <a:gd name="T0" fmla="*/ 12 w 16"/>
                  <a:gd name="T1" fmla="*/ 8 h 8"/>
                  <a:gd name="T2" fmla="*/ 16 w 16"/>
                  <a:gd name="T3" fmla="*/ 4 h 8"/>
                  <a:gd name="T4" fmla="*/ 12 w 16"/>
                  <a:gd name="T5" fmla="*/ 0 h 8"/>
                  <a:gd name="T6" fmla="*/ 0 w 16"/>
                  <a:gd name="T7" fmla="*/ 0 h 8"/>
                  <a:gd name="T8" fmla="*/ 0 w 16"/>
                  <a:gd name="T9" fmla="*/ 4 h 8"/>
                  <a:gd name="T10" fmla="*/ 8 w 16"/>
                  <a:gd name="T11" fmla="*/ 4 h 8"/>
                  <a:gd name="T12" fmla="*/ 12 w 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8"/>
                    </a:move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6" name="Freeform 57"/>
              <p:cNvSpPr>
                <a:spLocks noEditPoints="1"/>
              </p:cNvSpPr>
              <p:nvPr/>
            </p:nvSpPr>
            <p:spPr bwMode="auto">
              <a:xfrm>
                <a:off x="7660695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7" name="Freeform 58"/>
              <p:cNvSpPr/>
              <p:nvPr/>
            </p:nvSpPr>
            <p:spPr bwMode="auto">
              <a:xfrm>
                <a:off x="7731317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8" name="Freeform 59"/>
              <p:cNvSpPr/>
              <p:nvPr/>
            </p:nvSpPr>
            <p:spPr bwMode="auto">
              <a:xfrm>
                <a:off x="7783283" y="1652798"/>
                <a:ext cx="34645" cy="17322"/>
              </a:xfrm>
              <a:custGeom>
                <a:avLst/>
                <a:gdLst>
                  <a:gd name="T0" fmla="*/ 12 w 16"/>
                  <a:gd name="T1" fmla="*/ 0 h 8"/>
                  <a:gd name="T2" fmla="*/ 0 w 16"/>
                  <a:gd name="T3" fmla="*/ 0 h 8"/>
                  <a:gd name="T4" fmla="*/ 0 w 16"/>
                  <a:gd name="T5" fmla="*/ 4 h 8"/>
                  <a:gd name="T6" fmla="*/ 8 w 16"/>
                  <a:gd name="T7" fmla="*/ 4 h 8"/>
                  <a:gd name="T8" fmla="*/ 12 w 16"/>
                  <a:gd name="T9" fmla="*/ 8 h 8"/>
                  <a:gd name="T10" fmla="*/ 16 w 16"/>
                  <a:gd name="T11" fmla="*/ 4 h 8"/>
                  <a:gd name="T12" fmla="*/ 12 w 1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49929" y="6210355"/>
              <a:ext cx="218527" cy="218527"/>
              <a:chOff x="1264778" y="2116502"/>
              <a:chExt cx="218527" cy="218527"/>
            </a:xfrm>
            <a:grpFill/>
          </p:grpSpPr>
          <p:sp>
            <p:nvSpPr>
              <p:cNvPr id="411" name="Freeform 60"/>
              <p:cNvSpPr/>
              <p:nvPr/>
            </p:nvSpPr>
            <p:spPr bwMode="auto">
              <a:xfrm>
                <a:off x="1395361" y="2177796"/>
                <a:ext cx="34645" cy="26650"/>
              </a:xfrm>
              <a:custGeom>
                <a:avLst/>
                <a:gdLst>
                  <a:gd name="T0" fmla="*/ 0 w 26"/>
                  <a:gd name="T1" fmla="*/ 15 h 20"/>
                  <a:gd name="T2" fmla="*/ 3 w 26"/>
                  <a:gd name="T3" fmla="*/ 20 h 20"/>
                  <a:gd name="T4" fmla="*/ 26 w 26"/>
                  <a:gd name="T5" fmla="*/ 5 h 20"/>
                  <a:gd name="T6" fmla="*/ 23 w 26"/>
                  <a:gd name="T7" fmla="*/ 0 h 20"/>
                  <a:gd name="T8" fmla="*/ 0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15"/>
                    </a:move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2" name="Rectangle 61"/>
              <p:cNvSpPr>
                <a:spLocks noChangeArrowheads="1"/>
              </p:cNvSpPr>
              <p:nvPr/>
            </p:nvSpPr>
            <p:spPr bwMode="auto">
              <a:xfrm>
                <a:off x="1334067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3" name="Freeform 62"/>
              <p:cNvSpPr/>
              <p:nvPr/>
            </p:nvSpPr>
            <p:spPr bwMode="auto">
              <a:xfrm>
                <a:off x="1316745" y="2177796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4" name="Freeform 63"/>
              <p:cNvSpPr>
                <a:spLocks noEditPoints="1"/>
              </p:cNvSpPr>
              <p:nvPr/>
            </p:nvSpPr>
            <p:spPr bwMode="auto">
              <a:xfrm>
                <a:off x="126477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797771" y="2116502"/>
              <a:ext cx="218527" cy="218527"/>
              <a:chOff x="1797771" y="2116502"/>
              <a:chExt cx="218527" cy="218527"/>
            </a:xfrm>
            <a:grpFill/>
          </p:grpSpPr>
          <p:sp>
            <p:nvSpPr>
              <p:cNvPr id="407" name="Rectangle 64"/>
              <p:cNvSpPr>
                <a:spLocks noChangeArrowheads="1"/>
              </p:cNvSpPr>
              <p:nvPr/>
            </p:nvSpPr>
            <p:spPr bwMode="auto">
              <a:xfrm>
                <a:off x="1849738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8" name="Rectangle 65"/>
              <p:cNvSpPr>
                <a:spLocks noChangeArrowheads="1"/>
              </p:cNvSpPr>
              <p:nvPr/>
            </p:nvSpPr>
            <p:spPr bwMode="auto">
              <a:xfrm>
                <a:off x="192835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9" name="Rectangle 66"/>
              <p:cNvSpPr>
                <a:spLocks noChangeArrowheads="1"/>
              </p:cNvSpPr>
              <p:nvPr/>
            </p:nvSpPr>
            <p:spPr bwMode="auto">
              <a:xfrm>
                <a:off x="1867060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0" name="Freeform 67"/>
              <p:cNvSpPr>
                <a:spLocks noEditPoints="1"/>
              </p:cNvSpPr>
              <p:nvPr/>
            </p:nvSpPr>
            <p:spPr bwMode="auto">
              <a:xfrm>
                <a:off x="1797771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1477149" y="2626842"/>
              <a:ext cx="218527" cy="218527"/>
              <a:chOff x="2330764" y="2116502"/>
              <a:chExt cx="218527" cy="218527"/>
            </a:xfrm>
            <a:grpFill/>
          </p:grpSpPr>
          <p:sp>
            <p:nvSpPr>
              <p:cNvPr id="403" name="Rectangle 68"/>
              <p:cNvSpPr>
                <a:spLocks noChangeArrowheads="1"/>
              </p:cNvSpPr>
              <p:nvPr/>
            </p:nvSpPr>
            <p:spPr bwMode="auto">
              <a:xfrm>
                <a:off x="238273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4" name="Freeform 69"/>
              <p:cNvSpPr/>
              <p:nvPr/>
            </p:nvSpPr>
            <p:spPr bwMode="auto">
              <a:xfrm>
                <a:off x="2392058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5" name="Freeform 70"/>
              <p:cNvSpPr>
                <a:spLocks noEditPoints="1"/>
              </p:cNvSpPr>
              <p:nvPr/>
            </p:nvSpPr>
            <p:spPr bwMode="auto">
              <a:xfrm>
                <a:off x="2330764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6" name="Rectangle 71"/>
              <p:cNvSpPr>
                <a:spLocks noChangeArrowheads="1"/>
              </p:cNvSpPr>
              <p:nvPr/>
            </p:nvSpPr>
            <p:spPr bwMode="auto">
              <a:xfrm>
                <a:off x="2461347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8486318" y="6291379"/>
              <a:ext cx="218527" cy="218527"/>
              <a:chOff x="2863757" y="2116502"/>
              <a:chExt cx="218527" cy="218527"/>
            </a:xfrm>
            <a:grpFill/>
          </p:grpSpPr>
          <p:sp>
            <p:nvSpPr>
              <p:cNvPr id="399" name="Rectangle 72"/>
              <p:cNvSpPr>
                <a:spLocks noChangeArrowheads="1"/>
              </p:cNvSpPr>
              <p:nvPr/>
            </p:nvSpPr>
            <p:spPr bwMode="auto">
              <a:xfrm>
                <a:off x="299434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0" name="Freeform 73"/>
              <p:cNvSpPr/>
              <p:nvPr/>
            </p:nvSpPr>
            <p:spPr bwMode="auto">
              <a:xfrm>
                <a:off x="2925051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1" name="Rectangle 74"/>
              <p:cNvSpPr>
                <a:spLocks noChangeArrowheads="1"/>
              </p:cNvSpPr>
              <p:nvPr/>
            </p:nvSpPr>
            <p:spPr bwMode="auto">
              <a:xfrm>
                <a:off x="291572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2" name="Freeform 75"/>
              <p:cNvSpPr>
                <a:spLocks noEditPoints="1"/>
              </p:cNvSpPr>
              <p:nvPr/>
            </p:nvSpPr>
            <p:spPr bwMode="auto">
              <a:xfrm>
                <a:off x="286375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10052307" y="1932705"/>
              <a:ext cx="485603" cy="485603"/>
              <a:chOff x="3396750" y="2116502"/>
              <a:chExt cx="218527" cy="218527"/>
            </a:xfrm>
            <a:grpFill/>
          </p:grpSpPr>
          <p:sp>
            <p:nvSpPr>
              <p:cNvPr id="393" name="Freeform 76"/>
              <p:cNvSpPr/>
              <p:nvPr/>
            </p:nvSpPr>
            <p:spPr bwMode="auto">
              <a:xfrm>
                <a:off x="3458044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4" name="Oval 77"/>
              <p:cNvSpPr>
                <a:spLocks noChangeArrowheads="1"/>
              </p:cNvSpPr>
              <p:nvPr/>
            </p:nvSpPr>
            <p:spPr bwMode="auto">
              <a:xfrm>
                <a:off x="345804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5" name="Freeform 78"/>
              <p:cNvSpPr/>
              <p:nvPr/>
            </p:nvSpPr>
            <p:spPr bwMode="auto">
              <a:xfrm>
                <a:off x="3440723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6" name="Freeform 79"/>
              <p:cNvSpPr/>
              <p:nvPr/>
            </p:nvSpPr>
            <p:spPr bwMode="auto">
              <a:xfrm>
                <a:off x="353666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7" name="Freeform 80"/>
              <p:cNvSpPr>
                <a:spLocks noEditPoints="1"/>
              </p:cNvSpPr>
              <p:nvPr/>
            </p:nvSpPr>
            <p:spPr bwMode="auto">
              <a:xfrm>
                <a:off x="3396750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8" name="Oval 81"/>
              <p:cNvSpPr>
                <a:spLocks noChangeArrowheads="1"/>
              </p:cNvSpPr>
              <p:nvPr/>
            </p:nvSpPr>
            <p:spPr bwMode="auto">
              <a:xfrm>
                <a:off x="353666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3886558" y="3523100"/>
              <a:ext cx="218527" cy="218527"/>
              <a:chOff x="3932408" y="2116502"/>
              <a:chExt cx="218527" cy="218527"/>
            </a:xfrm>
            <a:grpFill/>
          </p:grpSpPr>
          <p:sp>
            <p:nvSpPr>
              <p:cNvPr id="389" name="Freeform 82"/>
              <p:cNvSpPr/>
              <p:nvPr/>
            </p:nvSpPr>
            <p:spPr bwMode="auto">
              <a:xfrm>
                <a:off x="400169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0" name="Rectangle 83"/>
              <p:cNvSpPr>
                <a:spLocks noChangeArrowheads="1"/>
              </p:cNvSpPr>
              <p:nvPr/>
            </p:nvSpPr>
            <p:spPr bwMode="auto">
              <a:xfrm>
                <a:off x="3981711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1" name="Rectangle 84"/>
              <p:cNvSpPr>
                <a:spLocks noChangeArrowheads="1"/>
              </p:cNvSpPr>
              <p:nvPr/>
            </p:nvSpPr>
            <p:spPr bwMode="auto">
              <a:xfrm>
                <a:off x="4060327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2" name="Freeform 85"/>
              <p:cNvSpPr>
                <a:spLocks noEditPoints="1"/>
              </p:cNvSpPr>
              <p:nvPr/>
            </p:nvSpPr>
            <p:spPr bwMode="auto">
              <a:xfrm>
                <a:off x="393240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462736" y="2116502"/>
              <a:ext cx="218527" cy="218527"/>
              <a:chOff x="4462736" y="2116502"/>
              <a:chExt cx="218527" cy="218527"/>
            </a:xfrm>
            <a:grpFill/>
          </p:grpSpPr>
          <p:sp>
            <p:nvSpPr>
              <p:cNvPr id="383" name="Freeform 86"/>
              <p:cNvSpPr/>
              <p:nvPr/>
            </p:nvSpPr>
            <p:spPr bwMode="auto">
              <a:xfrm>
                <a:off x="4524031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4" name="Freeform 87"/>
              <p:cNvSpPr/>
              <p:nvPr/>
            </p:nvSpPr>
            <p:spPr bwMode="auto">
              <a:xfrm>
                <a:off x="4506709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5" name="Oval 88"/>
              <p:cNvSpPr>
                <a:spLocks noChangeArrowheads="1"/>
              </p:cNvSpPr>
              <p:nvPr/>
            </p:nvSpPr>
            <p:spPr bwMode="auto">
              <a:xfrm>
                <a:off x="4602648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6" name="Oval 89"/>
              <p:cNvSpPr>
                <a:spLocks noChangeArrowheads="1"/>
              </p:cNvSpPr>
              <p:nvPr/>
            </p:nvSpPr>
            <p:spPr bwMode="auto">
              <a:xfrm>
                <a:off x="452403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7" name="Freeform 90"/>
              <p:cNvSpPr/>
              <p:nvPr/>
            </p:nvSpPr>
            <p:spPr bwMode="auto">
              <a:xfrm>
                <a:off x="4602648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8" name="Freeform 91"/>
              <p:cNvSpPr>
                <a:spLocks noEditPoints="1"/>
              </p:cNvSpPr>
              <p:nvPr/>
            </p:nvSpPr>
            <p:spPr bwMode="auto">
              <a:xfrm>
                <a:off x="446273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8337080" y="5632647"/>
              <a:ext cx="218527" cy="218527"/>
              <a:chOff x="4995729" y="2116502"/>
              <a:chExt cx="218527" cy="218527"/>
            </a:xfrm>
            <a:grpFill/>
          </p:grpSpPr>
          <p:sp>
            <p:nvSpPr>
              <p:cNvPr id="377" name="Rectangle 92"/>
              <p:cNvSpPr>
                <a:spLocks noChangeArrowheads="1"/>
              </p:cNvSpPr>
              <p:nvPr/>
            </p:nvSpPr>
            <p:spPr bwMode="auto">
              <a:xfrm>
                <a:off x="5066351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8" name="Oval 93"/>
              <p:cNvSpPr>
                <a:spLocks noChangeArrowheads="1"/>
              </p:cNvSpPr>
              <p:nvPr/>
            </p:nvSpPr>
            <p:spPr bwMode="auto">
              <a:xfrm>
                <a:off x="505702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9" name="Freeform 94"/>
              <p:cNvSpPr/>
              <p:nvPr/>
            </p:nvSpPr>
            <p:spPr bwMode="auto">
              <a:xfrm>
                <a:off x="5039702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0" name="Freeform 95"/>
              <p:cNvSpPr/>
              <p:nvPr/>
            </p:nvSpPr>
            <p:spPr bwMode="auto">
              <a:xfrm>
                <a:off x="513564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1" name="Freeform 96"/>
              <p:cNvSpPr>
                <a:spLocks noEditPoints="1"/>
              </p:cNvSpPr>
              <p:nvPr/>
            </p:nvSpPr>
            <p:spPr bwMode="auto">
              <a:xfrm>
                <a:off x="4995729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2" name="Oval 97"/>
              <p:cNvSpPr>
                <a:spLocks noChangeArrowheads="1"/>
              </p:cNvSpPr>
              <p:nvPr/>
            </p:nvSpPr>
            <p:spPr bwMode="auto">
              <a:xfrm>
                <a:off x="513564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528723" y="2116502"/>
              <a:ext cx="218527" cy="218527"/>
              <a:chOff x="5528723" y="2116502"/>
              <a:chExt cx="218527" cy="218527"/>
            </a:xfrm>
            <a:grpFill/>
          </p:grpSpPr>
          <p:sp>
            <p:nvSpPr>
              <p:cNvPr id="371" name="Oval 98"/>
              <p:cNvSpPr>
                <a:spLocks noChangeArrowheads="1"/>
              </p:cNvSpPr>
              <p:nvPr/>
            </p:nvSpPr>
            <p:spPr bwMode="auto">
              <a:xfrm>
                <a:off x="559001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2" name="Freeform 99"/>
              <p:cNvSpPr/>
              <p:nvPr/>
            </p:nvSpPr>
            <p:spPr bwMode="auto">
              <a:xfrm>
                <a:off x="5651311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3" name="Freeform 100"/>
              <p:cNvSpPr/>
              <p:nvPr/>
            </p:nvSpPr>
            <p:spPr bwMode="auto">
              <a:xfrm>
                <a:off x="5590017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4" name="Rectangle 101"/>
              <p:cNvSpPr>
                <a:spLocks noChangeArrowheads="1"/>
              </p:cNvSpPr>
              <p:nvPr/>
            </p:nvSpPr>
            <p:spPr bwMode="auto">
              <a:xfrm>
                <a:off x="5599345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5" name="Oval 102"/>
              <p:cNvSpPr>
                <a:spLocks noChangeArrowheads="1"/>
              </p:cNvSpPr>
              <p:nvPr/>
            </p:nvSpPr>
            <p:spPr bwMode="auto">
              <a:xfrm>
                <a:off x="566863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6" name="Freeform 103"/>
              <p:cNvSpPr>
                <a:spLocks noEditPoints="1"/>
              </p:cNvSpPr>
              <p:nvPr/>
            </p:nvSpPr>
            <p:spPr bwMode="auto">
              <a:xfrm>
                <a:off x="5528723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629923" y="3662071"/>
              <a:ext cx="218527" cy="218527"/>
              <a:chOff x="6061716" y="2116502"/>
              <a:chExt cx="218527" cy="218527"/>
            </a:xfrm>
            <a:grpFill/>
          </p:grpSpPr>
          <p:sp>
            <p:nvSpPr>
              <p:cNvPr id="365" name="Oval 104"/>
              <p:cNvSpPr>
                <a:spLocks noChangeArrowheads="1"/>
              </p:cNvSpPr>
              <p:nvPr/>
            </p:nvSpPr>
            <p:spPr bwMode="auto">
              <a:xfrm>
                <a:off x="6123010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6" name="Freeform 105"/>
              <p:cNvSpPr/>
              <p:nvPr/>
            </p:nvSpPr>
            <p:spPr bwMode="auto">
              <a:xfrm>
                <a:off x="6132338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7" name="Rectangle 106"/>
              <p:cNvSpPr>
                <a:spLocks noChangeArrowheads="1"/>
              </p:cNvSpPr>
              <p:nvPr/>
            </p:nvSpPr>
            <p:spPr bwMode="auto">
              <a:xfrm>
                <a:off x="6115015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8" name="Oval 107"/>
              <p:cNvSpPr>
                <a:spLocks noChangeArrowheads="1"/>
              </p:cNvSpPr>
              <p:nvPr/>
            </p:nvSpPr>
            <p:spPr bwMode="auto">
              <a:xfrm>
                <a:off x="620162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9" name="Freeform 108"/>
              <p:cNvSpPr>
                <a:spLocks noEditPoints="1"/>
              </p:cNvSpPr>
              <p:nvPr/>
            </p:nvSpPr>
            <p:spPr bwMode="auto">
              <a:xfrm>
                <a:off x="606171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0" name="Rectangle 109"/>
              <p:cNvSpPr>
                <a:spLocks noChangeArrowheads="1"/>
              </p:cNvSpPr>
              <p:nvPr/>
            </p:nvSpPr>
            <p:spPr bwMode="auto">
              <a:xfrm>
                <a:off x="6193632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6593377" y="2116502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361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2" name="Freeform 111"/>
              <p:cNvSpPr/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3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4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083487" y="3016974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355" name="Freeform 114"/>
              <p:cNvSpPr/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6" name="Freeform 115"/>
              <p:cNvSpPr/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7" name="Freeform 116"/>
              <p:cNvSpPr/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8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9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0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0076581" y="3680007"/>
              <a:ext cx="218527" cy="218527"/>
              <a:chOff x="7660695" y="2116502"/>
              <a:chExt cx="218527" cy="218527"/>
            </a:xfrm>
            <a:grpFill/>
          </p:grpSpPr>
          <p:sp>
            <p:nvSpPr>
              <p:cNvPr id="351" name="Oval 120"/>
              <p:cNvSpPr>
                <a:spLocks noChangeArrowheads="1"/>
              </p:cNvSpPr>
              <p:nvPr/>
            </p:nvSpPr>
            <p:spPr bwMode="auto">
              <a:xfrm>
                <a:off x="7800606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2" name="Oval 121"/>
              <p:cNvSpPr>
                <a:spLocks noChangeArrowheads="1"/>
              </p:cNvSpPr>
              <p:nvPr/>
            </p:nvSpPr>
            <p:spPr bwMode="auto">
              <a:xfrm>
                <a:off x="7721989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3" name="Freeform 122"/>
              <p:cNvSpPr/>
              <p:nvPr/>
            </p:nvSpPr>
            <p:spPr bwMode="auto">
              <a:xfrm>
                <a:off x="773131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4" name="Freeform 123"/>
              <p:cNvSpPr>
                <a:spLocks noEditPoints="1"/>
              </p:cNvSpPr>
              <p:nvPr/>
            </p:nvSpPr>
            <p:spPr bwMode="auto">
              <a:xfrm>
                <a:off x="7660695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264778" y="2649495"/>
              <a:ext cx="218527" cy="218527"/>
              <a:chOff x="1264778" y="2649495"/>
              <a:chExt cx="218527" cy="218527"/>
            </a:xfrm>
            <a:grpFill/>
          </p:grpSpPr>
          <p:sp>
            <p:nvSpPr>
              <p:cNvPr id="347" name="Freeform 124"/>
              <p:cNvSpPr/>
              <p:nvPr/>
            </p:nvSpPr>
            <p:spPr bwMode="auto">
              <a:xfrm>
                <a:off x="1334067" y="2789406"/>
                <a:ext cx="78617" cy="25317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8" name="Oval 125"/>
              <p:cNvSpPr>
                <a:spLocks noChangeArrowheads="1"/>
              </p:cNvSpPr>
              <p:nvPr/>
            </p:nvSpPr>
            <p:spPr bwMode="auto">
              <a:xfrm>
                <a:off x="1326072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9" name="Oval 126"/>
              <p:cNvSpPr>
                <a:spLocks noChangeArrowheads="1"/>
              </p:cNvSpPr>
              <p:nvPr/>
            </p:nvSpPr>
            <p:spPr bwMode="auto">
              <a:xfrm>
                <a:off x="1404689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0" name="Freeform 127"/>
              <p:cNvSpPr>
                <a:spLocks noEditPoints="1"/>
              </p:cNvSpPr>
              <p:nvPr/>
            </p:nvSpPr>
            <p:spPr bwMode="auto">
              <a:xfrm>
                <a:off x="1264778" y="2649495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3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3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6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6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9048348" y="1118811"/>
              <a:ext cx="218527" cy="219859"/>
              <a:chOff x="1797771" y="2650828"/>
              <a:chExt cx="218527" cy="219859"/>
            </a:xfrm>
            <a:grpFill/>
          </p:grpSpPr>
          <p:sp>
            <p:nvSpPr>
              <p:cNvPr id="341" name="Freeform 128"/>
              <p:cNvSpPr/>
              <p:nvPr/>
            </p:nvSpPr>
            <p:spPr bwMode="auto">
              <a:xfrm>
                <a:off x="1867060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2" name="Freeform 129"/>
              <p:cNvSpPr>
                <a:spLocks noEditPoints="1"/>
              </p:cNvSpPr>
              <p:nvPr/>
            </p:nvSpPr>
            <p:spPr bwMode="auto">
              <a:xfrm>
                <a:off x="1797771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3" name="Rectangle 130"/>
              <p:cNvSpPr>
                <a:spLocks noChangeArrowheads="1"/>
              </p:cNvSpPr>
              <p:nvPr/>
            </p:nvSpPr>
            <p:spPr bwMode="auto">
              <a:xfrm>
                <a:off x="1849738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4" name="Oval 131"/>
              <p:cNvSpPr>
                <a:spLocks noChangeArrowheads="1"/>
              </p:cNvSpPr>
              <p:nvPr/>
            </p:nvSpPr>
            <p:spPr bwMode="auto">
              <a:xfrm>
                <a:off x="185906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5" name="Oval 132"/>
              <p:cNvSpPr>
                <a:spLocks noChangeArrowheads="1"/>
              </p:cNvSpPr>
              <p:nvPr/>
            </p:nvSpPr>
            <p:spPr bwMode="auto">
              <a:xfrm>
                <a:off x="1937682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6" name="Rectangle 133"/>
              <p:cNvSpPr>
                <a:spLocks noChangeArrowheads="1"/>
              </p:cNvSpPr>
              <p:nvPr/>
            </p:nvSpPr>
            <p:spPr bwMode="auto">
              <a:xfrm>
                <a:off x="1928354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783421" y="5204209"/>
              <a:ext cx="218527" cy="219859"/>
              <a:chOff x="2330764" y="2650828"/>
              <a:chExt cx="218527" cy="219859"/>
            </a:xfrm>
            <a:grpFill/>
          </p:grpSpPr>
          <p:sp>
            <p:nvSpPr>
              <p:cNvPr id="335" name="Freeform 134"/>
              <p:cNvSpPr/>
              <p:nvPr/>
            </p:nvSpPr>
            <p:spPr bwMode="auto">
              <a:xfrm>
                <a:off x="2374736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6" name="Oval 135"/>
              <p:cNvSpPr>
                <a:spLocks noChangeArrowheads="1"/>
              </p:cNvSpPr>
              <p:nvPr/>
            </p:nvSpPr>
            <p:spPr bwMode="auto">
              <a:xfrm>
                <a:off x="239205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7" name="Freeform 136"/>
              <p:cNvSpPr/>
              <p:nvPr/>
            </p:nvSpPr>
            <p:spPr bwMode="auto">
              <a:xfrm>
                <a:off x="2400053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8" name="Freeform 137"/>
              <p:cNvSpPr>
                <a:spLocks noEditPoints="1"/>
              </p:cNvSpPr>
              <p:nvPr/>
            </p:nvSpPr>
            <p:spPr bwMode="auto">
              <a:xfrm>
                <a:off x="2330764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9" name="Oval 138"/>
              <p:cNvSpPr>
                <a:spLocks noChangeArrowheads="1"/>
              </p:cNvSpPr>
              <p:nvPr/>
            </p:nvSpPr>
            <p:spPr bwMode="auto">
              <a:xfrm>
                <a:off x="247067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0" name="Freeform 139"/>
              <p:cNvSpPr/>
              <p:nvPr/>
            </p:nvSpPr>
            <p:spPr bwMode="auto">
              <a:xfrm>
                <a:off x="2470675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4401443" y="5888928"/>
              <a:ext cx="218527" cy="219859"/>
              <a:chOff x="2863757" y="2650828"/>
              <a:chExt cx="218527" cy="219859"/>
            </a:xfrm>
            <a:grpFill/>
          </p:grpSpPr>
          <p:sp>
            <p:nvSpPr>
              <p:cNvPr id="329" name="Oval 140"/>
              <p:cNvSpPr>
                <a:spLocks noChangeArrowheads="1"/>
              </p:cNvSpPr>
              <p:nvPr/>
            </p:nvSpPr>
            <p:spPr bwMode="auto">
              <a:xfrm>
                <a:off x="292505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0" name="Freeform 141"/>
              <p:cNvSpPr/>
              <p:nvPr/>
            </p:nvSpPr>
            <p:spPr bwMode="auto">
              <a:xfrm>
                <a:off x="2907730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1" name="Freeform 142"/>
              <p:cNvSpPr/>
              <p:nvPr/>
            </p:nvSpPr>
            <p:spPr bwMode="auto">
              <a:xfrm>
                <a:off x="2933046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2" name="Freeform 143"/>
              <p:cNvSpPr>
                <a:spLocks noEditPoints="1"/>
              </p:cNvSpPr>
              <p:nvPr/>
            </p:nvSpPr>
            <p:spPr bwMode="auto">
              <a:xfrm>
                <a:off x="2863757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3" name="Oval 144"/>
              <p:cNvSpPr>
                <a:spLocks noChangeArrowheads="1"/>
              </p:cNvSpPr>
              <p:nvPr/>
            </p:nvSpPr>
            <p:spPr bwMode="auto">
              <a:xfrm>
                <a:off x="300366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4" name="Freeform 145"/>
              <p:cNvSpPr/>
              <p:nvPr/>
            </p:nvSpPr>
            <p:spPr bwMode="auto">
              <a:xfrm>
                <a:off x="3003668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9869" y="2107404"/>
              <a:ext cx="722470" cy="726874"/>
              <a:chOff x="3396750" y="2650828"/>
              <a:chExt cx="218527" cy="219859"/>
            </a:xfrm>
            <a:grpFill/>
          </p:grpSpPr>
          <p:sp>
            <p:nvSpPr>
              <p:cNvPr id="325" name="Oval 146"/>
              <p:cNvSpPr>
                <a:spLocks noChangeArrowheads="1"/>
              </p:cNvSpPr>
              <p:nvPr/>
            </p:nvSpPr>
            <p:spPr bwMode="auto">
              <a:xfrm>
                <a:off x="345804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6" name="Freeform 147"/>
              <p:cNvSpPr>
                <a:spLocks noEditPoints="1"/>
              </p:cNvSpPr>
              <p:nvPr/>
            </p:nvSpPr>
            <p:spPr bwMode="auto">
              <a:xfrm>
                <a:off x="3458044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7" name="Oval 148"/>
              <p:cNvSpPr>
                <a:spLocks noChangeArrowheads="1"/>
              </p:cNvSpPr>
              <p:nvPr/>
            </p:nvSpPr>
            <p:spPr bwMode="auto">
              <a:xfrm>
                <a:off x="353666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8" name="Freeform 149"/>
              <p:cNvSpPr>
                <a:spLocks noEditPoints="1"/>
              </p:cNvSpPr>
              <p:nvPr/>
            </p:nvSpPr>
            <p:spPr bwMode="auto">
              <a:xfrm>
                <a:off x="3396750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0279919" y="5722368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321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2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3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4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4977992" y="2656823"/>
              <a:ext cx="218527" cy="219859"/>
              <a:chOff x="4462736" y="2650828"/>
              <a:chExt cx="218527" cy="219859"/>
            </a:xfrm>
            <a:grpFill/>
          </p:grpSpPr>
          <p:sp>
            <p:nvSpPr>
              <p:cNvPr id="317" name="Oval 154"/>
              <p:cNvSpPr>
                <a:spLocks noChangeArrowheads="1"/>
              </p:cNvSpPr>
              <p:nvPr/>
            </p:nvSpPr>
            <p:spPr bwMode="auto">
              <a:xfrm>
                <a:off x="4602648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8" name="Oval 155"/>
              <p:cNvSpPr>
                <a:spLocks noChangeArrowheads="1"/>
              </p:cNvSpPr>
              <p:nvPr/>
            </p:nvSpPr>
            <p:spPr bwMode="auto">
              <a:xfrm>
                <a:off x="452403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9" name="Freeform 156"/>
              <p:cNvSpPr/>
              <p:nvPr/>
            </p:nvSpPr>
            <p:spPr bwMode="auto">
              <a:xfrm>
                <a:off x="4524031" y="2786741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0" name="Freeform 157"/>
              <p:cNvSpPr>
                <a:spLocks noEditPoints="1"/>
              </p:cNvSpPr>
              <p:nvPr/>
            </p:nvSpPr>
            <p:spPr bwMode="auto">
              <a:xfrm>
                <a:off x="446273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6182520" y="5292152"/>
              <a:ext cx="218527" cy="219859"/>
              <a:chOff x="4995729" y="2650828"/>
              <a:chExt cx="218527" cy="219859"/>
            </a:xfrm>
            <a:grpFill/>
          </p:grpSpPr>
          <p:sp>
            <p:nvSpPr>
              <p:cNvPr id="311" name="Rectangle 158"/>
              <p:cNvSpPr>
                <a:spLocks noChangeArrowheads="1"/>
              </p:cNvSpPr>
              <p:nvPr/>
            </p:nvSpPr>
            <p:spPr bwMode="auto">
              <a:xfrm>
                <a:off x="5047697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2" name="Oval 159"/>
              <p:cNvSpPr>
                <a:spLocks noChangeArrowheads="1"/>
              </p:cNvSpPr>
              <p:nvPr/>
            </p:nvSpPr>
            <p:spPr bwMode="auto">
              <a:xfrm>
                <a:off x="505702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3" name="Rectangle 160"/>
              <p:cNvSpPr>
                <a:spLocks noChangeArrowheads="1"/>
              </p:cNvSpPr>
              <p:nvPr/>
            </p:nvSpPr>
            <p:spPr bwMode="auto">
              <a:xfrm>
                <a:off x="5126313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4" name="Oval 161"/>
              <p:cNvSpPr>
                <a:spLocks noChangeArrowheads="1"/>
              </p:cNvSpPr>
              <p:nvPr/>
            </p:nvSpPr>
            <p:spPr bwMode="auto">
              <a:xfrm>
                <a:off x="513564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5" name="Freeform 162"/>
              <p:cNvSpPr>
                <a:spLocks noEditPoints="1"/>
              </p:cNvSpPr>
              <p:nvPr/>
            </p:nvSpPr>
            <p:spPr bwMode="auto">
              <a:xfrm>
                <a:off x="499572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6" name="Freeform 163"/>
              <p:cNvSpPr>
                <a:spLocks noEditPoints="1"/>
              </p:cNvSpPr>
              <p:nvPr/>
            </p:nvSpPr>
            <p:spPr bwMode="auto">
              <a:xfrm>
                <a:off x="5047697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7532778" y="6479095"/>
              <a:ext cx="218527" cy="219859"/>
              <a:chOff x="5528723" y="2650828"/>
              <a:chExt cx="218527" cy="219859"/>
            </a:xfrm>
            <a:grpFill/>
          </p:grpSpPr>
          <p:sp>
            <p:nvSpPr>
              <p:cNvPr id="305" name="Freeform 164"/>
              <p:cNvSpPr/>
              <p:nvPr/>
            </p:nvSpPr>
            <p:spPr bwMode="auto">
              <a:xfrm>
                <a:off x="5590017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6" name="Oval 165"/>
              <p:cNvSpPr>
                <a:spLocks noChangeArrowheads="1"/>
              </p:cNvSpPr>
              <p:nvPr/>
            </p:nvSpPr>
            <p:spPr bwMode="auto">
              <a:xfrm>
                <a:off x="559001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7" name="Freeform 166"/>
              <p:cNvSpPr/>
              <p:nvPr/>
            </p:nvSpPr>
            <p:spPr bwMode="auto">
              <a:xfrm>
                <a:off x="5651311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8" name="Oval 167"/>
              <p:cNvSpPr>
                <a:spLocks noChangeArrowheads="1"/>
              </p:cNvSpPr>
              <p:nvPr/>
            </p:nvSpPr>
            <p:spPr bwMode="auto">
              <a:xfrm>
                <a:off x="566863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9" name="Freeform 168"/>
              <p:cNvSpPr>
                <a:spLocks noEditPoints="1"/>
              </p:cNvSpPr>
              <p:nvPr/>
            </p:nvSpPr>
            <p:spPr bwMode="auto">
              <a:xfrm>
                <a:off x="5580690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0" name="Freeform 169"/>
              <p:cNvSpPr>
                <a:spLocks noEditPoints="1"/>
              </p:cNvSpPr>
              <p:nvPr/>
            </p:nvSpPr>
            <p:spPr bwMode="auto">
              <a:xfrm>
                <a:off x="552872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10266595" y="2929031"/>
              <a:ext cx="218527" cy="219859"/>
              <a:chOff x="6061716" y="2650828"/>
              <a:chExt cx="218527" cy="219859"/>
            </a:xfrm>
            <a:grpFill/>
          </p:grpSpPr>
          <p:sp>
            <p:nvSpPr>
              <p:cNvPr id="299" name="Oval 170"/>
              <p:cNvSpPr>
                <a:spLocks noChangeArrowheads="1"/>
              </p:cNvSpPr>
              <p:nvPr/>
            </p:nvSpPr>
            <p:spPr bwMode="auto">
              <a:xfrm>
                <a:off x="612301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0" name="Rectangle 171"/>
              <p:cNvSpPr>
                <a:spLocks noChangeArrowheads="1"/>
              </p:cNvSpPr>
              <p:nvPr/>
            </p:nvSpPr>
            <p:spPr bwMode="auto">
              <a:xfrm>
                <a:off x="6115015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1" name="Freeform 172"/>
              <p:cNvSpPr>
                <a:spLocks noEditPoints="1"/>
              </p:cNvSpPr>
              <p:nvPr/>
            </p:nvSpPr>
            <p:spPr bwMode="auto">
              <a:xfrm>
                <a:off x="6149659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2" name="Freeform 173"/>
              <p:cNvSpPr>
                <a:spLocks noEditPoints="1"/>
              </p:cNvSpPr>
              <p:nvPr/>
            </p:nvSpPr>
            <p:spPr bwMode="auto">
              <a:xfrm>
                <a:off x="606171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3" name="Oval 174"/>
              <p:cNvSpPr>
                <a:spLocks noChangeArrowheads="1"/>
              </p:cNvSpPr>
              <p:nvPr/>
            </p:nvSpPr>
            <p:spPr bwMode="auto">
              <a:xfrm>
                <a:off x="620162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4" name="Rectangle 175"/>
              <p:cNvSpPr>
                <a:spLocks noChangeArrowheads="1"/>
              </p:cNvSpPr>
              <p:nvPr/>
            </p:nvSpPr>
            <p:spPr bwMode="auto">
              <a:xfrm>
                <a:off x="6193632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11319916" y="5170755"/>
              <a:ext cx="218527" cy="219859"/>
              <a:chOff x="6594709" y="2650828"/>
              <a:chExt cx="218527" cy="219859"/>
            </a:xfrm>
            <a:grpFill/>
          </p:grpSpPr>
          <p:sp>
            <p:nvSpPr>
              <p:cNvPr id="293" name="Oval 176"/>
              <p:cNvSpPr>
                <a:spLocks noChangeArrowheads="1"/>
              </p:cNvSpPr>
              <p:nvPr/>
            </p:nvSpPr>
            <p:spPr bwMode="auto">
              <a:xfrm>
                <a:off x="665600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4" name="Freeform 177"/>
              <p:cNvSpPr/>
              <p:nvPr/>
            </p:nvSpPr>
            <p:spPr bwMode="auto">
              <a:xfrm>
                <a:off x="6638681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5" name="Freeform 178"/>
              <p:cNvSpPr>
                <a:spLocks noEditPoints="1"/>
              </p:cNvSpPr>
              <p:nvPr/>
            </p:nvSpPr>
            <p:spPr bwMode="auto">
              <a:xfrm>
                <a:off x="6682653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6" name="Freeform 179"/>
              <p:cNvSpPr>
                <a:spLocks noEditPoints="1"/>
              </p:cNvSpPr>
              <p:nvPr/>
            </p:nvSpPr>
            <p:spPr bwMode="auto">
              <a:xfrm>
                <a:off x="659470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7" name="Freeform 180"/>
              <p:cNvSpPr/>
              <p:nvPr/>
            </p:nvSpPr>
            <p:spPr bwMode="auto">
              <a:xfrm>
                <a:off x="6734620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8" name="Oval 181"/>
              <p:cNvSpPr>
                <a:spLocks noChangeArrowheads="1"/>
              </p:cNvSpPr>
              <p:nvPr/>
            </p:nvSpPr>
            <p:spPr bwMode="auto">
              <a:xfrm>
                <a:off x="673462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732975" y="5851174"/>
              <a:ext cx="218527" cy="219859"/>
              <a:chOff x="7127702" y="2650828"/>
              <a:chExt cx="218527" cy="219859"/>
            </a:xfrm>
            <a:grpFill/>
          </p:grpSpPr>
          <p:sp>
            <p:nvSpPr>
              <p:cNvPr id="287" name="Oval 182"/>
              <p:cNvSpPr>
                <a:spLocks noChangeArrowheads="1"/>
              </p:cNvSpPr>
              <p:nvPr/>
            </p:nvSpPr>
            <p:spPr bwMode="auto">
              <a:xfrm>
                <a:off x="7188996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8" name="Freeform 183"/>
              <p:cNvSpPr/>
              <p:nvPr/>
            </p:nvSpPr>
            <p:spPr bwMode="auto">
              <a:xfrm>
                <a:off x="7250290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9" name="Freeform 184"/>
              <p:cNvSpPr/>
              <p:nvPr/>
            </p:nvSpPr>
            <p:spPr bwMode="auto">
              <a:xfrm>
                <a:off x="7188996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0" name="Oval 185"/>
              <p:cNvSpPr>
                <a:spLocks noChangeArrowheads="1"/>
              </p:cNvSpPr>
              <p:nvPr/>
            </p:nvSpPr>
            <p:spPr bwMode="auto">
              <a:xfrm>
                <a:off x="726761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1" name="Freeform 186"/>
              <p:cNvSpPr>
                <a:spLocks noEditPoints="1"/>
              </p:cNvSpPr>
              <p:nvPr/>
            </p:nvSpPr>
            <p:spPr bwMode="auto">
              <a:xfrm>
                <a:off x="7127702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2" name="Freeform 187"/>
              <p:cNvSpPr>
                <a:spLocks noEditPoints="1"/>
              </p:cNvSpPr>
              <p:nvPr/>
            </p:nvSpPr>
            <p:spPr bwMode="auto">
              <a:xfrm>
                <a:off x="7215646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7660695" y="2650828"/>
              <a:ext cx="218527" cy="219859"/>
              <a:chOff x="7660695" y="2650828"/>
              <a:chExt cx="218527" cy="219859"/>
            </a:xfrm>
            <a:grpFill/>
          </p:grpSpPr>
          <p:sp>
            <p:nvSpPr>
              <p:cNvPr id="283" name="Freeform 188"/>
              <p:cNvSpPr/>
              <p:nvPr/>
            </p:nvSpPr>
            <p:spPr bwMode="auto">
              <a:xfrm>
                <a:off x="7731317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4" name="Freeform 189"/>
              <p:cNvSpPr/>
              <p:nvPr/>
            </p:nvSpPr>
            <p:spPr bwMode="auto">
              <a:xfrm>
                <a:off x="7720657" y="2712122"/>
                <a:ext cx="30648" cy="47969"/>
              </a:xfrm>
              <a:custGeom>
                <a:avLst/>
                <a:gdLst>
                  <a:gd name="T0" fmla="*/ 5 w 23"/>
                  <a:gd name="T1" fmla="*/ 0 h 36"/>
                  <a:gd name="T2" fmla="*/ 0 w 23"/>
                  <a:gd name="T3" fmla="*/ 3 h 36"/>
                  <a:gd name="T4" fmla="*/ 13 w 23"/>
                  <a:gd name="T5" fmla="*/ 18 h 36"/>
                  <a:gd name="T6" fmla="*/ 0 w 23"/>
                  <a:gd name="T7" fmla="*/ 31 h 36"/>
                  <a:gd name="T8" fmla="*/ 5 w 23"/>
                  <a:gd name="T9" fmla="*/ 36 h 36"/>
                  <a:gd name="T10" fmla="*/ 23 w 23"/>
                  <a:gd name="T11" fmla="*/ 18 h 36"/>
                  <a:gd name="T12" fmla="*/ 5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5" y="0"/>
                    </a:moveTo>
                    <a:lnTo>
                      <a:pt x="0" y="3"/>
                    </a:lnTo>
                    <a:lnTo>
                      <a:pt x="13" y="18"/>
                    </a:lnTo>
                    <a:lnTo>
                      <a:pt x="0" y="31"/>
                    </a:lnTo>
                    <a:lnTo>
                      <a:pt x="5" y="36"/>
                    </a:lnTo>
                    <a:lnTo>
                      <a:pt x="23" y="18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5" name="Freeform 190"/>
              <p:cNvSpPr>
                <a:spLocks noEditPoints="1"/>
              </p:cNvSpPr>
              <p:nvPr/>
            </p:nvSpPr>
            <p:spPr bwMode="auto">
              <a:xfrm>
                <a:off x="7660695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6" name="Freeform 191"/>
              <p:cNvSpPr/>
              <p:nvPr/>
            </p:nvSpPr>
            <p:spPr bwMode="auto">
              <a:xfrm>
                <a:off x="7789946" y="2712122"/>
                <a:ext cx="30648" cy="47969"/>
              </a:xfrm>
              <a:custGeom>
                <a:avLst/>
                <a:gdLst>
                  <a:gd name="T0" fmla="*/ 18 w 23"/>
                  <a:gd name="T1" fmla="*/ 0 h 36"/>
                  <a:gd name="T2" fmla="*/ 0 w 23"/>
                  <a:gd name="T3" fmla="*/ 18 h 36"/>
                  <a:gd name="T4" fmla="*/ 18 w 23"/>
                  <a:gd name="T5" fmla="*/ 36 h 36"/>
                  <a:gd name="T6" fmla="*/ 23 w 23"/>
                  <a:gd name="T7" fmla="*/ 31 h 36"/>
                  <a:gd name="T8" fmla="*/ 10 w 23"/>
                  <a:gd name="T9" fmla="*/ 18 h 36"/>
                  <a:gd name="T10" fmla="*/ 23 w 23"/>
                  <a:gd name="T11" fmla="*/ 3 h 36"/>
                  <a:gd name="T12" fmla="*/ 18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lnTo>
                      <a:pt x="0" y="18"/>
                    </a:lnTo>
                    <a:lnTo>
                      <a:pt x="18" y="36"/>
                    </a:lnTo>
                    <a:lnTo>
                      <a:pt x="23" y="31"/>
                    </a:lnTo>
                    <a:lnTo>
                      <a:pt x="10" y="18"/>
                    </a:lnTo>
                    <a:lnTo>
                      <a:pt x="23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358163" y="3536727"/>
              <a:ext cx="218527" cy="219859"/>
              <a:chOff x="1264778" y="3185154"/>
              <a:chExt cx="218527" cy="219859"/>
            </a:xfrm>
            <a:grpFill/>
          </p:grpSpPr>
          <p:sp>
            <p:nvSpPr>
              <p:cNvPr id="279" name="Freeform 192"/>
              <p:cNvSpPr/>
              <p:nvPr/>
            </p:nvSpPr>
            <p:spPr bwMode="auto">
              <a:xfrm>
                <a:off x="1326072" y="3326397"/>
                <a:ext cx="95939" cy="25317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0" name="Freeform 193"/>
              <p:cNvSpPr/>
              <p:nvPr/>
            </p:nvSpPr>
            <p:spPr bwMode="auto">
              <a:xfrm>
                <a:off x="1323407" y="3246448"/>
                <a:ext cx="30648" cy="49301"/>
              </a:xfrm>
              <a:custGeom>
                <a:avLst/>
                <a:gdLst>
                  <a:gd name="T0" fmla="*/ 5 w 23"/>
                  <a:gd name="T1" fmla="*/ 37 h 37"/>
                  <a:gd name="T2" fmla="*/ 23 w 23"/>
                  <a:gd name="T3" fmla="*/ 18 h 37"/>
                  <a:gd name="T4" fmla="*/ 5 w 23"/>
                  <a:gd name="T5" fmla="*/ 0 h 37"/>
                  <a:gd name="T6" fmla="*/ 0 w 23"/>
                  <a:gd name="T7" fmla="*/ 4 h 37"/>
                  <a:gd name="T8" fmla="*/ 13 w 23"/>
                  <a:gd name="T9" fmla="*/ 18 h 37"/>
                  <a:gd name="T10" fmla="*/ 0 w 23"/>
                  <a:gd name="T11" fmla="*/ 32 h 37"/>
                  <a:gd name="T12" fmla="*/ 5 w 23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5" y="37"/>
                    </a:moveTo>
                    <a:lnTo>
                      <a:pt x="23" y="18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13" y="18"/>
                    </a:lnTo>
                    <a:lnTo>
                      <a:pt x="0" y="32"/>
                    </a:lnTo>
                    <a:lnTo>
                      <a:pt x="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1" name="Freeform 194"/>
              <p:cNvSpPr/>
              <p:nvPr/>
            </p:nvSpPr>
            <p:spPr bwMode="auto">
              <a:xfrm>
                <a:off x="1392696" y="3246448"/>
                <a:ext cx="30648" cy="49301"/>
              </a:xfrm>
              <a:custGeom>
                <a:avLst/>
                <a:gdLst>
                  <a:gd name="T0" fmla="*/ 18 w 23"/>
                  <a:gd name="T1" fmla="*/ 0 h 37"/>
                  <a:gd name="T2" fmla="*/ 0 w 23"/>
                  <a:gd name="T3" fmla="*/ 18 h 37"/>
                  <a:gd name="T4" fmla="*/ 18 w 23"/>
                  <a:gd name="T5" fmla="*/ 37 h 37"/>
                  <a:gd name="T6" fmla="*/ 23 w 23"/>
                  <a:gd name="T7" fmla="*/ 32 h 37"/>
                  <a:gd name="T8" fmla="*/ 10 w 23"/>
                  <a:gd name="T9" fmla="*/ 18 h 37"/>
                  <a:gd name="T10" fmla="*/ 23 w 23"/>
                  <a:gd name="T11" fmla="*/ 4 h 37"/>
                  <a:gd name="T12" fmla="*/ 18 w 23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18" y="0"/>
                    </a:moveTo>
                    <a:lnTo>
                      <a:pt x="0" y="18"/>
                    </a:lnTo>
                    <a:lnTo>
                      <a:pt x="18" y="37"/>
                    </a:lnTo>
                    <a:lnTo>
                      <a:pt x="23" y="32"/>
                    </a:lnTo>
                    <a:lnTo>
                      <a:pt x="10" y="18"/>
                    </a:lnTo>
                    <a:lnTo>
                      <a:pt x="23" y="4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2" name="Freeform 195"/>
              <p:cNvSpPr>
                <a:spLocks noEditPoints="1"/>
              </p:cNvSpPr>
              <p:nvPr/>
            </p:nvSpPr>
            <p:spPr bwMode="auto">
              <a:xfrm>
                <a:off x="1264778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069162" y="5726412"/>
              <a:ext cx="511528" cy="514646"/>
              <a:chOff x="1797771" y="3185154"/>
              <a:chExt cx="218527" cy="219859"/>
            </a:xfrm>
            <a:grpFill/>
          </p:grpSpPr>
          <p:sp>
            <p:nvSpPr>
              <p:cNvPr id="273" name="Freeform 196"/>
              <p:cNvSpPr/>
              <p:nvPr/>
            </p:nvSpPr>
            <p:spPr bwMode="auto">
              <a:xfrm>
                <a:off x="1859065" y="3321067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4" name="Oval 197"/>
              <p:cNvSpPr>
                <a:spLocks noChangeArrowheads="1"/>
              </p:cNvSpPr>
              <p:nvPr/>
            </p:nvSpPr>
            <p:spPr bwMode="auto">
              <a:xfrm>
                <a:off x="1859065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5" name="Rectangle 198"/>
              <p:cNvSpPr>
                <a:spLocks noChangeArrowheads="1"/>
              </p:cNvSpPr>
              <p:nvPr/>
            </p:nvSpPr>
            <p:spPr bwMode="auto">
              <a:xfrm>
                <a:off x="1849738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6" name="Oval 199"/>
              <p:cNvSpPr>
                <a:spLocks noChangeArrowheads="1"/>
              </p:cNvSpPr>
              <p:nvPr/>
            </p:nvSpPr>
            <p:spPr bwMode="auto">
              <a:xfrm>
                <a:off x="1937682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7" name="Freeform 200"/>
              <p:cNvSpPr>
                <a:spLocks noEditPoints="1"/>
              </p:cNvSpPr>
              <p:nvPr/>
            </p:nvSpPr>
            <p:spPr bwMode="auto">
              <a:xfrm>
                <a:off x="1797771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8" name="Rectangle 201"/>
              <p:cNvSpPr>
                <a:spLocks noChangeArrowheads="1"/>
              </p:cNvSpPr>
              <p:nvPr/>
            </p:nvSpPr>
            <p:spPr bwMode="auto">
              <a:xfrm>
                <a:off x="1928354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261117" y="5120236"/>
              <a:ext cx="218527" cy="219859"/>
              <a:chOff x="2330764" y="3185154"/>
              <a:chExt cx="218527" cy="219859"/>
            </a:xfrm>
            <a:grpFill/>
          </p:grpSpPr>
          <p:sp>
            <p:nvSpPr>
              <p:cNvPr id="269" name="Freeform 202"/>
              <p:cNvSpPr/>
              <p:nvPr/>
            </p:nvSpPr>
            <p:spPr bwMode="auto">
              <a:xfrm>
                <a:off x="2400053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0" name="Rectangle 203"/>
              <p:cNvSpPr>
                <a:spLocks noChangeArrowheads="1"/>
              </p:cNvSpPr>
              <p:nvPr/>
            </p:nvSpPr>
            <p:spPr bwMode="auto">
              <a:xfrm>
                <a:off x="2382731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1" name="Freeform 204"/>
              <p:cNvSpPr>
                <a:spLocks noEditPoints="1"/>
              </p:cNvSpPr>
              <p:nvPr/>
            </p:nvSpPr>
            <p:spPr bwMode="auto">
              <a:xfrm>
                <a:off x="2330764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2" name="Rectangle 206"/>
              <p:cNvSpPr>
                <a:spLocks noChangeArrowheads="1"/>
              </p:cNvSpPr>
              <p:nvPr/>
            </p:nvSpPr>
            <p:spPr bwMode="auto">
              <a:xfrm>
                <a:off x="2461347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167507" y="4474516"/>
              <a:ext cx="218527" cy="219859"/>
              <a:chOff x="2863757" y="3185154"/>
              <a:chExt cx="218527" cy="219859"/>
            </a:xfrm>
            <a:grpFill/>
          </p:grpSpPr>
          <p:sp>
            <p:nvSpPr>
              <p:cNvPr id="265" name="Freeform 207"/>
              <p:cNvSpPr/>
              <p:nvPr/>
            </p:nvSpPr>
            <p:spPr bwMode="auto">
              <a:xfrm>
                <a:off x="2905065" y="3246448"/>
                <a:ext cx="47969" cy="30647"/>
              </a:xfrm>
              <a:custGeom>
                <a:avLst/>
                <a:gdLst>
                  <a:gd name="T0" fmla="*/ 18 w 36"/>
                  <a:gd name="T1" fmla="*/ 10 h 23"/>
                  <a:gd name="T2" fmla="*/ 31 w 36"/>
                  <a:gd name="T3" fmla="*/ 23 h 23"/>
                  <a:gd name="T4" fmla="*/ 36 w 36"/>
                  <a:gd name="T5" fmla="*/ 18 h 23"/>
                  <a:gd name="T6" fmla="*/ 18 w 36"/>
                  <a:gd name="T7" fmla="*/ 0 h 23"/>
                  <a:gd name="T8" fmla="*/ 0 w 36"/>
                  <a:gd name="T9" fmla="*/ 18 h 23"/>
                  <a:gd name="T10" fmla="*/ 5 w 36"/>
                  <a:gd name="T11" fmla="*/ 23 h 23"/>
                  <a:gd name="T12" fmla="*/ 18 w 36"/>
                  <a:gd name="T13" fmla="*/ 1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18" y="10"/>
                    </a:move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6" name="Freeform 208"/>
              <p:cNvSpPr>
                <a:spLocks noEditPoints="1"/>
              </p:cNvSpPr>
              <p:nvPr/>
            </p:nvSpPr>
            <p:spPr bwMode="auto">
              <a:xfrm>
                <a:off x="2907730" y="3317069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7" name="Freeform 209"/>
              <p:cNvSpPr/>
              <p:nvPr/>
            </p:nvSpPr>
            <p:spPr bwMode="auto">
              <a:xfrm>
                <a:off x="2993008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8" name="Freeform 210"/>
              <p:cNvSpPr>
                <a:spLocks noEditPoints="1"/>
              </p:cNvSpPr>
              <p:nvPr/>
            </p:nvSpPr>
            <p:spPr bwMode="auto">
              <a:xfrm>
                <a:off x="2863757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3396750" y="3185154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261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2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3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4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3730738" y="4288200"/>
              <a:ext cx="218527" cy="219859"/>
              <a:chOff x="3929743" y="3185154"/>
              <a:chExt cx="218527" cy="219859"/>
            </a:xfrm>
            <a:grpFill/>
          </p:grpSpPr>
          <p:sp>
            <p:nvSpPr>
              <p:cNvPr id="257" name="Freeform 215"/>
              <p:cNvSpPr/>
              <p:nvPr/>
            </p:nvSpPr>
            <p:spPr bwMode="auto">
              <a:xfrm>
                <a:off x="3981711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8" name="Freeform 216"/>
              <p:cNvSpPr>
                <a:spLocks noEditPoints="1"/>
              </p:cNvSpPr>
              <p:nvPr/>
            </p:nvSpPr>
            <p:spPr bwMode="auto">
              <a:xfrm>
                <a:off x="4017687" y="3317069"/>
                <a:ext cx="42639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9" name="Freeform 217"/>
              <p:cNvSpPr>
                <a:spLocks noEditPoints="1"/>
              </p:cNvSpPr>
              <p:nvPr/>
            </p:nvSpPr>
            <p:spPr bwMode="auto">
              <a:xfrm>
                <a:off x="392974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0" name="Freeform 218"/>
              <p:cNvSpPr/>
              <p:nvPr/>
            </p:nvSpPr>
            <p:spPr bwMode="auto">
              <a:xfrm>
                <a:off x="4060327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4462736" y="3185154"/>
              <a:ext cx="218527" cy="219859"/>
              <a:chOff x="4462736" y="3185154"/>
              <a:chExt cx="218527" cy="219859"/>
            </a:xfrm>
            <a:grpFill/>
          </p:grpSpPr>
          <p:sp>
            <p:nvSpPr>
              <p:cNvPr id="253" name="Freeform 219"/>
              <p:cNvSpPr>
                <a:spLocks noEditPoints="1"/>
              </p:cNvSpPr>
              <p:nvPr/>
            </p:nvSpPr>
            <p:spPr bwMode="auto">
              <a:xfrm>
                <a:off x="4532026" y="3317069"/>
                <a:ext cx="79949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4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4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4" name="Freeform 220"/>
              <p:cNvSpPr/>
              <p:nvPr/>
            </p:nvSpPr>
            <p:spPr bwMode="auto">
              <a:xfrm>
                <a:off x="4514704" y="3246448"/>
                <a:ext cx="35977" cy="26650"/>
              </a:xfrm>
              <a:custGeom>
                <a:avLst/>
                <a:gdLst>
                  <a:gd name="T0" fmla="*/ 23 w 27"/>
                  <a:gd name="T1" fmla="*/ 20 h 20"/>
                  <a:gd name="T2" fmla="*/ 27 w 27"/>
                  <a:gd name="T3" fmla="*/ 15 h 20"/>
                  <a:gd name="T4" fmla="*/ 20 w 27"/>
                  <a:gd name="T5" fmla="*/ 10 h 20"/>
                  <a:gd name="T6" fmla="*/ 27 w 27"/>
                  <a:gd name="T7" fmla="*/ 5 h 20"/>
                  <a:gd name="T8" fmla="*/ 23 w 27"/>
                  <a:gd name="T9" fmla="*/ 0 h 20"/>
                  <a:gd name="T10" fmla="*/ 13 w 27"/>
                  <a:gd name="T11" fmla="*/ 7 h 20"/>
                  <a:gd name="T12" fmla="*/ 4 w 27"/>
                  <a:gd name="T13" fmla="*/ 0 h 20"/>
                  <a:gd name="T14" fmla="*/ 0 w 27"/>
                  <a:gd name="T15" fmla="*/ 5 h 20"/>
                  <a:gd name="T16" fmla="*/ 7 w 27"/>
                  <a:gd name="T17" fmla="*/ 10 h 20"/>
                  <a:gd name="T18" fmla="*/ 0 w 27"/>
                  <a:gd name="T19" fmla="*/ 15 h 20"/>
                  <a:gd name="T20" fmla="*/ 4 w 27"/>
                  <a:gd name="T21" fmla="*/ 20 h 20"/>
                  <a:gd name="T22" fmla="*/ 13 w 27"/>
                  <a:gd name="T23" fmla="*/ 13 h 20"/>
                  <a:gd name="T24" fmla="*/ 23 w 27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20"/>
                    </a:move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5" name="Freeform 221"/>
              <p:cNvSpPr>
                <a:spLocks noEditPoints="1"/>
              </p:cNvSpPr>
              <p:nvPr/>
            </p:nvSpPr>
            <p:spPr bwMode="auto">
              <a:xfrm>
                <a:off x="446273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6" name="Freeform 222"/>
              <p:cNvSpPr/>
              <p:nvPr/>
            </p:nvSpPr>
            <p:spPr bwMode="auto">
              <a:xfrm>
                <a:off x="4593320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4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4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4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4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5630291" y="4318848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24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2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4302389" y="1067927"/>
              <a:ext cx="604982" cy="608670"/>
              <a:chOff x="5528723" y="3185154"/>
              <a:chExt cx="218527" cy="219859"/>
            </a:xfrm>
            <a:grpFill/>
          </p:grpSpPr>
          <p:sp>
            <p:nvSpPr>
              <p:cNvPr id="244" name="Oval 228"/>
              <p:cNvSpPr>
                <a:spLocks noChangeArrowheads="1"/>
              </p:cNvSpPr>
              <p:nvPr/>
            </p:nvSpPr>
            <p:spPr bwMode="auto">
              <a:xfrm>
                <a:off x="559001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5" name="Oval 229"/>
              <p:cNvSpPr>
                <a:spLocks noChangeArrowheads="1"/>
              </p:cNvSpPr>
              <p:nvPr/>
            </p:nvSpPr>
            <p:spPr bwMode="auto">
              <a:xfrm>
                <a:off x="566863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6" name="Freeform 230"/>
              <p:cNvSpPr/>
              <p:nvPr/>
            </p:nvSpPr>
            <p:spPr bwMode="auto">
              <a:xfrm>
                <a:off x="5563367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7" name="Freeform 231"/>
              <p:cNvSpPr>
                <a:spLocks noEditPoints="1"/>
              </p:cNvSpPr>
              <p:nvPr/>
            </p:nvSpPr>
            <p:spPr bwMode="auto">
              <a:xfrm>
                <a:off x="552872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2618548" y="785679"/>
              <a:ext cx="218527" cy="219859"/>
              <a:chOff x="6061716" y="3185154"/>
              <a:chExt cx="218527" cy="219859"/>
            </a:xfrm>
            <a:grpFill/>
          </p:grpSpPr>
          <p:sp>
            <p:nvSpPr>
              <p:cNvPr id="240" name="Freeform 232"/>
              <p:cNvSpPr/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1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2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3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201627" y="2789676"/>
              <a:ext cx="611609" cy="615337"/>
              <a:chOff x="6594709" y="3185154"/>
              <a:chExt cx="218527" cy="219859"/>
            </a:xfrm>
            <a:grpFill/>
          </p:grpSpPr>
          <p:sp>
            <p:nvSpPr>
              <p:cNvPr id="238" name="Freeform 236"/>
              <p:cNvSpPr/>
              <p:nvPr/>
            </p:nvSpPr>
            <p:spPr bwMode="auto">
              <a:xfrm>
                <a:off x="6656003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7"/>
              <p:cNvSpPr>
                <a:spLocks noEditPoints="1"/>
              </p:cNvSpPr>
              <p:nvPr/>
            </p:nvSpPr>
            <p:spPr bwMode="auto">
              <a:xfrm>
                <a:off x="659470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9835733" y="5037400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236" name="Freeform 238"/>
              <p:cNvSpPr/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6"/>
            <p:cNvSpPr>
              <a:spLocks noEditPoints="1"/>
            </p:cNvSpPr>
            <p:nvPr/>
          </p:nvSpPr>
          <p:spPr bwMode="auto">
            <a:xfrm>
              <a:off x="4977992" y="773677"/>
              <a:ext cx="254000" cy="271463"/>
            </a:xfrm>
            <a:custGeom>
              <a:avLst/>
              <a:gdLst>
                <a:gd name="T0" fmla="*/ 88 w 98"/>
                <a:gd name="T1" fmla="*/ 12 h 104"/>
                <a:gd name="T2" fmla="*/ 78 w 98"/>
                <a:gd name="T3" fmla="*/ 22 h 104"/>
                <a:gd name="T4" fmla="*/ 78 w 98"/>
                <a:gd name="T5" fmla="*/ 34 h 104"/>
                <a:gd name="T6" fmla="*/ 72 w 98"/>
                <a:gd name="T7" fmla="*/ 32 h 104"/>
                <a:gd name="T8" fmla="*/ 65 w 98"/>
                <a:gd name="T9" fmla="*/ 35 h 104"/>
                <a:gd name="T10" fmla="*/ 56 w 98"/>
                <a:gd name="T11" fmla="*/ 28 h 104"/>
                <a:gd name="T12" fmla="*/ 50 w 98"/>
                <a:gd name="T13" fmla="*/ 30 h 104"/>
                <a:gd name="T14" fmla="*/ 50 w 98"/>
                <a:gd name="T15" fmla="*/ 10 h 104"/>
                <a:gd name="T16" fmla="*/ 40 w 98"/>
                <a:gd name="T17" fmla="*/ 0 h 104"/>
                <a:gd name="T18" fmla="*/ 30 w 98"/>
                <a:gd name="T19" fmla="*/ 10 h 104"/>
                <a:gd name="T20" fmla="*/ 30 w 98"/>
                <a:gd name="T21" fmla="*/ 41 h 104"/>
                <a:gd name="T22" fmla="*/ 8 w 98"/>
                <a:gd name="T23" fmla="*/ 34 h 104"/>
                <a:gd name="T24" fmla="*/ 29 w 98"/>
                <a:gd name="T25" fmla="*/ 82 h 104"/>
                <a:gd name="T26" fmla="*/ 64 w 98"/>
                <a:gd name="T27" fmla="*/ 104 h 104"/>
                <a:gd name="T28" fmla="*/ 98 w 98"/>
                <a:gd name="T29" fmla="*/ 70 h 104"/>
                <a:gd name="T30" fmla="*/ 98 w 98"/>
                <a:gd name="T31" fmla="*/ 22 h 104"/>
                <a:gd name="T32" fmla="*/ 88 w 98"/>
                <a:gd name="T33" fmla="*/ 12 h 104"/>
                <a:gd name="T34" fmla="*/ 94 w 98"/>
                <a:gd name="T35" fmla="*/ 55 h 104"/>
                <a:gd name="T36" fmla="*/ 94 w 98"/>
                <a:gd name="T37" fmla="*/ 70 h 104"/>
                <a:gd name="T38" fmla="*/ 64 w 98"/>
                <a:gd name="T39" fmla="*/ 100 h 104"/>
                <a:gd name="T40" fmla="*/ 33 w 98"/>
                <a:gd name="T41" fmla="*/ 80 h 104"/>
                <a:gd name="T42" fmla="*/ 10 w 98"/>
                <a:gd name="T43" fmla="*/ 37 h 104"/>
                <a:gd name="T44" fmla="*/ 34 w 98"/>
                <a:gd name="T45" fmla="*/ 51 h 104"/>
                <a:gd name="T46" fmla="*/ 34 w 98"/>
                <a:gd name="T47" fmla="*/ 10 h 104"/>
                <a:gd name="T48" fmla="*/ 40 w 98"/>
                <a:gd name="T49" fmla="*/ 4 h 104"/>
                <a:gd name="T50" fmla="*/ 46 w 98"/>
                <a:gd name="T51" fmla="*/ 10 h 104"/>
                <a:gd name="T52" fmla="*/ 46 w 98"/>
                <a:gd name="T53" fmla="*/ 46 h 104"/>
                <a:gd name="T54" fmla="*/ 50 w 98"/>
                <a:gd name="T55" fmla="*/ 46 h 104"/>
                <a:gd name="T56" fmla="*/ 50 w 98"/>
                <a:gd name="T57" fmla="*/ 38 h 104"/>
                <a:gd name="T58" fmla="*/ 56 w 98"/>
                <a:gd name="T59" fmla="*/ 32 h 104"/>
                <a:gd name="T60" fmla="*/ 62 w 98"/>
                <a:gd name="T61" fmla="*/ 38 h 104"/>
                <a:gd name="T62" fmla="*/ 62 w 98"/>
                <a:gd name="T63" fmla="*/ 42 h 104"/>
                <a:gd name="T64" fmla="*/ 66 w 98"/>
                <a:gd name="T65" fmla="*/ 42 h 104"/>
                <a:gd name="T66" fmla="*/ 66 w 98"/>
                <a:gd name="T67" fmla="*/ 42 h 104"/>
                <a:gd name="T68" fmla="*/ 72 w 98"/>
                <a:gd name="T69" fmla="*/ 36 h 104"/>
                <a:gd name="T70" fmla="*/ 78 w 98"/>
                <a:gd name="T71" fmla="*/ 42 h 104"/>
                <a:gd name="T72" fmla="*/ 78 w 98"/>
                <a:gd name="T73" fmla="*/ 46 h 104"/>
                <a:gd name="T74" fmla="*/ 82 w 98"/>
                <a:gd name="T75" fmla="*/ 46 h 104"/>
                <a:gd name="T76" fmla="*/ 82 w 98"/>
                <a:gd name="T77" fmla="*/ 22 h 104"/>
                <a:gd name="T78" fmla="*/ 88 w 98"/>
                <a:gd name="T79" fmla="*/ 16 h 104"/>
                <a:gd name="T80" fmla="*/ 94 w 98"/>
                <a:gd name="T81" fmla="*/ 22 h 104"/>
                <a:gd name="T82" fmla="*/ 94 w 98"/>
                <a:gd name="T83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04">
                  <a:moveTo>
                    <a:pt x="88" y="12"/>
                  </a:moveTo>
                  <a:cubicBezTo>
                    <a:pt x="82" y="12"/>
                    <a:pt x="78" y="16"/>
                    <a:pt x="78" y="2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4" y="33"/>
                    <a:pt x="74" y="32"/>
                    <a:pt x="72" y="32"/>
                  </a:cubicBezTo>
                  <a:cubicBezTo>
                    <a:pt x="69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2" y="34"/>
                    <a:pt x="13" y="29"/>
                    <a:pt x="8" y="34"/>
                  </a:cubicBezTo>
                  <a:cubicBezTo>
                    <a:pt x="0" y="42"/>
                    <a:pt x="16" y="58"/>
                    <a:pt x="29" y="82"/>
                  </a:cubicBezTo>
                  <a:cubicBezTo>
                    <a:pt x="38" y="98"/>
                    <a:pt x="52" y="104"/>
                    <a:pt x="64" y="104"/>
                  </a:cubicBezTo>
                  <a:cubicBezTo>
                    <a:pt x="83" y="104"/>
                    <a:pt x="98" y="89"/>
                    <a:pt x="98" y="70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8" y="16"/>
                    <a:pt x="94" y="12"/>
                    <a:pt x="88" y="12"/>
                  </a:cubicBezTo>
                  <a:close/>
                  <a:moveTo>
                    <a:pt x="94" y="55"/>
                  </a:moveTo>
                  <a:cubicBezTo>
                    <a:pt x="94" y="70"/>
                    <a:pt x="94" y="70"/>
                    <a:pt x="94" y="70"/>
                  </a:cubicBezTo>
                  <a:cubicBezTo>
                    <a:pt x="94" y="87"/>
                    <a:pt x="81" y="100"/>
                    <a:pt x="64" y="100"/>
                  </a:cubicBezTo>
                  <a:cubicBezTo>
                    <a:pt x="49" y="100"/>
                    <a:pt x="40" y="92"/>
                    <a:pt x="33" y="80"/>
                  </a:cubicBezTo>
                  <a:cubicBezTo>
                    <a:pt x="17" y="54"/>
                    <a:pt x="6" y="42"/>
                    <a:pt x="10" y="37"/>
                  </a:cubicBezTo>
                  <a:cubicBezTo>
                    <a:pt x="15" y="33"/>
                    <a:pt x="26" y="42"/>
                    <a:pt x="34" y="5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19"/>
                    <a:pt x="85" y="16"/>
                    <a:pt x="88" y="16"/>
                  </a:cubicBezTo>
                  <a:cubicBezTo>
                    <a:pt x="91" y="16"/>
                    <a:pt x="94" y="19"/>
                    <a:pt x="94" y="22"/>
                  </a:cubicBezTo>
                  <a:lnTo>
                    <a:pt x="94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Freeform 7"/>
            <p:cNvSpPr>
              <a:spLocks noEditPoints="1"/>
            </p:cNvSpPr>
            <p:nvPr/>
          </p:nvSpPr>
          <p:spPr bwMode="auto">
            <a:xfrm>
              <a:off x="4881564" y="3550345"/>
              <a:ext cx="255588" cy="292100"/>
            </a:xfrm>
            <a:custGeom>
              <a:avLst/>
              <a:gdLst>
                <a:gd name="T0" fmla="*/ 88 w 98"/>
                <a:gd name="T1" fmla="*/ 20 h 112"/>
                <a:gd name="T2" fmla="*/ 82 w 98"/>
                <a:gd name="T3" fmla="*/ 22 h 112"/>
                <a:gd name="T4" fmla="*/ 82 w 98"/>
                <a:gd name="T5" fmla="*/ 18 h 112"/>
                <a:gd name="T6" fmla="*/ 72 w 98"/>
                <a:gd name="T7" fmla="*/ 8 h 112"/>
                <a:gd name="T8" fmla="*/ 67 w 98"/>
                <a:gd name="T9" fmla="*/ 10 h 112"/>
                <a:gd name="T10" fmla="*/ 57 w 98"/>
                <a:gd name="T11" fmla="*/ 0 h 112"/>
                <a:gd name="T12" fmla="*/ 47 w 98"/>
                <a:gd name="T13" fmla="*/ 10 h 112"/>
                <a:gd name="T14" fmla="*/ 40 w 98"/>
                <a:gd name="T15" fmla="*/ 8 h 112"/>
                <a:gd name="T16" fmla="*/ 30 w 98"/>
                <a:gd name="T17" fmla="*/ 18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30 h 112"/>
                <a:gd name="T30" fmla="*/ 88 w 98"/>
                <a:gd name="T31" fmla="*/ 20 h 112"/>
                <a:gd name="T32" fmla="*/ 94 w 98"/>
                <a:gd name="T33" fmla="*/ 63 h 112"/>
                <a:gd name="T34" fmla="*/ 94 w 98"/>
                <a:gd name="T35" fmla="*/ 78 h 112"/>
                <a:gd name="T36" fmla="*/ 64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8 h 112"/>
                <a:gd name="T46" fmla="*/ 40 w 98"/>
                <a:gd name="T47" fmla="*/ 12 h 112"/>
                <a:gd name="T48" fmla="*/ 46 w 98"/>
                <a:gd name="T49" fmla="*/ 18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8 h 112"/>
                <a:gd name="T66" fmla="*/ 72 w 98"/>
                <a:gd name="T67" fmla="*/ 12 h 112"/>
                <a:gd name="T68" fmla="*/ 78 w 98"/>
                <a:gd name="T69" fmla="*/ 18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30 h 112"/>
                <a:gd name="T76" fmla="*/ 88 w 98"/>
                <a:gd name="T77" fmla="*/ 24 h 112"/>
                <a:gd name="T78" fmla="*/ 94 w 98"/>
                <a:gd name="T79" fmla="*/ 30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20"/>
                  </a:moveTo>
                  <a:cubicBezTo>
                    <a:pt x="86" y="20"/>
                    <a:pt x="86" y="21"/>
                    <a:pt x="82" y="22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2"/>
                    <a:pt x="78" y="8"/>
                    <a:pt x="72" y="8"/>
                  </a:cubicBezTo>
                  <a:cubicBezTo>
                    <a:pt x="70" y="8"/>
                    <a:pt x="68" y="9"/>
                    <a:pt x="67" y="10"/>
                  </a:cubicBezTo>
                  <a:cubicBezTo>
                    <a:pt x="67" y="4"/>
                    <a:pt x="62" y="0"/>
                    <a:pt x="57" y="0"/>
                  </a:cubicBezTo>
                  <a:cubicBezTo>
                    <a:pt x="51" y="0"/>
                    <a:pt x="47" y="4"/>
                    <a:pt x="47" y="10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8" y="24"/>
                    <a:pt x="94" y="20"/>
                    <a:pt x="88" y="20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4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5"/>
                    <a:pt x="69" y="12"/>
                    <a:pt x="72" y="12"/>
                  </a:cubicBezTo>
                  <a:cubicBezTo>
                    <a:pt x="75" y="12"/>
                    <a:pt x="78" y="15"/>
                    <a:pt x="78" y="18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7"/>
                    <a:pt x="85" y="24"/>
                    <a:pt x="88" y="24"/>
                  </a:cubicBezTo>
                  <a:cubicBezTo>
                    <a:pt x="91" y="24"/>
                    <a:pt x="94" y="27"/>
                    <a:pt x="94" y="30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647179" y="194653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234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5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10038206" y="6400642"/>
              <a:ext cx="295275" cy="292100"/>
              <a:chOff x="3138488" y="1911350"/>
              <a:chExt cx="295275" cy="292100"/>
            </a:xfrm>
            <a:grpFill/>
          </p:grpSpPr>
          <p:sp>
            <p:nvSpPr>
              <p:cNvPr id="232" name="Oval 10"/>
              <p:cNvSpPr>
                <a:spLocks noChangeArrowheads="1"/>
              </p:cNvSpPr>
              <p:nvPr/>
            </p:nvSpPr>
            <p:spPr bwMode="auto">
              <a:xfrm>
                <a:off x="3175000" y="1936750"/>
                <a:ext cx="20638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3" name="Freeform 11"/>
              <p:cNvSpPr>
                <a:spLocks noEditPoints="1"/>
              </p:cNvSpPr>
              <p:nvPr/>
            </p:nvSpPr>
            <p:spPr bwMode="auto">
              <a:xfrm>
                <a:off x="3138488" y="1911350"/>
                <a:ext cx="295275" cy="292100"/>
              </a:xfrm>
              <a:custGeom>
                <a:avLst/>
                <a:gdLst>
                  <a:gd name="T0" fmla="*/ 107 w 114"/>
                  <a:gd name="T1" fmla="*/ 47 h 112"/>
                  <a:gd name="T2" fmla="*/ 110 w 114"/>
                  <a:gd name="T3" fmla="*/ 40 h 112"/>
                  <a:gd name="T4" fmla="*/ 103 w 114"/>
                  <a:gd name="T5" fmla="*/ 31 h 112"/>
                  <a:gd name="T6" fmla="*/ 106 w 114"/>
                  <a:gd name="T7" fmla="*/ 24 h 112"/>
                  <a:gd name="T8" fmla="*/ 96 w 114"/>
                  <a:gd name="T9" fmla="*/ 14 h 112"/>
                  <a:gd name="T10" fmla="*/ 98 w 114"/>
                  <a:gd name="T11" fmla="*/ 9 h 112"/>
                  <a:gd name="T12" fmla="*/ 88 w 114"/>
                  <a:gd name="T13" fmla="*/ 0 h 112"/>
                  <a:gd name="T14" fmla="*/ 55 w 114"/>
                  <a:gd name="T15" fmla="*/ 0 h 112"/>
                  <a:gd name="T16" fmla="*/ 32 w 114"/>
                  <a:gd name="T17" fmla="*/ 0 h 112"/>
                  <a:gd name="T18" fmla="*/ 10 w 114"/>
                  <a:gd name="T19" fmla="*/ 0 h 112"/>
                  <a:gd name="T20" fmla="*/ 0 w 114"/>
                  <a:gd name="T21" fmla="*/ 6 h 112"/>
                  <a:gd name="T22" fmla="*/ 0 w 114"/>
                  <a:gd name="T23" fmla="*/ 58 h 112"/>
                  <a:gd name="T24" fmla="*/ 10 w 114"/>
                  <a:gd name="T25" fmla="*/ 68 h 112"/>
                  <a:gd name="T26" fmla="*/ 32 w 114"/>
                  <a:gd name="T27" fmla="*/ 68 h 112"/>
                  <a:gd name="T28" fmla="*/ 34 w 114"/>
                  <a:gd name="T29" fmla="*/ 68 h 112"/>
                  <a:gd name="T30" fmla="*/ 52 w 114"/>
                  <a:gd name="T31" fmla="*/ 80 h 112"/>
                  <a:gd name="T32" fmla="*/ 66 w 114"/>
                  <a:gd name="T33" fmla="*/ 112 h 112"/>
                  <a:gd name="T34" fmla="*/ 80 w 114"/>
                  <a:gd name="T35" fmla="*/ 68 h 112"/>
                  <a:gd name="T36" fmla="*/ 104 w 114"/>
                  <a:gd name="T37" fmla="*/ 68 h 112"/>
                  <a:gd name="T38" fmla="*/ 114 w 114"/>
                  <a:gd name="T39" fmla="*/ 57 h 112"/>
                  <a:gd name="T40" fmla="*/ 107 w 114"/>
                  <a:gd name="T41" fmla="*/ 47 h 112"/>
                  <a:gd name="T42" fmla="*/ 28 w 114"/>
                  <a:gd name="T43" fmla="*/ 64 h 112"/>
                  <a:gd name="T44" fmla="*/ 10 w 114"/>
                  <a:gd name="T45" fmla="*/ 64 h 112"/>
                  <a:gd name="T46" fmla="*/ 4 w 114"/>
                  <a:gd name="T47" fmla="*/ 58 h 112"/>
                  <a:gd name="T48" fmla="*/ 4 w 114"/>
                  <a:gd name="T49" fmla="*/ 6 h 112"/>
                  <a:gd name="T50" fmla="*/ 10 w 114"/>
                  <a:gd name="T51" fmla="*/ 4 h 112"/>
                  <a:gd name="T52" fmla="*/ 28 w 114"/>
                  <a:gd name="T53" fmla="*/ 4 h 112"/>
                  <a:gd name="T54" fmla="*/ 28 w 114"/>
                  <a:gd name="T55" fmla="*/ 64 h 112"/>
                  <a:gd name="T56" fmla="*/ 104 w 114"/>
                  <a:gd name="T57" fmla="*/ 64 h 112"/>
                  <a:gd name="T58" fmla="*/ 75 w 114"/>
                  <a:gd name="T59" fmla="*/ 64 h 112"/>
                  <a:gd name="T60" fmla="*/ 76 w 114"/>
                  <a:gd name="T61" fmla="*/ 67 h 112"/>
                  <a:gd name="T62" fmla="*/ 66 w 114"/>
                  <a:gd name="T63" fmla="*/ 107 h 112"/>
                  <a:gd name="T64" fmla="*/ 55 w 114"/>
                  <a:gd name="T65" fmla="*/ 77 h 112"/>
                  <a:gd name="T66" fmla="*/ 44 w 114"/>
                  <a:gd name="T67" fmla="*/ 66 h 112"/>
                  <a:gd name="T68" fmla="*/ 32 w 114"/>
                  <a:gd name="T69" fmla="*/ 62 h 112"/>
                  <a:gd name="T70" fmla="*/ 32 w 114"/>
                  <a:gd name="T71" fmla="*/ 4 h 112"/>
                  <a:gd name="T72" fmla="*/ 73 w 114"/>
                  <a:gd name="T73" fmla="*/ 4 h 112"/>
                  <a:gd name="T74" fmla="*/ 88 w 114"/>
                  <a:gd name="T75" fmla="*/ 4 h 112"/>
                  <a:gd name="T76" fmla="*/ 94 w 114"/>
                  <a:gd name="T77" fmla="*/ 10 h 112"/>
                  <a:gd name="T78" fmla="*/ 88 w 114"/>
                  <a:gd name="T79" fmla="*/ 16 h 112"/>
                  <a:gd name="T80" fmla="*/ 80 w 114"/>
                  <a:gd name="T81" fmla="*/ 16 h 112"/>
                  <a:gd name="T82" fmla="*/ 80 w 114"/>
                  <a:gd name="T83" fmla="*/ 20 h 112"/>
                  <a:gd name="T84" fmla="*/ 96 w 114"/>
                  <a:gd name="T85" fmla="*/ 20 h 112"/>
                  <a:gd name="T86" fmla="*/ 102 w 114"/>
                  <a:gd name="T87" fmla="*/ 26 h 112"/>
                  <a:gd name="T88" fmla="*/ 96 w 114"/>
                  <a:gd name="T89" fmla="*/ 32 h 112"/>
                  <a:gd name="T90" fmla="*/ 84 w 114"/>
                  <a:gd name="T91" fmla="*/ 32 h 112"/>
                  <a:gd name="T92" fmla="*/ 84 w 114"/>
                  <a:gd name="T93" fmla="*/ 36 h 112"/>
                  <a:gd name="T94" fmla="*/ 100 w 114"/>
                  <a:gd name="T95" fmla="*/ 36 h 112"/>
                  <a:gd name="T96" fmla="*/ 106 w 114"/>
                  <a:gd name="T97" fmla="*/ 42 h 112"/>
                  <a:gd name="T98" fmla="*/ 100 w 114"/>
                  <a:gd name="T99" fmla="*/ 48 h 112"/>
                  <a:gd name="T100" fmla="*/ 88 w 114"/>
                  <a:gd name="T101" fmla="*/ 48 h 112"/>
                  <a:gd name="T102" fmla="*/ 88 w 114"/>
                  <a:gd name="T103" fmla="*/ 52 h 112"/>
                  <a:gd name="T104" fmla="*/ 104 w 114"/>
                  <a:gd name="T105" fmla="*/ 52 h 112"/>
                  <a:gd name="T106" fmla="*/ 110 w 114"/>
                  <a:gd name="T107" fmla="*/ 58 h 112"/>
                  <a:gd name="T108" fmla="*/ 104 w 114"/>
                  <a:gd name="T109" fmla="*/ 6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4" h="112">
                    <a:moveTo>
                      <a:pt x="107" y="47"/>
                    </a:moveTo>
                    <a:cubicBezTo>
                      <a:pt x="109" y="45"/>
                      <a:pt x="110" y="43"/>
                      <a:pt x="110" y="40"/>
                    </a:cubicBezTo>
                    <a:cubicBezTo>
                      <a:pt x="110" y="36"/>
                      <a:pt x="107" y="32"/>
                      <a:pt x="103" y="31"/>
                    </a:cubicBezTo>
                    <a:cubicBezTo>
                      <a:pt x="105" y="29"/>
                      <a:pt x="106" y="27"/>
                      <a:pt x="106" y="24"/>
                    </a:cubicBezTo>
                    <a:cubicBezTo>
                      <a:pt x="106" y="18"/>
                      <a:pt x="102" y="14"/>
                      <a:pt x="96" y="14"/>
                    </a:cubicBezTo>
                    <a:cubicBezTo>
                      <a:pt x="97" y="12"/>
                      <a:pt x="98" y="11"/>
                      <a:pt x="98" y="9"/>
                    </a:cubicBezTo>
                    <a:cubicBezTo>
                      <a:pt x="98" y="3"/>
                      <a:pt x="94" y="0"/>
                      <a:pt x="88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0"/>
                      <a:pt x="0" y="2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2"/>
                      <a:pt x="6" y="68"/>
                      <a:pt x="10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68"/>
                      <a:pt x="46" y="68"/>
                      <a:pt x="52" y="80"/>
                    </a:cubicBezTo>
                    <a:cubicBezTo>
                      <a:pt x="58" y="92"/>
                      <a:pt x="50" y="112"/>
                      <a:pt x="66" y="112"/>
                    </a:cubicBezTo>
                    <a:cubicBezTo>
                      <a:pt x="82" y="112"/>
                      <a:pt x="84" y="88"/>
                      <a:pt x="80" y="68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110" y="68"/>
                      <a:pt x="114" y="63"/>
                      <a:pt x="114" y="57"/>
                    </a:cubicBezTo>
                    <a:cubicBezTo>
                      <a:pt x="114" y="53"/>
                      <a:pt x="111" y="48"/>
                      <a:pt x="107" y="47"/>
                    </a:cubicBezTo>
                    <a:close/>
                    <a:moveTo>
                      <a:pt x="28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8" y="64"/>
                      <a:pt x="4" y="60"/>
                      <a:pt x="4" y="5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4"/>
                      <a:pt x="8" y="4"/>
                      <a:pt x="10" y="4"/>
                    </a:cubicBezTo>
                    <a:cubicBezTo>
                      <a:pt x="28" y="4"/>
                      <a:pt x="28" y="4"/>
                      <a:pt x="28" y="4"/>
                    </a:cubicBezTo>
                    <a:lnTo>
                      <a:pt x="28" y="64"/>
                    </a:lnTo>
                    <a:close/>
                    <a:moveTo>
                      <a:pt x="104" y="64"/>
                    </a:moveTo>
                    <a:cubicBezTo>
                      <a:pt x="75" y="64"/>
                      <a:pt x="75" y="64"/>
                      <a:pt x="75" y="64"/>
                    </a:cubicBezTo>
                    <a:cubicBezTo>
                      <a:pt x="76" y="67"/>
                      <a:pt x="76" y="67"/>
                      <a:pt x="76" y="67"/>
                    </a:cubicBezTo>
                    <a:cubicBezTo>
                      <a:pt x="80" y="88"/>
                      <a:pt x="78" y="107"/>
                      <a:pt x="66" y="107"/>
                    </a:cubicBezTo>
                    <a:cubicBezTo>
                      <a:pt x="55" y="107"/>
                      <a:pt x="62" y="89"/>
                      <a:pt x="55" y="77"/>
                    </a:cubicBezTo>
                    <a:cubicBezTo>
                      <a:pt x="53" y="72"/>
                      <a:pt x="48" y="68"/>
                      <a:pt x="44" y="66"/>
                    </a:cubicBezTo>
                    <a:cubicBezTo>
                      <a:pt x="44" y="66"/>
                      <a:pt x="40" y="62"/>
                      <a:pt x="32" y="62"/>
                    </a:cubicBezTo>
                    <a:cubicBezTo>
                      <a:pt x="32" y="54"/>
                      <a:pt x="32" y="4"/>
                      <a:pt x="32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91" y="4"/>
                      <a:pt x="94" y="7"/>
                      <a:pt x="94" y="10"/>
                    </a:cubicBezTo>
                    <a:cubicBezTo>
                      <a:pt x="94" y="13"/>
                      <a:pt x="91" y="16"/>
                      <a:pt x="88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9" y="20"/>
                      <a:pt x="102" y="23"/>
                      <a:pt x="102" y="26"/>
                    </a:cubicBezTo>
                    <a:cubicBezTo>
                      <a:pt x="102" y="29"/>
                      <a:pt x="99" y="32"/>
                      <a:pt x="96" y="32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100" y="36"/>
                      <a:pt x="100" y="36"/>
                      <a:pt x="100" y="36"/>
                    </a:cubicBezTo>
                    <a:cubicBezTo>
                      <a:pt x="103" y="36"/>
                      <a:pt x="106" y="39"/>
                      <a:pt x="106" y="42"/>
                    </a:cubicBezTo>
                    <a:cubicBezTo>
                      <a:pt x="106" y="45"/>
                      <a:pt x="103" y="48"/>
                      <a:pt x="100" y="48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52"/>
                      <a:pt x="88" y="52"/>
                      <a:pt x="88" y="52"/>
                    </a:cubicBezTo>
                    <a:cubicBezTo>
                      <a:pt x="104" y="52"/>
                      <a:pt x="104" y="52"/>
                      <a:pt x="104" y="52"/>
                    </a:cubicBezTo>
                    <a:cubicBezTo>
                      <a:pt x="107" y="52"/>
                      <a:pt x="110" y="55"/>
                      <a:pt x="110" y="58"/>
                    </a:cubicBezTo>
                    <a:cubicBezTo>
                      <a:pt x="110" y="61"/>
                      <a:pt x="107" y="64"/>
                      <a:pt x="104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" name="Freeform 12"/>
            <p:cNvSpPr>
              <a:spLocks noEditPoints="1"/>
            </p:cNvSpPr>
            <p:nvPr/>
          </p:nvSpPr>
          <p:spPr bwMode="auto">
            <a:xfrm>
              <a:off x="2883729" y="4147913"/>
              <a:ext cx="290513" cy="292100"/>
            </a:xfrm>
            <a:custGeom>
              <a:avLst/>
              <a:gdLst>
                <a:gd name="T0" fmla="*/ 69 w 112"/>
                <a:gd name="T1" fmla="*/ 112 h 112"/>
                <a:gd name="T2" fmla="*/ 86 w 112"/>
                <a:gd name="T3" fmla="*/ 112 h 112"/>
                <a:gd name="T4" fmla="*/ 96 w 112"/>
                <a:gd name="T5" fmla="*/ 102 h 112"/>
                <a:gd name="T6" fmla="*/ 94 w 112"/>
                <a:gd name="T7" fmla="*/ 96 h 112"/>
                <a:gd name="T8" fmla="*/ 104 w 112"/>
                <a:gd name="T9" fmla="*/ 86 h 112"/>
                <a:gd name="T10" fmla="*/ 101 w 112"/>
                <a:gd name="T11" fmla="*/ 79 h 112"/>
                <a:gd name="T12" fmla="*/ 101 w 112"/>
                <a:gd name="T13" fmla="*/ 79 h 112"/>
                <a:gd name="T14" fmla="*/ 108 w 112"/>
                <a:gd name="T15" fmla="*/ 70 h 112"/>
                <a:gd name="T16" fmla="*/ 105 w 112"/>
                <a:gd name="T17" fmla="*/ 63 h 112"/>
                <a:gd name="T18" fmla="*/ 112 w 112"/>
                <a:gd name="T19" fmla="*/ 54 h 112"/>
                <a:gd name="T20" fmla="*/ 102 w 112"/>
                <a:gd name="T21" fmla="*/ 44 h 112"/>
                <a:gd name="T22" fmla="*/ 78 w 112"/>
                <a:gd name="T23" fmla="*/ 44 h 112"/>
                <a:gd name="T24" fmla="*/ 64 w 112"/>
                <a:gd name="T25" fmla="*/ 0 h 112"/>
                <a:gd name="T26" fmla="*/ 50 w 112"/>
                <a:gd name="T27" fmla="*/ 31 h 112"/>
                <a:gd name="T28" fmla="*/ 32 w 112"/>
                <a:gd name="T29" fmla="*/ 44 h 112"/>
                <a:gd name="T30" fmla="*/ 8 w 112"/>
                <a:gd name="T31" fmla="*/ 44 h 112"/>
                <a:gd name="T32" fmla="*/ 0 w 112"/>
                <a:gd name="T33" fmla="*/ 52 h 112"/>
                <a:gd name="T34" fmla="*/ 0 w 112"/>
                <a:gd name="T35" fmla="*/ 96 h 112"/>
                <a:gd name="T36" fmla="*/ 8 w 112"/>
                <a:gd name="T37" fmla="*/ 104 h 112"/>
                <a:gd name="T38" fmla="*/ 32 w 112"/>
                <a:gd name="T39" fmla="*/ 104 h 112"/>
                <a:gd name="T40" fmla="*/ 56 w 112"/>
                <a:gd name="T41" fmla="*/ 112 h 112"/>
                <a:gd name="T42" fmla="*/ 69 w 112"/>
                <a:gd name="T43" fmla="*/ 112 h 112"/>
                <a:gd name="T44" fmla="*/ 34 w 112"/>
                <a:gd name="T45" fmla="*/ 48 h 112"/>
                <a:gd name="T46" fmla="*/ 53 w 112"/>
                <a:gd name="T47" fmla="*/ 33 h 112"/>
                <a:gd name="T48" fmla="*/ 64 w 112"/>
                <a:gd name="T49" fmla="*/ 4 h 112"/>
                <a:gd name="T50" fmla="*/ 73 w 112"/>
                <a:gd name="T51" fmla="*/ 48 h 112"/>
                <a:gd name="T52" fmla="*/ 73 w 112"/>
                <a:gd name="T53" fmla="*/ 48 h 112"/>
                <a:gd name="T54" fmla="*/ 102 w 112"/>
                <a:gd name="T55" fmla="*/ 48 h 112"/>
                <a:gd name="T56" fmla="*/ 108 w 112"/>
                <a:gd name="T57" fmla="*/ 54 h 112"/>
                <a:gd name="T58" fmla="*/ 102 w 112"/>
                <a:gd name="T59" fmla="*/ 60 h 112"/>
                <a:gd name="T60" fmla="*/ 88 w 112"/>
                <a:gd name="T61" fmla="*/ 60 h 112"/>
                <a:gd name="T62" fmla="*/ 88 w 112"/>
                <a:gd name="T63" fmla="*/ 64 h 112"/>
                <a:gd name="T64" fmla="*/ 98 w 112"/>
                <a:gd name="T65" fmla="*/ 64 h 112"/>
                <a:gd name="T66" fmla="*/ 104 w 112"/>
                <a:gd name="T67" fmla="*/ 70 h 112"/>
                <a:gd name="T68" fmla="*/ 98 w 112"/>
                <a:gd name="T69" fmla="*/ 76 h 112"/>
                <a:gd name="T70" fmla="*/ 84 w 112"/>
                <a:gd name="T71" fmla="*/ 76 h 112"/>
                <a:gd name="T72" fmla="*/ 84 w 112"/>
                <a:gd name="T73" fmla="*/ 76 h 112"/>
                <a:gd name="T74" fmla="*/ 84 w 112"/>
                <a:gd name="T75" fmla="*/ 80 h 112"/>
                <a:gd name="T76" fmla="*/ 94 w 112"/>
                <a:gd name="T77" fmla="*/ 80 h 112"/>
                <a:gd name="T78" fmla="*/ 100 w 112"/>
                <a:gd name="T79" fmla="*/ 86 h 112"/>
                <a:gd name="T80" fmla="*/ 94 w 112"/>
                <a:gd name="T81" fmla="*/ 92 h 112"/>
                <a:gd name="T82" fmla="*/ 80 w 112"/>
                <a:gd name="T83" fmla="*/ 92 h 112"/>
                <a:gd name="T84" fmla="*/ 80 w 112"/>
                <a:gd name="T85" fmla="*/ 92 h 112"/>
                <a:gd name="T86" fmla="*/ 80 w 112"/>
                <a:gd name="T87" fmla="*/ 96 h 112"/>
                <a:gd name="T88" fmla="*/ 86 w 112"/>
                <a:gd name="T89" fmla="*/ 96 h 112"/>
                <a:gd name="T90" fmla="*/ 92 w 112"/>
                <a:gd name="T91" fmla="*/ 102 h 112"/>
                <a:gd name="T92" fmla="*/ 86 w 112"/>
                <a:gd name="T93" fmla="*/ 108 h 112"/>
                <a:gd name="T94" fmla="*/ 71 w 112"/>
                <a:gd name="T95" fmla="*/ 108 h 112"/>
                <a:gd name="T96" fmla="*/ 56 w 112"/>
                <a:gd name="T97" fmla="*/ 108 h 112"/>
                <a:gd name="T98" fmla="*/ 32 w 112"/>
                <a:gd name="T99" fmla="*/ 100 h 112"/>
                <a:gd name="T100" fmla="*/ 8 w 112"/>
                <a:gd name="T101" fmla="*/ 100 h 112"/>
                <a:gd name="T102" fmla="*/ 4 w 112"/>
                <a:gd name="T103" fmla="*/ 96 h 112"/>
                <a:gd name="T104" fmla="*/ 4 w 112"/>
                <a:gd name="T105" fmla="*/ 52 h 112"/>
                <a:gd name="T106" fmla="*/ 8 w 112"/>
                <a:gd name="T107" fmla="*/ 48 h 112"/>
                <a:gd name="T108" fmla="*/ 34 w 112"/>
                <a:gd name="T109" fmla="*/ 48 h 112"/>
                <a:gd name="T110" fmla="*/ 34 w 112"/>
                <a:gd name="T111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112"/>
                  </a:moveTo>
                  <a:cubicBezTo>
                    <a:pt x="86" y="112"/>
                    <a:pt x="86" y="112"/>
                    <a:pt x="86" y="112"/>
                  </a:cubicBezTo>
                  <a:cubicBezTo>
                    <a:pt x="92" y="112"/>
                    <a:pt x="96" y="108"/>
                    <a:pt x="96" y="102"/>
                  </a:cubicBezTo>
                  <a:cubicBezTo>
                    <a:pt x="96" y="100"/>
                    <a:pt x="95" y="98"/>
                    <a:pt x="94" y="96"/>
                  </a:cubicBezTo>
                  <a:cubicBezTo>
                    <a:pt x="100" y="96"/>
                    <a:pt x="104" y="92"/>
                    <a:pt x="104" y="86"/>
                  </a:cubicBezTo>
                  <a:cubicBezTo>
                    <a:pt x="104" y="83"/>
                    <a:pt x="103" y="81"/>
                    <a:pt x="101" y="79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5" y="78"/>
                    <a:pt x="108" y="74"/>
                    <a:pt x="108" y="70"/>
                  </a:cubicBezTo>
                  <a:cubicBezTo>
                    <a:pt x="108" y="67"/>
                    <a:pt x="107" y="65"/>
                    <a:pt x="105" y="63"/>
                  </a:cubicBezTo>
                  <a:cubicBezTo>
                    <a:pt x="109" y="62"/>
                    <a:pt x="112" y="58"/>
                    <a:pt x="112" y="54"/>
                  </a:cubicBezTo>
                  <a:cubicBezTo>
                    <a:pt x="112" y="48"/>
                    <a:pt x="108" y="44"/>
                    <a:pt x="102" y="44"/>
                  </a:cubicBezTo>
                  <a:cubicBezTo>
                    <a:pt x="78" y="44"/>
                    <a:pt x="78" y="44"/>
                    <a:pt x="78" y="44"/>
                  </a:cubicBezTo>
                  <a:cubicBezTo>
                    <a:pt x="82" y="24"/>
                    <a:pt x="80" y="0"/>
                    <a:pt x="64" y="0"/>
                  </a:cubicBezTo>
                  <a:cubicBezTo>
                    <a:pt x="48" y="0"/>
                    <a:pt x="56" y="19"/>
                    <a:pt x="50" y="31"/>
                  </a:cubicBezTo>
                  <a:cubicBezTo>
                    <a:pt x="44" y="43"/>
                    <a:pt x="32" y="44"/>
                    <a:pt x="32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8"/>
                    <a:pt x="0" y="5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4" y="104"/>
                    <a:pt x="8" y="104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69" y="112"/>
                    <a:pt x="69" y="112"/>
                    <a:pt x="69" y="112"/>
                  </a:cubicBezTo>
                  <a:close/>
                  <a:moveTo>
                    <a:pt x="34" y="48"/>
                  </a:moveTo>
                  <a:cubicBezTo>
                    <a:pt x="34" y="48"/>
                    <a:pt x="47" y="45"/>
                    <a:pt x="53" y="33"/>
                  </a:cubicBezTo>
                  <a:cubicBezTo>
                    <a:pt x="60" y="21"/>
                    <a:pt x="53" y="4"/>
                    <a:pt x="64" y="4"/>
                  </a:cubicBezTo>
                  <a:cubicBezTo>
                    <a:pt x="77" y="4"/>
                    <a:pt x="78" y="26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5" y="48"/>
                    <a:pt x="108" y="51"/>
                    <a:pt x="108" y="54"/>
                  </a:cubicBezTo>
                  <a:cubicBezTo>
                    <a:pt x="108" y="57"/>
                    <a:pt x="105" y="60"/>
                    <a:pt x="102" y="6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101" y="64"/>
                    <a:pt x="104" y="67"/>
                    <a:pt x="104" y="70"/>
                  </a:cubicBezTo>
                  <a:cubicBezTo>
                    <a:pt x="104" y="73"/>
                    <a:pt x="101" y="76"/>
                    <a:pt x="98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7" y="80"/>
                    <a:pt x="100" y="83"/>
                    <a:pt x="100" y="86"/>
                  </a:cubicBezTo>
                  <a:cubicBezTo>
                    <a:pt x="100" y="89"/>
                    <a:pt x="97" y="92"/>
                    <a:pt x="94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9" y="96"/>
                    <a:pt x="92" y="99"/>
                    <a:pt x="92" y="102"/>
                  </a:cubicBezTo>
                  <a:cubicBezTo>
                    <a:pt x="92" y="105"/>
                    <a:pt x="89" y="108"/>
                    <a:pt x="86" y="108"/>
                  </a:cubicBezTo>
                  <a:cubicBezTo>
                    <a:pt x="71" y="108"/>
                    <a:pt x="71" y="108"/>
                    <a:pt x="71" y="108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6" y="100"/>
                    <a:pt x="4" y="98"/>
                    <a:pt x="4" y="9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0"/>
                    <a:pt x="6" y="48"/>
                    <a:pt x="8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9" name="Freeform 13"/>
            <p:cNvSpPr>
              <a:spLocks noEditPoints="1"/>
            </p:cNvSpPr>
            <p:nvPr/>
          </p:nvSpPr>
          <p:spPr bwMode="auto">
            <a:xfrm>
              <a:off x="7408864" y="3550345"/>
              <a:ext cx="292100" cy="292100"/>
            </a:xfrm>
            <a:custGeom>
              <a:avLst/>
              <a:gdLst>
                <a:gd name="T0" fmla="*/ 69 w 112"/>
                <a:gd name="T1" fmla="*/ 0 h 112"/>
                <a:gd name="T2" fmla="*/ 86 w 112"/>
                <a:gd name="T3" fmla="*/ 0 h 112"/>
                <a:gd name="T4" fmla="*/ 96 w 112"/>
                <a:gd name="T5" fmla="*/ 10 h 112"/>
                <a:gd name="T6" fmla="*/ 94 w 112"/>
                <a:gd name="T7" fmla="*/ 16 h 112"/>
                <a:gd name="T8" fmla="*/ 104 w 112"/>
                <a:gd name="T9" fmla="*/ 26 h 112"/>
                <a:gd name="T10" fmla="*/ 101 w 112"/>
                <a:gd name="T11" fmla="*/ 33 h 112"/>
                <a:gd name="T12" fmla="*/ 101 w 112"/>
                <a:gd name="T13" fmla="*/ 33 h 112"/>
                <a:gd name="T14" fmla="*/ 108 w 112"/>
                <a:gd name="T15" fmla="*/ 42 h 112"/>
                <a:gd name="T16" fmla="*/ 105 w 112"/>
                <a:gd name="T17" fmla="*/ 49 h 112"/>
                <a:gd name="T18" fmla="*/ 112 w 112"/>
                <a:gd name="T19" fmla="*/ 58 h 112"/>
                <a:gd name="T20" fmla="*/ 102 w 112"/>
                <a:gd name="T21" fmla="*/ 68 h 112"/>
                <a:gd name="T22" fmla="*/ 78 w 112"/>
                <a:gd name="T23" fmla="*/ 68 h 112"/>
                <a:gd name="T24" fmla="*/ 64 w 112"/>
                <a:gd name="T25" fmla="*/ 112 h 112"/>
                <a:gd name="T26" fmla="*/ 50 w 112"/>
                <a:gd name="T27" fmla="*/ 81 h 112"/>
                <a:gd name="T28" fmla="*/ 32 w 112"/>
                <a:gd name="T29" fmla="*/ 68 h 112"/>
                <a:gd name="T30" fmla="*/ 8 w 112"/>
                <a:gd name="T31" fmla="*/ 68 h 112"/>
                <a:gd name="T32" fmla="*/ 0 w 112"/>
                <a:gd name="T33" fmla="*/ 60 h 112"/>
                <a:gd name="T34" fmla="*/ 0 w 112"/>
                <a:gd name="T35" fmla="*/ 16 h 112"/>
                <a:gd name="T36" fmla="*/ 8 w 112"/>
                <a:gd name="T37" fmla="*/ 8 h 112"/>
                <a:gd name="T38" fmla="*/ 32 w 112"/>
                <a:gd name="T39" fmla="*/ 8 h 112"/>
                <a:gd name="T40" fmla="*/ 56 w 112"/>
                <a:gd name="T41" fmla="*/ 0 h 112"/>
                <a:gd name="T42" fmla="*/ 69 w 112"/>
                <a:gd name="T43" fmla="*/ 0 h 112"/>
                <a:gd name="T44" fmla="*/ 34 w 112"/>
                <a:gd name="T45" fmla="*/ 64 h 112"/>
                <a:gd name="T46" fmla="*/ 53 w 112"/>
                <a:gd name="T47" fmla="*/ 79 h 112"/>
                <a:gd name="T48" fmla="*/ 64 w 112"/>
                <a:gd name="T49" fmla="*/ 108 h 112"/>
                <a:gd name="T50" fmla="*/ 73 w 112"/>
                <a:gd name="T51" fmla="*/ 64 h 112"/>
                <a:gd name="T52" fmla="*/ 73 w 112"/>
                <a:gd name="T53" fmla="*/ 64 h 112"/>
                <a:gd name="T54" fmla="*/ 102 w 112"/>
                <a:gd name="T55" fmla="*/ 64 h 112"/>
                <a:gd name="T56" fmla="*/ 108 w 112"/>
                <a:gd name="T57" fmla="*/ 58 h 112"/>
                <a:gd name="T58" fmla="*/ 102 w 112"/>
                <a:gd name="T59" fmla="*/ 52 h 112"/>
                <a:gd name="T60" fmla="*/ 88 w 112"/>
                <a:gd name="T61" fmla="*/ 52 h 112"/>
                <a:gd name="T62" fmla="*/ 88 w 112"/>
                <a:gd name="T63" fmla="*/ 48 h 112"/>
                <a:gd name="T64" fmla="*/ 98 w 112"/>
                <a:gd name="T65" fmla="*/ 48 h 112"/>
                <a:gd name="T66" fmla="*/ 104 w 112"/>
                <a:gd name="T67" fmla="*/ 42 h 112"/>
                <a:gd name="T68" fmla="*/ 98 w 112"/>
                <a:gd name="T69" fmla="*/ 36 h 112"/>
                <a:gd name="T70" fmla="*/ 84 w 112"/>
                <a:gd name="T71" fmla="*/ 36 h 112"/>
                <a:gd name="T72" fmla="*/ 84 w 112"/>
                <a:gd name="T73" fmla="*/ 36 h 112"/>
                <a:gd name="T74" fmla="*/ 84 w 112"/>
                <a:gd name="T75" fmla="*/ 32 h 112"/>
                <a:gd name="T76" fmla="*/ 94 w 112"/>
                <a:gd name="T77" fmla="*/ 32 h 112"/>
                <a:gd name="T78" fmla="*/ 100 w 112"/>
                <a:gd name="T79" fmla="*/ 26 h 112"/>
                <a:gd name="T80" fmla="*/ 94 w 112"/>
                <a:gd name="T81" fmla="*/ 20 h 112"/>
                <a:gd name="T82" fmla="*/ 80 w 112"/>
                <a:gd name="T83" fmla="*/ 20 h 112"/>
                <a:gd name="T84" fmla="*/ 80 w 112"/>
                <a:gd name="T85" fmla="*/ 20 h 112"/>
                <a:gd name="T86" fmla="*/ 80 w 112"/>
                <a:gd name="T87" fmla="*/ 16 h 112"/>
                <a:gd name="T88" fmla="*/ 86 w 112"/>
                <a:gd name="T89" fmla="*/ 16 h 112"/>
                <a:gd name="T90" fmla="*/ 92 w 112"/>
                <a:gd name="T91" fmla="*/ 10 h 112"/>
                <a:gd name="T92" fmla="*/ 86 w 112"/>
                <a:gd name="T93" fmla="*/ 4 h 112"/>
                <a:gd name="T94" fmla="*/ 71 w 112"/>
                <a:gd name="T95" fmla="*/ 4 h 112"/>
                <a:gd name="T96" fmla="*/ 56 w 112"/>
                <a:gd name="T97" fmla="*/ 4 h 112"/>
                <a:gd name="T98" fmla="*/ 32 w 112"/>
                <a:gd name="T99" fmla="*/ 12 h 112"/>
                <a:gd name="T100" fmla="*/ 8 w 112"/>
                <a:gd name="T101" fmla="*/ 12 h 112"/>
                <a:gd name="T102" fmla="*/ 4 w 112"/>
                <a:gd name="T103" fmla="*/ 16 h 112"/>
                <a:gd name="T104" fmla="*/ 4 w 112"/>
                <a:gd name="T105" fmla="*/ 60 h 112"/>
                <a:gd name="T106" fmla="*/ 8 w 112"/>
                <a:gd name="T107" fmla="*/ 64 h 112"/>
                <a:gd name="T108" fmla="*/ 34 w 112"/>
                <a:gd name="T109" fmla="*/ 64 h 112"/>
                <a:gd name="T110" fmla="*/ 34 w 112"/>
                <a:gd name="T111" fmla="*/ 6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0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92" y="0"/>
                    <a:pt x="96" y="4"/>
                    <a:pt x="96" y="10"/>
                  </a:cubicBezTo>
                  <a:cubicBezTo>
                    <a:pt x="96" y="12"/>
                    <a:pt x="95" y="14"/>
                    <a:pt x="94" y="16"/>
                  </a:cubicBezTo>
                  <a:cubicBezTo>
                    <a:pt x="100" y="16"/>
                    <a:pt x="104" y="20"/>
                    <a:pt x="104" y="26"/>
                  </a:cubicBezTo>
                  <a:cubicBezTo>
                    <a:pt x="104" y="29"/>
                    <a:pt x="103" y="31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5" y="34"/>
                    <a:pt x="108" y="38"/>
                    <a:pt x="108" y="42"/>
                  </a:cubicBezTo>
                  <a:cubicBezTo>
                    <a:pt x="108" y="45"/>
                    <a:pt x="107" y="47"/>
                    <a:pt x="105" y="49"/>
                  </a:cubicBezTo>
                  <a:cubicBezTo>
                    <a:pt x="109" y="50"/>
                    <a:pt x="112" y="54"/>
                    <a:pt x="112" y="58"/>
                  </a:cubicBezTo>
                  <a:cubicBezTo>
                    <a:pt x="112" y="64"/>
                    <a:pt x="108" y="68"/>
                    <a:pt x="10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82" y="88"/>
                    <a:pt x="80" y="112"/>
                    <a:pt x="64" y="112"/>
                  </a:cubicBezTo>
                  <a:cubicBezTo>
                    <a:pt x="48" y="112"/>
                    <a:pt x="56" y="93"/>
                    <a:pt x="50" y="81"/>
                  </a:cubicBezTo>
                  <a:cubicBezTo>
                    <a:pt x="44" y="69"/>
                    <a:pt x="32" y="68"/>
                    <a:pt x="32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64"/>
                    <a:pt x="0" y="6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2"/>
                    <a:pt x="4" y="8"/>
                    <a:pt x="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9" y="0"/>
                    <a:pt x="69" y="0"/>
                    <a:pt x="69" y="0"/>
                  </a:cubicBezTo>
                  <a:close/>
                  <a:moveTo>
                    <a:pt x="34" y="64"/>
                  </a:moveTo>
                  <a:cubicBezTo>
                    <a:pt x="34" y="64"/>
                    <a:pt x="47" y="67"/>
                    <a:pt x="53" y="79"/>
                  </a:cubicBezTo>
                  <a:cubicBezTo>
                    <a:pt x="60" y="91"/>
                    <a:pt x="53" y="108"/>
                    <a:pt x="64" y="108"/>
                  </a:cubicBezTo>
                  <a:cubicBezTo>
                    <a:pt x="77" y="108"/>
                    <a:pt x="78" y="86"/>
                    <a:pt x="73" y="6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5" y="64"/>
                    <a:pt x="108" y="61"/>
                    <a:pt x="108" y="58"/>
                  </a:cubicBezTo>
                  <a:cubicBezTo>
                    <a:pt x="108" y="55"/>
                    <a:pt x="105" y="52"/>
                    <a:pt x="102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48"/>
                    <a:pt x="104" y="45"/>
                    <a:pt x="104" y="42"/>
                  </a:cubicBezTo>
                  <a:cubicBezTo>
                    <a:pt x="104" y="39"/>
                    <a:pt x="101" y="36"/>
                    <a:pt x="98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2"/>
                    <a:pt x="84" y="32"/>
                    <a:pt x="84" y="3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7" y="32"/>
                    <a:pt x="100" y="29"/>
                    <a:pt x="100" y="26"/>
                  </a:cubicBezTo>
                  <a:cubicBezTo>
                    <a:pt x="100" y="23"/>
                    <a:pt x="97" y="20"/>
                    <a:pt x="94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9" y="16"/>
                    <a:pt x="92" y="13"/>
                    <a:pt x="92" y="10"/>
                  </a:cubicBezTo>
                  <a:cubicBezTo>
                    <a:pt x="92" y="7"/>
                    <a:pt x="89" y="4"/>
                    <a:pt x="86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2"/>
                    <a:pt x="4" y="14"/>
                    <a:pt x="4" y="16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0" name="Freeform 14"/>
            <p:cNvSpPr>
              <a:spLocks noEditPoints="1"/>
            </p:cNvSpPr>
            <p:nvPr/>
          </p:nvSpPr>
          <p:spPr bwMode="auto">
            <a:xfrm>
              <a:off x="8501667" y="4868321"/>
              <a:ext cx="265113" cy="303213"/>
            </a:xfrm>
            <a:custGeom>
              <a:avLst/>
              <a:gdLst>
                <a:gd name="T0" fmla="*/ 92 w 102"/>
                <a:gd name="T1" fmla="*/ 48 h 116"/>
                <a:gd name="T2" fmla="*/ 86 w 102"/>
                <a:gd name="T3" fmla="*/ 50 h 116"/>
                <a:gd name="T4" fmla="*/ 86 w 102"/>
                <a:gd name="T5" fmla="*/ 50 h 116"/>
                <a:gd name="T6" fmla="*/ 76 w 102"/>
                <a:gd name="T7" fmla="*/ 40 h 116"/>
                <a:gd name="T8" fmla="*/ 70 w 102"/>
                <a:gd name="T9" fmla="*/ 42 h 116"/>
                <a:gd name="T10" fmla="*/ 70 w 102"/>
                <a:gd name="T11" fmla="*/ 14 h 116"/>
                <a:gd name="T12" fmla="*/ 61 w 102"/>
                <a:gd name="T13" fmla="*/ 4 h 116"/>
                <a:gd name="T14" fmla="*/ 53 w 102"/>
                <a:gd name="T15" fmla="*/ 10 h 116"/>
                <a:gd name="T16" fmla="*/ 46 w 102"/>
                <a:gd name="T17" fmla="*/ 8 h 116"/>
                <a:gd name="T18" fmla="*/ 37 w 102"/>
                <a:gd name="T19" fmla="*/ 16 h 116"/>
                <a:gd name="T20" fmla="*/ 8 w 102"/>
                <a:gd name="T21" fmla="*/ 16 h 116"/>
                <a:gd name="T22" fmla="*/ 21 w 102"/>
                <a:gd name="T23" fmla="*/ 3 h 116"/>
                <a:gd name="T24" fmla="*/ 18 w 102"/>
                <a:gd name="T25" fmla="*/ 0 h 116"/>
                <a:gd name="T26" fmla="*/ 0 w 102"/>
                <a:gd name="T27" fmla="*/ 18 h 116"/>
                <a:gd name="T28" fmla="*/ 18 w 102"/>
                <a:gd name="T29" fmla="*/ 36 h 116"/>
                <a:gd name="T30" fmla="*/ 21 w 102"/>
                <a:gd name="T31" fmla="*/ 33 h 116"/>
                <a:gd name="T32" fmla="*/ 8 w 102"/>
                <a:gd name="T33" fmla="*/ 20 h 116"/>
                <a:gd name="T34" fmla="*/ 34 w 102"/>
                <a:gd name="T35" fmla="*/ 20 h 116"/>
                <a:gd name="T36" fmla="*/ 34 w 102"/>
                <a:gd name="T37" fmla="*/ 53 h 116"/>
                <a:gd name="T38" fmla="*/ 13 w 102"/>
                <a:gd name="T39" fmla="*/ 46 h 116"/>
                <a:gd name="T40" fmla="*/ 35 w 102"/>
                <a:gd name="T41" fmla="*/ 94 h 116"/>
                <a:gd name="T42" fmla="*/ 69 w 102"/>
                <a:gd name="T43" fmla="*/ 116 h 116"/>
                <a:gd name="T44" fmla="*/ 102 w 102"/>
                <a:gd name="T45" fmla="*/ 82 h 116"/>
                <a:gd name="T46" fmla="*/ 102 w 102"/>
                <a:gd name="T47" fmla="*/ 58 h 116"/>
                <a:gd name="T48" fmla="*/ 92 w 102"/>
                <a:gd name="T49" fmla="*/ 48 h 116"/>
                <a:gd name="T50" fmla="*/ 98 w 102"/>
                <a:gd name="T51" fmla="*/ 67 h 116"/>
                <a:gd name="T52" fmla="*/ 98 w 102"/>
                <a:gd name="T53" fmla="*/ 82 h 116"/>
                <a:gd name="T54" fmla="*/ 69 w 102"/>
                <a:gd name="T55" fmla="*/ 112 h 116"/>
                <a:gd name="T56" fmla="*/ 39 w 102"/>
                <a:gd name="T57" fmla="*/ 92 h 116"/>
                <a:gd name="T58" fmla="*/ 15 w 102"/>
                <a:gd name="T59" fmla="*/ 49 h 116"/>
                <a:gd name="T60" fmla="*/ 38 w 102"/>
                <a:gd name="T61" fmla="*/ 63 h 116"/>
                <a:gd name="T62" fmla="*/ 38 w 102"/>
                <a:gd name="T63" fmla="*/ 18 h 116"/>
                <a:gd name="T64" fmla="*/ 44 w 102"/>
                <a:gd name="T65" fmla="*/ 12 h 116"/>
                <a:gd name="T66" fmla="*/ 50 w 102"/>
                <a:gd name="T67" fmla="*/ 18 h 116"/>
                <a:gd name="T68" fmla="*/ 50 w 102"/>
                <a:gd name="T69" fmla="*/ 60 h 116"/>
                <a:gd name="T70" fmla="*/ 54 w 102"/>
                <a:gd name="T71" fmla="*/ 60 h 116"/>
                <a:gd name="T72" fmla="*/ 54 w 102"/>
                <a:gd name="T73" fmla="*/ 14 h 116"/>
                <a:gd name="T74" fmla="*/ 60 w 102"/>
                <a:gd name="T75" fmla="*/ 8 h 116"/>
                <a:gd name="T76" fmla="*/ 66 w 102"/>
                <a:gd name="T77" fmla="*/ 14 h 116"/>
                <a:gd name="T78" fmla="*/ 66 w 102"/>
                <a:gd name="T79" fmla="*/ 56 h 116"/>
                <a:gd name="T80" fmla="*/ 70 w 102"/>
                <a:gd name="T81" fmla="*/ 56 h 116"/>
                <a:gd name="T82" fmla="*/ 70 w 102"/>
                <a:gd name="T83" fmla="*/ 50 h 116"/>
                <a:gd name="T84" fmla="*/ 76 w 102"/>
                <a:gd name="T85" fmla="*/ 44 h 116"/>
                <a:gd name="T86" fmla="*/ 82 w 102"/>
                <a:gd name="T87" fmla="*/ 50 h 116"/>
                <a:gd name="T88" fmla="*/ 82 w 102"/>
                <a:gd name="T89" fmla="*/ 60 h 116"/>
                <a:gd name="T90" fmla="*/ 86 w 102"/>
                <a:gd name="T91" fmla="*/ 60 h 116"/>
                <a:gd name="T92" fmla="*/ 86 w 102"/>
                <a:gd name="T93" fmla="*/ 58 h 116"/>
                <a:gd name="T94" fmla="*/ 92 w 102"/>
                <a:gd name="T95" fmla="*/ 52 h 116"/>
                <a:gd name="T96" fmla="*/ 98 w 102"/>
                <a:gd name="T97" fmla="*/ 58 h 116"/>
                <a:gd name="T98" fmla="*/ 98 w 102"/>
                <a:gd name="T99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2" h="116">
                  <a:moveTo>
                    <a:pt x="92" y="48"/>
                  </a:moveTo>
                  <a:cubicBezTo>
                    <a:pt x="90" y="48"/>
                    <a:pt x="90" y="49"/>
                    <a:pt x="86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6" y="44"/>
                    <a:pt x="82" y="40"/>
                    <a:pt x="76" y="40"/>
                  </a:cubicBezTo>
                  <a:cubicBezTo>
                    <a:pt x="74" y="40"/>
                    <a:pt x="74" y="41"/>
                    <a:pt x="70" y="42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8"/>
                    <a:pt x="67" y="4"/>
                    <a:pt x="61" y="4"/>
                  </a:cubicBezTo>
                  <a:cubicBezTo>
                    <a:pt x="57" y="4"/>
                    <a:pt x="54" y="6"/>
                    <a:pt x="53" y="10"/>
                  </a:cubicBezTo>
                  <a:cubicBezTo>
                    <a:pt x="51" y="9"/>
                    <a:pt x="49" y="8"/>
                    <a:pt x="46" y="8"/>
                  </a:cubicBezTo>
                  <a:cubicBezTo>
                    <a:pt x="41" y="8"/>
                    <a:pt x="38" y="8"/>
                    <a:pt x="37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26" y="46"/>
                    <a:pt x="19" y="40"/>
                    <a:pt x="13" y="46"/>
                  </a:cubicBezTo>
                  <a:cubicBezTo>
                    <a:pt x="5" y="54"/>
                    <a:pt x="22" y="70"/>
                    <a:pt x="35" y="94"/>
                  </a:cubicBezTo>
                  <a:cubicBezTo>
                    <a:pt x="44" y="110"/>
                    <a:pt x="57" y="116"/>
                    <a:pt x="69" y="116"/>
                  </a:cubicBezTo>
                  <a:cubicBezTo>
                    <a:pt x="88" y="116"/>
                    <a:pt x="102" y="101"/>
                    <a:pt x="102" y="82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2"/>
                    <a:pt x="98" y="48"/>
                    <a:pt x="92" y="48"/>
                  </a:cubicBezTo>
                  <a:close/>
                  <a:moveTo>
                    <a:pt x="98" y="67"/>
                  </a:moveTo>
                  <a:cubicBezTo>
                    <a:pt x="98" y="82"/>
                    <a:pt x="98" y="82"/>
                    <a:pt x="98" y="82"/>
                  </a:cubicBezTo>
                  <a:cubicBezTo>
                    <a:pt x="98" y="98"/>
                    <a:pt x="86" y="112"/>
                    <a:pt x="69" y="112"/>
                  </a:cubicBezTo>
                  <a:cubicBezTo>
                    <a:pt x="54" y="112"/>
                    <a:pt x="46" y="104"/>
                    <a:pt x="39" y="92"/>
                  </a:cubicBezTo>
                  <a:cubicBezTo>
                    <a:pt x="23" y="65"/>
                    <a:pt x="11" y="53"/>
                    <a:pt x="15" y="49"/>
                  </a:cubicBezTo>
                  <a:cubicBezTo>
                    <a:pt x="20" y="45"/>
                    <a:pt x="30" y="54"/>
                    <a:pt x="38" y="63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4"/>
                    <a:pt x="41" y="12"/>
                    <a:pt x="44" y="12"/>
                  </a:cubicBezTo>
                  <a:cubicBezTo>
                    <a:pt x="47" y="12"/>
                    <a:pt x="50" y="14"/>
                    <a:pt x="50" y="18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0"/>
                    <a:pt x="57" y="8"/>
                    <a:pt x="60" y="8"/>
                  </a:cubicBezTo>
                  <a:cubicBezTo>
                    <a:pt x="63" y="8"/>
                    <a:pt x="66" y="10"/>
                    <a:pt x="66" y="14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46"/>
                    <a:pt x="73" y="44"/>
                    <a:pt x="76" y="44"/>
                  </a:cubicBezTo>
                  <a:cubicBezTo>
                    <a:pt x="79" y="44"/>
                    <a:pt x="82" y="46"/>
                    <a:pt x="82" y="5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86" y="54"/>
                    <a:pt x="89" y="52"/>
                    <a:pt x="92" y="52"/>
                  </a:cubicBezTo>
                  <a:cubicBezTo>
                    <a:pt x="95" y="52"/>
                    <a:pt x="98" y="54"/>
                    <a:pt x="98" y="58"/>
                  </a:cubicBezTo>
                  <a:lnTo>
                    <a:pt x="98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 15"/>
            <p:cNvSpPr>
              <a:spLocks noEditPoints="1"/>
            </p:cNvSpPr>
            <p:nvPr/>
          </p:nvSpPr>
          <p:spPr bwMode="auto">
            <a:xfrm>
              <a:off x="2189012" y="1023282"/>
              <a:ext cx="265113" cy="303213"/>
            </a:xfrm>
            <a:custGeom>
              <a:avLst/>
              <a:gdLst>
                <a:gd name="T0" fmla="*/ 66 w 102"/>
                <a:gd name="T1" fmla="*/ 20 h 116"/>
                <a:gd name="T2" fmla="*/ 94 w 102"/>
                <a:gd name="T3" fmla="*/ 20 h 116"/>
                <a:gd name="T4" fmla="*/ 81 w 102"/>
                <a:gd name="T5" fmla="*/ 33 h 116"/>
                <a:gd name="T6" fmla="*/ 84 w 102"/>
                <a:gd name="T7" fmla="*/ 36 h 116"/>
                <a:gd name="T8" fmla="*/ 102 w 102"/>
                <a:gd name="T9" fmla="*/ 18 h 116"/>
                <a:gd name="T10" fmla="*/ 84 w 102"/>
                <a:gd name="T11" fmla="*/ 0 h 116"/>
                <a:gd name="T12" fmla="*/ 81 w 102"/>
                <a:gd name="T13" fmla="*/ 3 h 116"/>
                <a:gd name="T14" fmla="*/ 94 w 102"/>
                <a:gd name="T15" fmla="*/ 16 h 116"/>
                <a:gd name="T16" fmla="*/ 66 w 102"/>
                <a:gd name="T17" fmla="*/ 16 h 116"/>
                <a:gd name="T18" fmla="*/ 66 w 102"/>
                <a:gd name="T19" fmla="*/ 14 h 116"/>
                <a:gd name="T20" fmla="*/ 56 w 102"/>
                <a:gd name="T21" fmla="*/ 4 h 116"/>
                <a:gd name="T22" fmla="*/ 47 w 102"/>
                <a:gd name="T23" fmla="*/ 11 h 116"/>
                <a:gd name="T24" fmla="*/ 40 w 102"/>
                <a:gd name="T25" fmla="*/ 8 h 116"/>
                <a:gd name="T26" fmla="*/ 30 w 102"/>
                <a:gd name="T27" fmla="*/ 18 h 116"/>
                <a:gd name="T28" fmla="*/ 30 w 102"/>
                <a:gd name="T29" fmla="*/ 53 h 116"/>
                <a:gd name="T30" fmla="*/ 30 w 102"/>
                <a:gd name="T31" fmla="*/ 53 h 116"/>
                <a:gd name="T32" fmla="*/ 8 w 102"/>
                <a:gd name="T33" fmla="*/ 46 h 116"/>
                <a:gd name="T34" fmla="*/ 30 w 102"/>
                <a:gd name="T35" fmla="*/ 94 h 116"/>
                <a:gd name="T36" fmla="*/ 64 w 102"/>
                <a:gd name="T37" fmla="*/ 116 h 116"/>
                <a:gd name="T38" fmla="*/ 98 w 102"/>
                <a:gd name="T39" fmla="*/ 82 h 116"/>
                <a:gd name="T40" fmla="*/ 98 w 102"/>
                <a:gd name="T41" fmla="*/ 58 h 116"/>
                <a:gd name="T42" fmla="*/ 88 w 102"/>
                <a:gd name="T43" fmla="*/ 48 h 116"/>
                <a:gd name="T44" fmla="*/ 82 w 102"/>
                <a:gd name="T45" fmla="*/ 50 h 116"/>
                <a:gd name="T46" fmla="*/ 82 w 102"/>
                <a:gd name="T47" fmla="*/ 50 h 116"/>
                <a:gd name="T48" fmla="*/ 72 w 102"/>
                <a:gd name="T49" fmla="*/ 40 h 116"/>
                <a:gd name="T50" fmla="*/ 66 w 102"/>
                <a:gd name="T51" fmla="*/ 42 h 116"/>
                <a:gd name="T52" fmla="*/ 66 w 102"/>
                <a:gd name="T53" fmla="*/ 20 h 116"/>
                <a:gd name="T54" fmla="*/ 64 w 102"/>
                <a:gd name="T55" fmla="*/ 112 h 116"/>
                <a:gd name="T56" fmla="*/ 33 w 102"/>
                <a:gd name="T57" fmla="*/ 92 h 116"/>
                <a:gd name="T58" fmla="*/ 11 w 102"/>
                <a:gd name="T59" fmla="*/ 49 h 116"/>
                <a:gd name="T60" fmla="*/ 34 w 102"/>
                <a:gd name="T61" fmla="*/ 63 h 116"/>
                <a:gd name="T62" fmla="*/ 34 w 102"/>
                <a:gd name="T63" fmla="*/ 18 h 116"/>
                <a:gd name="T64" fmla="*/ 40 w 102"/>
                <a:gd name="T65" fmla="*/ 12 h 116"/>
                <a:gd name="T66" fmla="*/ 46 w 102"/>
                <a:gd name="T67" fmla="*/ 18 h 116"/>
                <a:gd name="T68" fmla="*/ 46 w 102"/>
                <a:gd name="T69" fmla="*/ 60 h 116"/>
                <a:gd name="T70" fmla="*/ 50 w 102"/>
                <a:gd name="T71" fmla="*/ 60 h 116"/>
                <a:gd name="T72" fmla="*/ 50 w 102"/>
                <a:gd name="T73" fmla="*/ 14 h 116"/>
                <a:gd name="T74" fmla="*/ 56 w 102"/>
                <a:gd name="T75" fmla="*/ 8 h 116"/>
                <a:gd name="T76" fmla="*/ 62 w 102"/>
                <a:gd name="T77" fmla="*/ 14 h 116"/>
                <a:gd name="T78" fmla="*/ 62 w 102"/>
                <a:gd name="T79" fmla="*/ 56 h 116"/>
                <a:gd name="T80" fmla="*/ 66 w 102"/>
                <a:gd name="T81" fmla="*/ 56 h 116"/>
                <a:gd name="T82" fmla="*/ 66 w 102"/>
                <a:gd name="T83" fmla="*/ 50 h 116"/>
                <a:gd name="T84" fmla="*/ 72 w 102"/>
                <a:gd name="T85" fmla="*/ 44 h 116"/>
                <a:gd name="T86" fmla="*/ 78 w 102"/>
                <a:gd name="T87" fmla="*/ 50 h 116"/>
                <a:gd name="T88" fmla="*/ 78 w 102"/>
                <a:gd name="T89" fmla="*/ 60 h 116"/>
                <a:gd name="T90" fmla="*/ 82 w 102"/>
                <a:gd name="T91" fmla="*/ 60 h 116"/>
                <a:gd name="T92" fmla="*/ 82 w 102"/>
                <a:gd name="T93" fmla="*/ 58 h 116"/>
                <a:gd name="T94" fmla="*/ 88 w 102"/>
                <a:gd name="T95" fmla="*/ 52 h 116"/>
                <a:gd name="T96" fmla="*/ 94 w 102"/>
                <a:gd name="T97" fmla="*/ 58 h 116"/>
                <a:gd name="T98" fmla="*/ 94 w 102"/>
                <a:gd name="T99" fmla="*/ 67 h 116"/>
                <a:gd name="T100" fmla="*/ 94 w 102"/>
                <a:gd name="T101" fmla="*/ 82 h 116"/>
                <a:gd name="T102" fmla="*/ 64 w 102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2" h="116">
                  <a:moveTo>
                    <a:pt x="66" y="20"/>
                  </a:moveTo>
                  <a:cubicBezTo>
                    <a:pt x="94" y="20"/>
                    <a:pt x="94" y="20"/>
                    <a:pt x="94" y="20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2" y="4"/>
                    <a:pt x="56" y="4"/>
                  </a:cubicBezTo>
                  <a:cubicBezTo>
                    <a:pt x="52" y="4"/>
                    <a:pt x="48" y="7"/>
                    <a:pt x="47" y="11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3" y="41"/>
                    <a:pt x="8" y="46"/>
                  </a:cubicBezTo>
                  <a:cubicBezTo>
                    <a:pt x="0" y="54"/>
                    <a:pt x="16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ubicBezTo>
                    <a:pt x="86" y="48"/>
                    <a:pt x="84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2"/>
                  </a:cubicBezTo>
                  <a:cubicBezTo>
                    <a:pt x="66" y="20"/>
                    <a:pt x="66" y="20"/>
                    <a:pt x="66" y="20"/>
                  </a:cubicBezTo>
                  <a:close/>
                  <a:moveTo>
                    <a:pt x="64" y="112"/>
                  </a:moveTo>
                  <a:cubicBezTo>
                    <a:pt x="49" y="112"/>
                    <a:pt x="40" y="104"/>
                    <a:pt x="33" y="92"/>
                  </a:cubicBezTo>
                  <a:cubicBezTo>
                    <a:pt x="17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1"/>
                    <a:pt x="53" y="8"/>
                    <a:pt x="56" y="8"/>
                  </a:cubicBezTo>
                  <a:cubicBezTo>
                    <a:pt x="59" y="8"/>
                    <a:pt x="62" y="11"/>
                    <a:pt x="62" y="14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82"/>
                    <a:pt x="94" y="82"/>
                    <a:pt x="94" y="82"/>
                  </a:cubicBezTo>
                  <a:cubicBezTo>
                    <a:pt x="94" y="99"/>
                    <a:pt x="81" y="112"/>
                    <a:pt x="64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2" name="Freeform 16"/>
            <p:cNvSpPr>
              <a:spLocks noEditPoints="1"/>
            </p:cNvSpPr>
            <p:nvPr/>
          </p:nvSpPr>
          <p:spPr bwMode="auto">
            <a:xfrm>
              <a:off x="9297948" y="2847899"/>
              <a:ext cx="254000" cy="292100"/>
            </a:xfrm>
            <a:custGeom>
              <a:avLst/>
              <a:gdLst>
                <a:gd name="T0" fmla="*/ 62 w 98"/>
                <a:gd name="T1" fmla="*/ 108 h 112"/>
                <a:gd name="T2" fmla="*/ 64 w 98"/>
                <a:gd name="T3" fmla="*/ 108 h 112"/>
                <a:gd name="T4" fmla="*/ 94 w 98"/>
                <a:gd name="T5" fmla="*/ 78 h 112"/>
                <a:gd name="T6" fmla="*/ 94 w 98"/>
                <a:gd name="T7" fmla="*/ 63 h 112"/>
                <a:gd name="T8" fmla="*/ 94 w 98"/>
                <a:gd name="T9" fmla="*/ 54 h 112"/>
                <a:gd name="T10" fmla="*/ 88 w 98"/>
                <a:gd name="T11" fmla="*/ 48 h 112"/>
                <a:gd name="T12" fmla="*/ 82 w 98"/>
                <a:gd name="T13" fmla="*/ 54 h 112"/>
                <a:gd name="T14" fmla="*/ 82 w 98"/>
                <a:gd name="T15" fmla="*/ 56 h 112"/>
                <a:gd name="T16" fmla="*/ 78 w 98"/>
                <a:gd name="T17" fmla="*/ 56 h 112"/>
                <a:gd name="T18" fmla="*/ 78 w 98"/>
                <a:gd name="T19" fmla="*/ 46 h 112"/>
                <a:gd name="T20" fmla="*/ 72 w 98"/>
                <a:gd name="T21" fmla="*/ 40 h 112"/>
                <a:gd name="T22" fmla="*/ 66 w 98"/>
                <a:gd name="T23" fmla="*/ 46 h 112"/>
                <a:gd name="T24" fmla="*/ 66 w 98"/>
                <a:gd name="T25" fmla="*/ 52 h 112"/>
                <a:gd name="T26" fmla="*/ 62 w 98"/>
                <a:gd name="T27" fmla="*/ 52 h 112"/>
                <a:gd name="T28" fmla="*/ 62 w 98"/>
                <a:gd name="T29" fmla="*/ 10 h 112"/>
                <a:gd name="T30" fmla="*/ 56 w 98"/>
                <a:gd name="T31" fmla="*/ 4 h 112"/>
                <a:gd name="T32" fmla="*/ 50 w 98"/>
                <a:gd name="T33" fmla="*/ 10 h 112"/>
                <a:gd name="T34" fmla="*/ 50 w 98"/>
                <a:gd name="T35" fmla="*/ 56 h 112"/>
                <a:gd name="T36" fmla="*/ 46 w 98"/>
                <a:gd name="T37" fmla="*/ 56 h 112"/>
                <a:gd name="T38" fmla="*/ 46 w 98"/>
                <a:gd name="T39" fmla="*/ 14 h 112"/>
                <a:gd name="T40" fmla="*/ 40 w 98"/>
                <a:gd name="T41" fmla="*/ 8 h 112"/>
                <a:gd name="T42" fmla="*/ 34 w 98"/>
                <a:gd name="T43" fmla="*/ 14 h 112"/>
                <a:gd name="T44" fmla="*/ 34 w 98"/>
                <a:gd name="T45" fmla="*/ 59 h 112"/>
                <a:gd name="T46" fmla="*/ 11 w 98"/>
                <a:gd name="T47" fmla="*/ 45 h 112"/>
                <a:gd name="T48" fmla="*/ 33 w 98"/>
                <a:gd name="T49" fmla="*/ 88 h 112"/>
                <a:gd name="T50" fmla="*/ 58 w 98"/>
                <a:gd name="T51" fmla="*/ 108 h 112"/>
                <a:gd name="T52" fmla="*/ 58 w 98"/>
                <a:gd name="T53" fmla="*/ 72 h 112"/>
                <a:gd name="T54" fmla="*/ 45 w 98"/>
                <a:gd name="T55" fmla="*/ 85 h 112"/>
                <a:gd name="T56" fmla="*/ 42 w 98"/>
                <a:gd name="T57" fmla="*/ 82 h 112"/>
                <a:gd name="T58" fmla="*/ 60 w 98"/>
                <a:gd name="T59" fmla="*/ 64 h 112"/>
                <a:gd name="T60" fmla="*/ 78 w 98"/>
                <a:gd name="T61" fmla="*/ 82 h 112"/>
                <a:gd name="T62" fmla="*/ 75 w 98"/>
                <a:gd name="T63" fmla="*/ 85 h 112"/>
                <a:gd name="T64" fmla="*/ 62 w 98"/>
                <a:gd name="T65" fmla="*/ 72 h 112"/>
                <a:gd name="T66" fmla="*/ 62 w 98"/>
                <a:gd name="T67" fmla="*/ 108 h 112"/>
                <a:gd name="T68" fmla="*/ 98 w 98"/>
                <a:gd name="T69" fmla="*/ 78 h 112"/>
                <a:gd name="T70" fmla="*/ 64 w 98"/>
                <a:gd name="T71" fmla="*/ 112 h 112"/>
                <a:gd name="T72" fmla="*/ 30 w 98"/>
                <a:gd name="T73" fmla="*/ 90 h 112"/>
                <a:gd name="T74" fmla="*/ 8 w 98"/>
                <a:gd name="T75" fmla="*/ 42 h 112"/>
                <a:gd name="T76" fmla="*/ 30 w 98"/>
                <a:gd name="T77" fmla="*/ 49 h 112"/>
                <a:gd name="T78" fmla="*/ 30 w 98"/>
                <a:gd name="T79" fmla="*/ 49 h 112"/>
                <a:gd name="T80" fmla="*/ 30 w 98"/>
                <a:gd name="T81" fmla="*/ 14 h 112"/>
                <a:gd name="T82" fmla="*/ 40 w 98"/>
                <a:gd name="T83" fmla="*/ 4 h 112"/>
                <a:gd name="T84" fmla="*/ 47 w 98"/>
                <a:gd name="T85" fmla="*/ 7 h 112"/>
                <a:gd name="T86" fmla="*/ 56 w 98"/>
                <a:gd name="T87" fmla="*/ 0 h 112"/>
                <a:gd name="T88" fmla="*/ 66 w 98"/>
                <a:gd name="T89" fmla="*/ 10 h 112"/>
                <a:gd name="T90" fmla="*/ 66 w 98"/>
                <a:gd name="T91" fmla="*/ 38 h 112"/>
                <a:gd name="T92" fmla="*/ 72 w 98"/>
                <a:gd name="T93" fmla="*/ 36 h 112"/>
                <a:gd name="T94" fmla="*/ 82 w 98"/>
                <a:gd name="T95" fmla="*/ 46 h 112"/>
                <a:gd name="T96" fmla="*/ 82 w 98"/>
                <a:gd name="T97" fmla="*/ 46 h 112"/>
                <a:gd name="T98" fmla="*/ 88 w 98"/>
                <a:gd name="T99" fmla="*/ 44 h 112"/>
                <a:gd name="T100" fmla="*/ 98 w 98"/>
                <a:gd name="T101" fmla="*/ 54 h 112"/>
                <a:gd name="T102" fmla="*/ 98 w 98"/>
                <a:gd name="T103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2">
                  <a:moveTo>
                    <a:pt x="62" y="108"/>
                  </a:moveTo>
                  <a:cubicBezTo>
                    <a:pt x="63" y="108"/>
                    <a:pt x="64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78" y="43"/>
                    <a:pt x="76" y="40"/>
                    <a:pt x="72" y="40"/>
                  </a:cubicBezTo>
                  <a:cubicBezTo>
                    <a:pt x="69" y="40"/>
                    <a:pt x="66" y="43"/>
                    <a:pt x="66" y="46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39" y="98"/>
                    <a:pt x="47" y="106"/>
                    <a:pt x="58" y="108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8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2" y="0"/>
                    <a:pt x="66" y="4"/>
                    <a:pt x="66" y="10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8" y="37"/>
                    <a:pt x="70" y="36"/>
                    <a:pt x="72" y="36"/>
                  </a:cubicBezTo>
                  <a:cubicBezTo>
                    <a:pt x="78" y="36"/>
                    <a:pt x="82" y="40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 17"/>
            <p:cNvSpPr>
              <a:spLocks noEditPoints="1"/>
            </p:cNvSpPr>
            <p:nvPr/>
          </p:nvSpPr>
          <p:spPr bwMode="auto">
            <a:xfrm>
              <a:off x="10914920" y="5783450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2 h 112"/>
                <a:gd name="T64" fmla="*/ 62 w 98"/>
                <a:gd name="T65" fmla="*/ 88 h 112"/>
                <a:gd name="T66" fmla="*/ 49 w 98"/>
                <a:gd name="T67" fmla="*/ 75 h 112"/>
                <a:gd name="T68" fmla="*/ 46 w 98"/>
                <a:gd name="T69" fmla="*/ 78 h 112"/>
                <a:gd name="T70" fmla="*/ 64 w 98"/>
                <a:gd name="T71" fmla="*/ 96 h 112"/>
                <a:gd name="T72" fmla="*/ 82 w 98"/>
                <a:gd name="T73" fmla="*/ 78 h 112"/>
                <a:gd name="T74" fmla="*/ 79 w 98"/>
                <a:gd name="T75" fmla="*/ 75 h 112"/>
                <a:gd name="T76" fmla="*/ 66 w 98"/>
                <a:gd name="T77" fmla="*/ 88 h 112"/>
                <a:gd name="T78" fmla="*/ 66 w 98"/>
                <a:gd name="T79" fmla="*/ 52 h 112"/>
                <a:gd name="T80" fmla="*/ 66 w 98"/>
                <a:gd name="T81" fmla="*/ 46 h 112"/>
                <a:gd name="T82" fmla="*/ 72 w 98"/>
                <a:gd name="T83" fmla="*/ 40 h 112"/>
                <a:gd name="T84" fmla="*/ 78 w 98"/>
                <a:gd name="T85" fmla="*/ 46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2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66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0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Freeform 18"/>
            <p:cNvSpPr>
              <a:spLocks noEditPoints="1"/>
            </p:cNvSpPr>
            <p:nvPr/>
          </p:nvSpPr>
          <p:spPr bwMode="auto">
            <a:xfrm>
              <a:off x="10591801" y="355034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4 h 112"/>
                <a:gd name="T64" fmla="*/ 66 w 98"/>
                <a:gd name="T65" fmla="*/ 54 h 112"/>
                <a:gd name="T66" fmla="*/ 66 w 98"/>
                <a:gd name="T67" fmla="*/ 46 h 112"/>
                <a:gd name="T68" fmla="*/ 72 w 98"/>
                <a:gd name="T69" fmla="*/ 40 h 112"/>
                <a:gd name="T70" fmla="*/ 78 w 98"/>
                <a:gd name="T71" fmla="*/ 46 h 112"/>
                <a:gd name="T72" fmla="*/ 78 w 98"/>
                <a:gd name="T73" fmla="*/ 58 h 112"/>
                <a:gd name="T74" fmla="*/ 82 w 98"/>
                <a:gd name="T75" fmla="*/ 58 h 112"/>
                <a:gd name="T76" fmla="*/ 82 w 98"/>
                <a:gd name="T77" fmla="*/ 54 h 112"/>
                <a:gd name="T78" fmla="*/ 88 w 98"/>
                <a:gd name="T79" fmla="*/ 48 h 112"/>
                <a:gd name="T80" fmla="*/ 94 w 98"/>
                <a:gd name="T81" fmla="*/ 54 h 112"/>
                <a:gd name="T82" fmla="*/ 94 w 98"/>
                <a:gd name="T83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70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1734802" y="4456235"/>
              <a:ext cx="254000" cy="333375"/>
              <a:chOff x="8229600" y="1885950"/>
              <a:chExt cx="254000" cy="333375"/>
            </a:xfrm>
            <a:grpFill/>
          </p:grpSpPr>
          <p:sp>
            <p:nvSpPr>
              <p:cNvPr id="229" name="Freeform 19"/>
              <p:cNvSpPr/>
              <p:nvPr/>
            </p:nvSpPr>
            <p:spPr bwMode="auto">
              <a:xfrm>
                <a:off x="8286750" y="1906588"/>
                <a:ext cx="138113" cy="85725"/>
              </a:xfrm>
              <a:custGeom>
                <a:avLst/>
                <a:gdLst>
                  <a:gd name="T0" fmla="*/ 24 w 53"/>
                  <a:gd name="T1" fmla="*/ 9 h 33"/>
                  <a:gd name="T2" fmla="*/ 35 w 53"/>
                  <a:gd name="T3" fmla="*/ 5 h 33"/>
                  <a:gd name="T4" fmla="*/ 45 w 53"/>
                  <a:gd name="T5" fmla="*/ 10 h 33"/>
                  <a:gd name="T6" fmla="*/ 45 w 53"/>
                  <a:gd name="T7" fmla="*/ 10 h 33"/>
                  <a:gd name="T8" fmla="*/ 48 w 53"/>
                  <a:gd name="T9" fmla="*/ 18 h 33"/>
                  <a:gd name="T10" fmla="*/ 48 w 53"/>
                  <a:gd name="T11" fmla="*/ 29 h 33"/>
                  <a:gd name="T12" fmla="*/ 53 w 53"/>
                  <a:gd name="T13" fmla="*/ 18 h 33"/>
                  <a:gd name="T14" fmla="*/ 35 w 53"/>
                  <a:gd name="T15" fmla="*/ 0 h 33"/>
                  <a:gd name="T16" fmla="*/ 23 w 53"/>
                  <a:gd name="T17" fmla="*/ 4 h 33"/>
                  <a:gd name="T18" fmla="*/ 19 w 53"/>
                  <a:gd name="T19" fmla="*/ 4 h 33"/>
                  <a:gd name="T20" fmla="*/ 0 w 53"/>
                  <a:gd name="T21" fmla="*/ 22 h 33"/>
                  <a:gd name="T22" fmla="*/ 4 w 53"/>
                  <a:gd name="T23" fmla="*/ 33 h 33"/>
                  <a:gd name="T24" fmla="*/ 4 w 53"/>
                  <a:gd name="T25" fmla="*/ 22 h 33"/>
                  <a:gd name="T26" fmla="*/ 9 w 53"/>
                  <a:gd name="T27" fmla="*/ 14 h 33"/>
                  <a:gd name="T28" fmla="*/ 9 w 53"/>
                  <a:gd name="T29" fmla="*/ 14 h 33"/>
                  <a:gd name="T30" fmla="*/ 19 w 53"/>
                  <a:gd name="T31" fmla="*/ 9 h 33"/>
                  <a:gd name="T32" fmla="*/ 24 w 53"/>
                  <a:gd name="T33" fmla="*/ 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" h="33">
                    <a:moveTo>
                      <a:pt x="24" y="9"/>
                    </a:moveTo>
                    <a:cubicBezTo>
                      <a:pt x="27" y="6"/>
                      <a:pt x="31" y="5"/>
                      <a:pt x="35" y="5"/>
                    </a:cubicBezTo>
                    <a:cubicBezTo>
                      <a:pt x="39" y="5"/>
                      <a:pt x="42" y="6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7" y="10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3" y="22"/>
                      <a:pt x="53" y="18"/>
                    </a:cubicBezTo>
                    <a:cubicBezTo>
                      <a:pt x="53" y="8"/>
                      <a:pt x="45" y="0"/>
                      <a:pt x="35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2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1" y="9"/>
                      <a:pt x="23" y="8"/>
                      <a:pt x="2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0" name="Freeform 20"/>
              <p:cNvSpPr/>
              <p:nvPr/>
            </p:nvSpPr>
            <p:spPr bwMode="auto">
              <a:xfrm>
                <a:off x="8266113" y="1885950"/>
                <a:ext cx="179388" cy="134938"/>
              </a:xfrm>
              <a:custGeom>
                <a:avLst/>
                <a:gdLst>
                  <a:gd name="T0" fmla="*/ 12 w 69"/>
                  <a:gd name="T1" fmla="*/ 52 h 52"/>
                  <a:gd name="T2" fmla="*/ 12 w 69"/>
                  <a:gd name="T3" fmla="*/ 47 h 52"/>
                  <a:gd name="T4" fmla="*/ 5 w 69"/>
                  <a:gd name="T5" fmla="*/ 30 h 52"/>
                  <a:gd name="T6" fmla="*/ 27 w 69"/>
                  <a:gd name="T7" fmla="*/ 8 h 52"/>
                  <a:gd name="T8" fmla="*/ 30 w 69"/>
                  <a:gd name="T9" fmla="*/ 8 h 52"/>
                  <a:gd name="T10" fmla="*/ 43 w 69"/>
                  <a:gd name="T11" fmla="*/ 4 h 52"/>
                  <a:gd name="T12" fmla="*/ 64 w 69"/>
                  <a:gd name="T13" fmla="*/ 26 h 52"/>
                  <a:gd name="T14" fmla="*/ 56 w 69"/>
                  <a:gd name="T15" fmla="*/ 43 h 52"/>
                  <a:gd name="T16" fmla="*/ 56 w 69"/>
                  <a:gd name="T17" fmla="*/ 48 h 52"/>
                  <a:gd name="T18" fmla="*/ 69 w 69"/>
                  <a:gd name="T19" fmla="*/ 26 h 52"/>
                  <a:gd name="T20" fmla="*/ 43 w 69"/>
                  <a:gd name="T21" fmla="*/ 0 h 52"/>
                  <a:gd name="T22" fmla="*/ 29 w 69"/>
                  <a:gd name="T23" fmla="*/ 4 h 52"/>
                  <a:gd name="T24" fmla="*/ 27 w 69"/>
                  <a:gd name="T25" fmla="*/ 4 h 52"/>
                  <a:gd name="T26" fmla="*/ 0 w 69"/>
                  <a:gd name="T27" fmla="*/ 30 h 52"/>
                  <a:gd name="T28" fmla="*/ 12 w 69"/>
                  <a:gd name="T2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5" y="37"/>
                      <a:pt x="5" y="30"/>
                    </a:cubicBezTo>
                    <a:cubicBezTo>
                      <a:pt x="5" y="18"/>
                      <a:pt x="15" y="8"/>
                      <a:pt x="27" y="8"/>
                    </a:cubicBezTo>
                    <a:cubicBezTo>
                      <a:pt x="28" y="8"/>
                      <a:pt x="29" y="8"/>
                      <a:pt x="30" y="8"/>
                    </a:cubicBezTo>
                    <a:cubicBezTo>
                      <a:pt x="34" y="6"/>
                      <a:pt x="38" y="4"/>
                      <a:pt x="43" y="4"/>
                    </a:cubicBezTo>
                    <a:cubicBezTo>
                      <a:pt x="55" y="4"/>
                      <a:pt x="64" y="14"/>
                      <a:pt x="64" y="26"/>
                    </a:cubicBezTo>
                    <a:cubicBezTo>
                      <a:pt x="64" y="33"/>
                      <a:pt x="60" y="39"/>
                      <a:pt x="56" y="43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4" y="43"/>
                      <a:pt x="69" y="35"/>
                      <a:pt x="69" y="26"/>
                    </a:cubicBezTo>
                    <a:cubicBezTo>
                      <a:pt x="69" y="12"/>
                      <a:pt x="57" y="0"/>
                      <a:pt x="43" y="0"/>
                    </a:cubicBezTo>
                    <a:cubicBezTo>
                      <a:pt x="38" y="0"/>
                      <a:pt x="33" y="1"/>
                      <a:pt x="29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13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1" name="Freeform 21"/>
              <p:cNvSpPr>
                <a:spLocks noEditPoints="1"/>
              </p:cNvSpPr>
              <p:nvPr/>
            </p:nvSpPr>
            <p:spPr bwMode="auto">
              <a:xfrm>
                <a:off x="8229600" y="1927225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7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6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49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2458028" y="1802029"/>
              <a:ext cx="254000" cy="312737"/>
              <a:chOff x="615950" y="2532063"/>
              <a:chExt cx="254000" cy="312737"/>
            </a:xfrm>
            <a:grpFill/>
          </p:grpSpPr>
          <p:sp>
            <p:nvSpPr>
              <p:cNvPr id="227" name="Freeform 22"/>
              <p:cNvSpPr/>
              <p:nvPr/>
            </p:nvSpPr>
            <p:spPr bwMode="auto">
              <a:xfrm>
                <a:off x="673100" y="2532063"/>
                <a:ext cx="134938" cy="85725"/>
              </a:xfrm>
              <a:custGeom>
                <a:avLst/>
                <a:gdLst>
                  <a:gd name="T0" fmla="*/ 4 w 52"/>
                  <a:gd name="T1" fmla="*/ 22 h 33"/>
                  <a:gd name="T2" fmla="*/ 8 w 52"/>
                  <a:gd name="T3" fmla="*/ 14 h 33"/>
                  <a:gd name="T4" fmla="*/ 9 w 52"/>
                  <a:gd name="T5" fmla="*/ 14 h 33"/>
                  <a:gd name="T6" fmla="*/ 19 w 52"/>
                  <a:gd name="T7" fmla="*/ 9 h 33"/>
                  <a:gd name="T8" fmla="*/ 24 w 52"/>
                  <a:gd name="T9" fmla="*/ 9 h 33"/>
                  <a:gd name="T10" fmla="*/ 35 w 52"/>
                  <a:gd name="T11" fmla="*/ 4 h 33"/>
                  <a:gd name="T12" fmla="*/ 44 w 52"/>
                  <a:gd name="T13" fmla="*/ 8 h 33"/>
                  <a:gd name="T14" fmla="*/ 48 w 52"/>
                  <a:gd name="T15" fmla="*/ 18 h 33"/>
                  <a:gd name="T16" fmla="*/ 48 w 52"/>
                  <a:gd name="T17" fmla="*/ 29 h 33"/>
                  <a:gd name="T18" fmla="*/ 52 w 52"/>
                  <a:gd name="T19" fmla="*/ 18 h 33"/>
                  <a:gd name="T20" fmla="*/ 34 w 52"/>
                  <a:gd name="T21" fmla="*/ 0 h 33"/>
                  <a:gd name="T22" fmla="*/ 23 w 52"/>
                  <a:gd name="T23" fmla="*/ 4 h 33"/>
                  <a:gd name="T24" fmla="*/ 19 w 52"/>
                  <a:gd name="T25" fmla="*/ 4 h 33"/>
                  <a:gd name="T26" fmla="*/ 0 w 52"/>
                  <a:gd name="T27" fmla="*/ 22 h 33"/>
                  <a:gd name="T28" fmla="*/ 4 w 52"/>
                  <a:gd name="T29" fmla="*/ 33 h 33"/>
                  <a:gd name="T30" fmla="*/ 4 w 52"/>
                  <a:gd name="T3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33">
                    <a:moveTo>
                      <a:pt x="4" y="22"/>
                    </a:moveTo>
                    <a:cubicBezTo>
                      <a:pt x="4" y="18"/>
                      <a:pt x="6" y="14"/>
                      <a:pt x="8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0" y="9"/>
                      <a:pt x="22" y="9"/>
                      <a:pt x="24" y="9"/>
                    </a:cubicBezTo>
                    <a:cubicBezTo>
                      <a:pt x="26" y="6"/>
                      <a:pt x="30" y="4"/>
                      <a:pt x="35" y="4"/>
                    </a:cubicBezTo>
                    <a:cubicBezTo>
                      <a:pt x="38" y="4"/>
                      <a:pt x="42" y="6"/>
                      <a:pt x="44" y="8"/>
                    </a:cubicBezTo>
                    <a:cubicBezTo>
                      <a:pt x="47" y="11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2" y="22"/>
                      <a:pt x="52" y="18"/>
                    </a:cubicBezTo>
                    <a:cubicBezTo>
                      <a:pt x="52" y="8"/>
                      <a:pt x="44" y="0"/>
                      <a:pt x="34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lnTo>
                      <a:pt x="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8" name="Freeform 23"/>
              <p:cNvSpPr>
                <a:spLocks noEditPoints="1"/>
              </p:cNvSpPr>
              <p:nvPr/>
            </p:nvSpPr>
            <p:spPr bwMode="auto">
              <a:xfrm>
                <a:off x="615950" y="2552700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6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4 w 98"/>
                  <a:gd name="T39" fmla="*/ 108 h 112"/>
                  <a:gd name="T40" fmla="*/ 33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4221164" y="4171057"/>
              <a:ext cx="312738" cy="322263"/>
              <a:chOff x="1223963" y="2527300"/>
              <a:chExt cx="312738" cy="322263"/>
            </a:xfrm>
            <a:grpFill/>
          </p:grpSpPr>
          <p:sp>
            <p:nvSpPr>
              <p:cNvPr id="224" name="Freeform 24"/>
              <p:cNvSpPr/>
              <p:nvPr/>
            </p:nvSpPr>
            <p:spPr bwMode="auto">
              <a:xfrm>
                <a:off x="1223963" y="2592388"/>
                <a:ext cx="65088" cy="58738"/>
              </a:xfrm>
              <a:custGeom>
                <a:avLst/>
                <a:gdLst>
                  <a:gd name="T0" fmla="*/ 36 w 41"/>
                  <a:gd name="T1" fmla="*/ 0 h 37"/>
                  <a:gd name="T2" fmla="*/ 7 w 41"/>
                  <a:gd name="T3" fmla="*/ 26 h 37"/>
                  <a:gd name="T4" fmla="*/ 7 w 41"/>
                  <a:gd name="T5" fmla="*/ 5 h 37"/>
                  <a:gd name="T6" fmla="*/ 0 w 41"/>
                  <a:gd name="T7" fmla="*/ 5 h 37"/>
                  <a:gd name="T8" fmla="*/ 0 w 41"/>
                  <a:gd name="T9" fmla="*/ 37 h 37"/>
                  <a:gd name="T10" fmla="*/ 33 w 41"/>
                  <a:gd name="T11" fmla="*/ 37 h 37"/>
                  <a:gd name="T12" fmla="*/ 33 w 41"/>
                  <a:gd name="T13" fmla="*/ 31 h 37"/>
                  <a:gd name="T14" fmla="*/ 15 w 41"/>
                  <a:gd name="T15" fmla="*/ 31 h 37"/>
                  <a:gd name="T16" fmla="*/ 41 w 41"/>
                  <a:gd name="T17" fmla="*/ 5 h 37"/>
                  <a:gd name="T18" fmla="*/ 36 w 41"/>
                  <a:gd name="T1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37">
                    <a:moveTo>
                      <a:pt x="36" y="0"/>
                    </a:moveTo>
                    <a:lnTo>
                      <a:pt x="7" y="26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0" y="37"/>
                    </a:lnTo>
                    <a:lnTo>
                      <a:pt x="33" y="37"/>
                    </a:lnTo>
                    <a:lnTo>
                      <a:pt x="33" y="31"/>
                    </a:lnTo>
                    <a:lnTo>
                      <a:pt x="15" y="31"/>
                    </a:lnTo>
                    <a:lnTo>
                      <a:pt x="41" y="5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5" name="Freeform 25"/>
              <p:cNvSpPr/>
              <p:nvPr/>
            </p:nvSpPr>
            <p:spPr bwMode="auto">
              <a:xfrm>
                <a:off x="1292225" y="2527300"/>
                <a:ext cx="57150" cy="58738"/>
              </a:xfrm>
              <a:custGeom>
                <a:avLst/>
                <a:gdLst>
                  <a:gd name="T0" fmla="*/ 29 w 36"/>
                  <a:gd name="T1" fmla="*/ 32 h 37"/>
                  <a:gd name="T2" fmla="*/ 36 w 36"/>
                  <a:gd name="T3" fmla="*/ 32 h 37"/>
                  <a:gd name="T4" fmla="*/ 36 w 36"/>
                  <a:gd name="T5" fmla="*/ 0 h 37"/>
                  <a:gd name="T6" fmla="*/ 3 w 36"/>
                  <a:gd name="T7" fmla="*/ 0 h 37"/>
                  <a:gd name="T8" fmla="*/ 3 w 36"/>
                  <a:gd name="T9" fmla="*/ 6 h 37"/>
                  <a:gd name="T10" fmla="*/ 28 w 36"/>
                  <a:gd name="T11" fmla="*/ 6 h 37"/>
                  <a:gd name="T12" fmla="*/ 0 w 36"/>
                  <a:gd name="T13" fmla="*/ 32 h 37"/>
                  <a:gd name="T14" fmla="*/ 3 w 36"/>
                  <a:gd name="T15" fmla="*/ 37 h 37"/>
                  <a:gd name="T16" fmla="*/ 29 w 36"/>
                  <a:gd name="T17" fmla="*/ 11 h 37"/>
                  <a:gd name="T18" fmla="*/ 29 w 36"/>
                  <a:gd name="T19" fmla="*/ 3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7">
                    <a:moveTo>
                      <a:pt x="29" y="32"/>
                    </a:moveTo>
                    <a:lnTo>
                      <a:pt x="36" y="32"/>
                    </a:lnTo>
                    <a:lnTo>
                      <a:pt x="36" y="0"/>
                    </a:lnTo>
                    <a:lnTo>
                      <a:pt x="3" y="0"/>
                    </a:lnTo>
                    <a:lnTo>
                      <a:pt x="3" y="6"/>
                    </a:lnTo>
                    <a:lnTo>
                      <a:pt x="28" y="6"/>
                    </a:lnTo>
                    <a:lnTo>
                      <a:pt x="0" y="32"/>
                    </a:lnTo>
                    <a:lnTo>
                      <a:pt x="3" y="37"/>
                    </a:lnTo>
                    <a:lnTo>
                      <a:pt x="29" y="11"/>
                    </a:lnTo>
                    <a:lnTo>
                      <a:pt x="29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6" name="Freeform 26"/>
              <p:cNvSpPr>
                <a:spLocks noEditPoints="1"/>
              </p:cNvSpPr>
              <p:nvPr/>
            </p:nvSpPr>
            <p:spPr bwMode="auto">
              <a:xfrm>
                <a:off x="1284288" y="2557463"/>
                <a:ext cx="252413" cy="292100"/>
              </a:xfrm>
              <a:custGeom>
                <a:avLst/>
                <a:gdLst>
                  <a:gd name="T0" fmla="*/ 87 w 97"/>
                  <a:gd name="T1" fmla="*/ 44 h 112"/>
                  <a:gd name="T2" fmla="*/ 81 w 97"/>
                  <a:gd name="T3" fmla="*/ 46 h 112"/>
                  <a:gd name="T4" fmla="*/ 81 w 97"/>
                  <a:gd name="T5" fmla="*/ 46 h 112"/>
                  <a:gd name="T6" fmla="*/ 71 w 97"/>
                  <a:gd name="T7" fmla="*/ 36 h 112"/>
                  <a:gd name="T8" fmla="*/ 65 w 97"/>
                  <a:gd name="T9" fmla="*/ 38 h 112"/>
                  <a:gd name="T10" fmla="*/ 65 w 97"/>
                  <a:gd name="T11" fmla="*/ 10 h 112"/>
                  <a:gd name="T12" fmla="*/ 56 w 97"/>
                  <a:gd name="T13" fmla="*/ 0 h 112"/>
                  <a:gd name="T14" fmla="*/ 47 w 97"/>
                  <a:gd name="T15" fmla="*/ 7 h 112"/>
                  <a:gd name="T16" fmla="*/ 40 w 97"/>
                  <a:gd name="T17" fmla="*/ 4 h 112"/>
                  <a:gd name="T18" fmla="*/ 29 w 97"/>
                  <a:gd name="T19" fmla="*/ 14 h 112"/>
                  <a:gd name="T20" fmla="*/ 29 w 97"/>
                  <a:gd name="T21" fmla="*/ 49 h 112"/>
                  <a:gd name="T22" fmla="*/ 8 w 97"/>
                  <a:gd name="T23" fmla="*/ 42 h 112"/>
                  <a:gd name="T24" fmla="*/ 30 w 97"/>
                  <a:gd name="T25" fmla="*/ 90 h 112"/>
                  <a:gd name="T26" fmla="*/ 64 w 97"/>
                  <a:gd name="T27" fmla="*/ 112 h 112"/>
                  <a:gd name="T28" fmla="*/ 97 w 97"/>
                  <a:gd name="T29" fmla="*/ 78 h 112"/>
                  <a:gd name="T30" fmla="*/ 97 w 97"/>
                  <a:gd name="T31" fmla="*/ 54 h 112"/>
                  <a:gd name="T32" fmla="*/ 87 w 97"/>
                  <a:gd name="T33" fmla="*/ 44 h 112"/>
                  <a:gd name="T34" fmla="*/ 93 w 97"/>
                  <a:gd name="T35" fmla="*/ 63 h 112"/>
                  <a:gd name="T36" fmla="*/ 93 w 97"/>
                  <a:gd name="T37" fmla="*/ 78 h 112"/>
                  <a:gd name="T38" fmla="*/ 64 w 97"/>
                  <a:gd name="T39" fmla="*/ 108 h 112"/>
                  <a:gd name="T40" fmla="*/ 33 w 97"/>
                  <a:gd name="T41" fmla="*/ 88 h 112"/>
                  <a:gd name="T42" fmla="*/ 10 w 97"/>
                  <a:gd name="T43" fmla="*/ 45 h 112"/>
                  <a:gd name="T44" fmla="*/ 33 w 97"/>
                  <a:gd name="T45" fmla="*/ 59 h 112"/>
                  <a:gd name="T46" fmla="*/ 33 w 97"/>
                  <a:gd name="T47" fmla="*/ 14 h 112"/>
                  <a:gd name="T48" fmla="*/ 39 w 97"/>
                  <a:gd name="T49" fmla="*/ 8 h 112"/>
                  <a:gd name="T50" fmla="*/ 45 w 97"/>
                  <a:gd name="T51" fmla="*/ 14 h 112"/>
                  <a:gd name="T52" fmla="*/ 45 w 97"/>
                  <a:gd name="T53" fmla="*/ 56 h 112"/>
                  <a:gd name="T54" fmla="*/ 49 w 97"/>
                  <a:gd name="T55" fmla="*/ 56 h 112"/>
                  <a:gd name="T56" fmla="*/ 49 w 97"/>
                  <a:gd name="T57" fmla="*/ 10 h 112"/>
                  <a:gd name="T58" fmla="*/ 55 w 97"/>
                  <a:gd name="T59" fmla="*/ 4 h 112"/>
                  <a:gd name="T60" fmla="*/ 61 w 97"/>
                  <a:gd name="T61" fmla="*/ 10 h 112"/>
                  <a:gd name="T62" fmla="*/ 61 w 97"/>
                  <a:gd name="T63" fmla="*/ 52 h 112"/>
                  <a:gd name="T64" fmla="*/ 65 w 97"/>
                  <a:gd name="T65" fmla="*/ 52 h 112"/>
                  <a:gd name="T66" fmla="*/ 65 w 97"/>
                  <a:gd name="T67" fmla="*/ 46 h 112"/>
                  <a:gd name="T68" fmla="*/ 71 w 97"/>
                  <a:gd name="T69" fmla="*/ 40 h 112"/>
                  <a:gd name="T70" fmla="*/ 77 w 97"/>
                  <a:gd name="T71" fmla="*/ 46 h 112"/>
                  <a:gd name="T72" fmla="*/ 77 w 97"/>
                  <a:gd name="T73" fmla="*/ 56 h 112"/>
                  <a:gd name="T74" fmla="*/ 81 w 97"/>
                  <a:gd name="T75" fmla="*/ 56 h 112"/>
                  <a:gd name="T76" fmla="*/ 81 w 97"/>
                  <a:gd name="T77" fmla="*/ 54 h 112"/>
                  <a:gd name="T78" fmla="*/ 87 w 97"/>
                  <a:gd name="T79" fmla="*/ 48 h 112"/>
                  <a:gd name="T80" fmla="*/ 93 w 97"/>
                  <a:gd name="T81" fmla="*/ 54 h 112"/>
                  <a:gd name="T82" fmla="*/ 93 w 97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" h="112">
                    <a:moveTo>
                      <a:pt x="87" y="44"/>
                    </a:moveTo>
                    <a:cubicBezTo>
                      <a:pt x="85" y="44"/>
                      <a:pt x="85" y="45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0"/>
                      <a:pt x="77" y="36"/>
                      <a:pt x="71" y="36"/>
                    </a:cubicBezTo>
                    <a:cubicBezTo>
                      <a:pt x="69" y="36"/>
                      <a:pt x="69" y="37"/>
                      <a:pt x="65" y="38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2" y="4"/>
                      <a:pt x="40" y="4"/>
                    </a:cubicBezTo>
                    <a:cubicBezTo>
                      <a:pt x="34" y="4"/>
                      <a:pt x="29" y="8"/>
                      <a:pt x="29" y="14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5" y="42"/>
                      <a:pt x="13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1" y="112"/>
                      <a:pt x="64" y="112"/>
                    </a:cubicBezTo>
                    <a:cubicBezTo>
                      <a:pt x="83" y="112"/>
                      <a:pt x="97" y="97"/>
                      <a:pt x="97" y="78"/>
                    </a:cubicBezTo>
                    <a:cubicBezTo>
                      <a:pt x="97" y="54"/>
                      <a:pt x="97" y="54"/>
                      <a:pt x="97" y="54"/>
                    </a:cubicBezTo>
                    <a:cubicBezTo>
                      <a:pt x="97" y="49"/>
                      <a:pt x="93" y="44"/>
                      <a:pt x="87" y="44"/>
                    </a:cubicBezTo>
                    <a:close/>
                    <a:moveTo>
                      <a:pt x="93" y="63"/>
                    </a:moveTo>
                    <a:cubicBezTo>
                      <a:pt x="93" y="78"/>
                      <a:pt x="93" y="78"/>
                      <a:pt x="93" y="78"/>
                    </a:cubicBezTo>
                    <a:cubicBezTo>
                      <a:pt x="93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0" y="45"/>
                    </a:cubicBezTo>
                    <a:cubicBezTo>
                      <a:pt x="15" y="41"/>
                      <a:pt x="25" y="50"/>
                      <a:pt x="33" y="59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1"/>
                      <a:pt x="36" y="8"/>
                      <a:pt x="39" y="8"/>
                    </a:cubicBezTo>
                    <a:cubicBezTo>
                      <a:pt x="42" y="8"/>
                      <a:pt x="45" y="11"/>
                      <a:pt x="45" y="14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7"/>
                      <a:pt x="52" y="4"/>
                      <a:pt x="55" y="4"/>
                    </a:cubicBezTo>
                    <a:cubicBezTo>
                      <a:pt x="58" y="4"/>
                      <a:pt x="61" y="7"/>
                      <a:pt x="61" y="10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43"/>
                      <a:pt x="68" y="40"/>
                      <a:pt x="71" y="40"/>
                    </a:cubicBezTo>
                    <a:cubicBezTo>
                      <a:pt x="74" y="40"/>
                      <a:pt x="77" y="43"/>
                      <a:pt x="77" y="46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81" y="56"/>
                      <a:pt x="81" y="56"/>
                      <a:pt x="81" y="56"/>
                    </a:cubicBezTo>
                    <a:cubicBezTo>
                      <a:pt x="81" y="54"/>
                      <a:pt x="81" y="54"/>
                      <a:pt x="81" y="54"/>
                    </a:cubicBezTo>
                    <a:cubicBezTo>
                      <a:pt x="81" y="51"/>
                      <a:pt x="84" y="48"/>
                      <a:pt x="87" y="48"/>
                    </a:cubicBezTo>
                    <a:cubicBezTo>
                      <a:pt x="90" y="48"/>
                      <a:pt x="93" y="51"/>
                      <a:pt x="93" y="54"/>
                    </a:cubicBezTo>
                    <a:lnTo>
                      <a:pt x="93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562028" y="629976"/>
              <a:ext cx="317500" cy="322263"/>
              <a:chOff x="1863725" y="2527300"/>
              <a:chExt cx="317500" cy="322263"/>
            </a:xfrm>
            <a:grpFill/>
          </p:grpSpPr>
          <p:sp>
            <p:nvSpPr>
              <p:cNvPr id="221" name="Freeform 27"/>
              <p:cNvSpPr/>
              <p:nvPr/>
            </p:nvSpPr>
            <p:spPr bwMode="auto">
              <a:xfrm>
                <a:off x="1941513" y="2527300"/>
                <a:ext cx="55563" cy="61913"/>
              </a:xfrm>
              <a:custGeom>
                <a:avLst/>
                <a:gdLst>
                  <a:gd name="T0" fmla="*/ 33 w 35"/>
                  <a:gd name="T1" fmla="*/ 32 h 39"/>
                  <a:gd name="T2" fmla="*/ 7 w 35"/>
                  <a:gd name="T3" fmla="*/ 32 h 39"/>
                  <a:gd name="T4" fmla="*/ 35 w 35"/>
                  <a:gd name="T5" fmla="*/ 5 h 39"/>
                  <a:gd name="T6" fmla="*/ 31 w 35"/>
                  <a:gd name="T7" fmla="*/ 0 h 39"/>
                  <a:gd name="T8" fmla="*/ 7 w 35"/>
                  <a:gd name="T9" fmla="*/ 28 h 39"/>
                  <a:gd name="T10" fmla="*/ 7 w 35"/>
                  <a:gd name="T11" fmla="*/ 6 h 39"/>
                  <a:gd name="T12" fmla="*/ 0 w 35"/>
                  <a:gd name="T13" fmla="*/ 6 h 39"/>
                  <a:gd name="T14" fmla="*/ 0 w 35"/>
                  <a:gd name="T15" fmla="*/ 39 h 39"/>
                  <a:gd name="T16" fmla="*/ 33 w 35"/>
                  <a:gd name="T17" fmla="*/ 39 h 39"/>
                  <a:gd name="T18" fmla="*/ 33 w 35"/>
                  <a:gd name="T19" fmla="*/ 32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" h="39">
                    <a:moveTo>
                      <a:pt x="33" y="32"/>
                    </a:moveTo>
                    <a:lnTo>
                      <a:pt x="7" y="32"/>
                    </a:lnTo>
                    <a:lnTo>
                      <a:pt x="35" y="5"/>
                    </a:lnTo>
                    <a:lnTo>
                      <a:pt x="31" y="0"/>
                    </a:lnTo>
                    <a:lnTo>
                      <a:pt x="7" y="28"/>
                    </a:lnTo>
                    <a:lnTo>
                      <a:pt x="7" y="6"/>
                    </a:lnTo>
                    <a:lnTo>
                      <a:pt x="0" y="6"/>
                    </a:lnTo>
                    <a:lnTo>
                      <a:pt x="0" y="39"/>
                    </a:lnTo>
                    <a:lnTo>
                      <a:pt x="33" y="39"/>
                    </a:lnTo>
                    <a:lnTo>
                      <a:pt x="33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2" name="Freeform 28"/>
              <p:cNvSpPr/>
              <p:nvPr/>
            </p:nvSpPr>
            <p:spPr bwMode="auto">
              <a:xfrm>
                <a:off x="1863725" y="2600325"/>
                <a:ext cx="68263" cy="58738"/>
              </a:xfrm>
              <a:custGeom>
                <a:avLst/>
                <a:gdLst>
                  <a:gd name="T0" fmla="*/ 10 w 43"/>
                  <a:gd name="T1" fmla="*/ 6 h 37"/>
                  <a:gd name="T2" fmla="*/ 26 w 43"/>
                  <a:gd name="T3" fmla="*/ 6 h 37"/>
                  <a:gd name="T4" fmla="*/ 0 w 43"/>
                  <a:gd name="T5" fmla="*/ 32 h 37"/>
                  <a:gd name="T6" fmla="*/ 7 w 43"/>
                  <a:gd name="T7" fmla="*/ 37 h 37"/>
                  <a:gd name="T8" fmla="*/ 36 w 43"/>
                  <a:gd name="T9" fmla="*/ 9 h 37"/>
                  <a:gd name="T10" fmla="*/ 36 w 43"/>
                  <a:gd name="T11" fmla="*/ 32 h 37"/>
                  <a:gd name="T12" fmla="*/ 43 w 43"/>
                  <a:gd name="T13" fmla="*/ 32 h 37"/>
                  <a:gd name="T14" fmla="*/ 43 w 43"/>
                  <a:gd name="T15" fmla="*/ 0 h 37"/>
                  <a:gd name="T16" fmla="*/ 10 w 43"/>
                  <a:gd name="T17" fmla="*/ 0 h 37"/>
                  <a:gd name="T18" fmla="*/ 10 w 43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37">
                    <a:moveTo>
                      <a:pt x="10" y="6"/>
                    </a:moveTo>
                    <a:lnTo>
                      <a:pt x="26" y="6"/>
                    </a:lnTo>
                    <a:lnTo>
                      <a:pt x="0" y="32"/>
                    </a:lnTo>
                    <a:lnTo>
                      <a:pt x="7" y="37"/>
                    </a:lnTo>
                    <a:lnTo>
                      <a:pt x="36" y="9"/>
                    </a:lnTo>
                    <a:lnTo>
                      <a:pt x="36" y="32"/>
                    </a:lnTo>
                    <a:lnTo>
                      <a:pt x="43" y="32"/>
                    </a:lnTo>
                    <a:lnTo>
                      <a:pt x="43" y="0"/>
                    </a:lnTo>
                    <a:lnTo>
                      <a:pt x="10" y="0"/>
                    </a:lnTo>
                    <a:lnTo>
                      <a:pt x="1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3" name="Freeform 29"/>
              <p:cNvSpPr>
                <a:spLocks noEditPoints="1"/>
              </p:cNvSpPr>
              <p:nvPr/>
            </p:nvSpPr>
            <p:spPr bwMode="auto">
              <a:xfrm>
                <a:off x="1920875" y="2557463"/>
                <a:ext cx="260350" cy="292100"/>
              </a:xfrm>
              <a:custGeom>
                <a:avLst/>
                <a:gdLst>
                  <a:gd name="T0" fmla="*/ 90 w 100"/>
                  <a:gd name="T1" fmla="*/ 44 h 112"/>
                  <a:gd name="T2" fmla="*/ 84 w 100"/>
                  <a:gd name="T3" fmla="*/ 46 h 112"/>
                  <a:gd name="T4" fmla="*/ 84 w 100"/>
                  <a:gd name="T5" fmla="*/ 46 h 112"/>
                  <a:gd name="T6" fmla="*/ 74 w 100"/>
                  <a:gd name="T7" fmla="*/ 36 h 112"/>
                  <a:gd name="T8" fmla="*/ 68 w 100"/>
                  <a:gd name="T9" fmla="*/ 38 h 112"/>
                  <a:gd name="T10" fmla="*/ 68 w 100"/>
                  <a:gd name="T11" fmla="*/ 10 h 112"/>
                  <a:gd name="T12" fmla="*/ 57 w 100"/>
                  <a:gd name="T13" fmla="*/ 0 h 112"/>
                  <a:gd name="T14" fmla="*/ 47 w 100"/>
                  <a:gd name="T15" fmla="*/ 6 h 112"/>
                  <a:gd name="T16" fmla="*/ 41 w 100"/>
                  <a:gd name="T17" fmla="*/ 4 h 112"/>
                  <a:gd name="T18" fmla="*/ 32 w 100"/>
                  <a:gd name="T19" fmla="*/ 14 h 112"/>
                  <a:gd name="T20" fmla="*/ 32 w 100"/>
                  <a:gd name="T21" fmla="*/ 49 h 112"/>
                  <a:gd name="T22" fmla="*/ 8 w 100"/>
                  <a:gd name="T23" fmla="*/ 42 h 112"/>
                  <a:gd name="T24" fmla="*/ 29 w 100"/>
                  <a:gd name="T25" fmla="*/ 89 h 112"/>
                  <a:gd name="T26" fmla="*/ 65 w 100"/>
                  <a:gd name="T27" fmla="*/ 112 h 112"/>
                  <a:gd name="T28" fmla="*/ 100 w 100"/>
                  <a:gd name="T29" fmla="*/ 78 h 112"/>
                  <a:gd name="T30" fmla="*/ 100 w 100"/>
                  <a:gd name="T31" fmla="*/ 54 h 112"/>
                  <a:gd name="T32" fmla="*/ 90 w 100"/>
                  <a:gd name="T33" fmla="*/ 44 h 112"/>
                  <a:gd name="T34" fmla="*/ 96 w 100"/>
                  <a:gd name="T35" fmla="*/ 63 h 112"/>
                  <a:gd name="T36" fmla="*/ 96 w 100"/>
                  <a:gd name="T37" fmla="*/ 78 h 112"/>
                  <a:gd name="T38" fmla="*/ 65 w 100"/>
                  <a:gd name="T39" fmla="*/ 108 h 112"/>
                  <a:gd name="T40" fmla="*/ 33 w 100"/>
                  <a:gd name="T41" fmla="*/ 88 h 112"/>
                  <a:gd name="T42" fmla="*/ 11 w 100"/>
                  <a:gd name="T43" fmla="*/ 45 h 112"/>
                  <a:gd name="T44" fmla="*/ 36 w 100"/>
                  <a:gd name="T45" fmla="*/ 59 h 112"/>
                  <a:gd name="T46" fmla="*/ 36 w 100"/>
                  <a:gd name="T47" fmla="*/ 14 h 112"/>
                  <a:gd name="T48" fmla="*/ 42 w 100"/>
                  <a:gd name="T49" fmla="*/ 8 h 112"/>
                  <a:gd name="T50" fmla="*/ 48 w 100"/>
                  <a:gd name="T51" fmla="*/ 14 h 112"/>
                  <a:gd name="T52" fmla="*/ 48 w 100"/>
                  <a:gd name="T53" fmla="*/ 56 h 112"/>
                  <a:gd name="T54" fmla="*/ 52 w 100"/>
                  <a:gd name="T55" fmla="*/ 56 h 112"/>
                  <a:gd name="T56" fmla="*/ 52 w 100"/>
                  <a:gd name="T57" fmla="*/ 10 h 112"/>
                  <a:gd name="T58" fmla="*/ 58 w 100"/>
                  <a:gd name="T59" fmla="*/ 4 h 112"/>
                  <a:gd name="T60" fmla="*/ 64 w 100"/>
                  <a:gd name="T61" fmla="*/ 10 h 112"/>
                  <a:gd name="T62" fmla="*/ 64 w 100"/>
                  <a:gd name="T63" fmla="*/ 52 h 112"/>
                  <a:gd name="T64" fmla="*/ 68 w 100"/>
                  <a:gd name="T65" fmla="*/ 52 h 112"/>
                  <a:gd name="T66" fmla="*/ 68 w 100"/>
                  <a:gd name="T67" fmla="*/ 46 h 112"/>
                  <a:gd name="T68" fmla="*/ 74 w 100"/>
                  <a:gd name="T69" fmla="*/ 40 h 112"/>
                  <a:gd name="T70" fmla="*/ 80 w 100"/>
                  <a:gd name="T71" fmla="*/ 46 h 112"/>
                  <a:gd name="T72" fmla="*/ 80 w 100"/>
                  <a:gd name="T73" fmla="*/ 56 h 112"/>
                  <a:gd name="T74" fmla="*/ 84 w 100"/>
                  <a:gd name="T75" fmla="*/ 56 h 112"/>
                  <a:gd name="T76" fmla="*/ 84 w 100"/>
                  <a:gd name="T77" fmla="*/ 54 h 112"/>
                  <a:gd name="T78" fmla="*/ 90 w 100"/>
                  <a:gd name="T79" fmla="*/ 48 h 112"/>
                  <a:gd name="T80" fmla="*/ 96 w 100"/>
                  <a:gd name="T81" fmla="*/ 54 h 112"/>
                  <a:gd name="T82" fmla="*/ 96 w 100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0" h="112">
                    <a:moveTo>
                      <a:pt x="90" y="44"/>
                    </a:moveTo>
                    <a:cubicBezTo>
                      <a:pt x="88" y="44"/>
                      <a:pt x="84" y="44"/>
                      <a:pt x="84" y="46"/>
                    </a:cubicBezTo>
                    <a:cubicBezTo>
                      <a:pt x="84" y="46"/>
                      <a:pt x="84" y="46"/>
                      <a:pt x="84" y="46"/>
                    </a:cubicBezTo>
                    <a:cubicBezTo>
                      <a:pt x="84" y="40"/>
                      <a:pt x="80" y="36"/>
                      <a:pt x="74" y="36"/>
                    </a:cubicBezTo>
                    <a:cubicBezTo>
                      <a:pt x="72" y="36"/>
                      <a:pt x="68" y="36"/>
                      <a:pt x="68" y="38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4"/>
                      <a:pt x="62" y="0"/>
                      <a:pt x="57" y="0"/>
                    </a:cubicBezTo>
                    <a:cubicBezTo>
                      <a:pt x="52" y="0"/>
                      <a:pt x="48" y="2"/>
                      <a:pt x="47" y="6"/>
                    </a:cubicBezTo>
                    <a:cubicBezTo>
                      <a:pt x="45" y="5"/>
                      <a:pt x="44" y="4"/>
                      <a:pt x="41" y="4"/>
                    </a:cubicBezTo>
                    <a:cubicBezTo>
                      <a:pt x="35" y="4"/>
                      <a:pt x="32" y="8"/>
                      <a:pt x="32" y="14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24" y="42"/>
                      <a:pt x="14" y="36"/>
                      <a:pt x="8" y="42"/>
                    </a:cubicBezTo>
                    <a:cubicBezTo>
                      <a:pt x="0" y="50"/>
                      <a:pt x="16" y="66"/>
                      <a:pt x="29" y="89"/>
                    </a:cubicBezTo>
                    <a:cubicBezTo>
                      <a:pt x="38" y="106"/>
                      <a:pt x="53" y="112"/>
                      <a:pt x="65" y="112"/>
                    </a:cubicBezTo>
                    <a:cubicBezTo>
                      <a:pt x="84" y="112"/>
                      <a:pt x="100" y="96"/>
                      <a:pt x="100" y="78"/>
                    </a:cubicBezTo>
                    <a:cubicBezTo>
                      <a:pt x="100" y="54"/>
                      <a:pt x="100" y="54"/>
                      <a:pt x="100" y="54"/>
                    </a:cubicBezTo>
                    <a:cubicBezTo>
                      <a:pt x="100" y="48"/>
                      <a:pt x="96" y="44"/>
                      <a:pt x="90" y="44"/>
                    </a:cubicBezTo>
                    <a:close/>
                    <a:moveTo>
                      <a:pt x="96" y="63"/>
                    </a:moveTo>
                    <a:cubicBezTo>
                      <a:pt x="96" y="78"/>
                      <a:pt x="96" y="78"/>
                      <a:pt x="96" y="78"/>
                    </a:cubicBezTo>
                    <a:cubicBezTo>
                      <a:pt x="96" y="94"/>
                      <a:pt x="81" y="108"/>
                      <a:pt x="65" y="108"/>
                    </a:cubicBezTo>
                    <a:cubicBezTo>
                      <a:pt x="50" y="108"/>
                      <a:pt x="40" y="100"/>
                      <a:pt x="33" y="88"/>
                    </a:cubicBezTo>
                    <a:cubicBezTo>
                      <a:pt x="17" y="61"/>
                      <a:pt x="7" y="49"/>
                      <a:pt x="11" y="45"/>
                    </a:cubicBezTo>
                    <a:cubicBezTo>
                      <a:pt x="16" y="40"/>
                      <a:pt x="28" y="50"/>
                      <a:pt x="36" y="5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0"/>
                      <a:pt x="39" y="8"/>
                      <a:pt x="42" y="8"/>
                    </a:cubicBezTo>
                    <a:cubicBezTo>
                      <a:pt x="45" y="8"/>
                      <a:pt x="48" y="10"/>
                      <a:pt x="48" y="14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6"/>
                      <a:pt x="55" y="4"/>
                      <a:pt x="58" y="4"/>
                    </a:cubicBezTo>
                    <a:cubicBezTo>
                      <a:pt x="61" y="4"/>
                      <a:pt x="64" y="6"/>
                      <a:pt x="64" y="10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68" y="42"/>
                      <a:pt x="71" y="40"/>
                      <a:pt x="74" y="40"/>
                    </a:cubicBezTo>
                    <a:cubicBezTo>
                      <a:pt x="77" y="40"/>
                      <a:pt x="80" y="42"/>
                      <a:pt x="80" y="4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0"/>
                      <a:pt x="87" y="48"/>
                      <a:pt x="90" y="48"/>
                    </a:cubicBezTo>
                    <a:cubicBezTo>
                      <a:pt x="93" y="48"/>
                      <a:pt x="96" y="50"/>
                      <a:pt x="96" y="54"/>
                    </a:cubicBezTo>
                    <a:lnTo>
                      <a:pt x="96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319274" y="6295418"/>
              <a:ext cx="309563" cy="322263"/>
              <a:chOff x="2495550" y="2527300"/>
              <a:chExt cx="309563" cy="322263"/>
            </a:xfrm>
            <a:grpFill/>
          </p:grpSpPr>
          <p:sp>
            <p:nvSpPr>
              <p:cNvPr id="219" name="Freeform 30"/>
              <p:cNvSpPr/>
              <p:nvPr/>
            </p:nvSpPr>
            <p:spPr bwMode="auto">
              <a:xfrm>
                <a:off x="2495550" y="2527300"/>
                <a:ext cx="134938" cy="134938"/>
              </a:xfrm>
              <a:custGeom>
                <a:avLst/>
                <a:gdLst>
                  <a:gd name="T0" fmla="*/ 29 w 52"/>
                  <a:gd name="T1" fmla="*/ 38 h 52"/>
                  <a:gd name="T2" fmla="*/ 26 w 52"/>
                  <a:gd name="T3" fmla="*/ 35 h 52"/>
                  <a:gd name="T4" fmla="*/ 17 w 52"/>
                  <a:gd name="T5" fmla="*/ 44 h 52"/>
                  <a:gd name="T6" fmla="*/ 17 w 52"/>
                  <a:gd name="T7" fmla="*/ 38 h 52"/>
                  <a:gd name="T8" fmla="*/ 39 w 52"/>
                  <a:gd name="T9" fmla="*/ 16 h 52"/>
                  <a:gd name="T10" fmla="*/ 44 w 52"/>
                  <a:gd name="T11" fmla="*/ 17 h 52"/>
                  <a:gd name="T12" fmla="*/ 36 w 52"/>
                  <a:gd name="T13" fmla="*/ 25 h 52"/>
                  <a:gd name="T14" fmla="*/ 39 w 52"/>
                  <a:gd name="T15" fmla="*/ 28 h 52"/>
                  <a:gd name="T16" fmla="*/ 48 w 52"/>
                  <a:gd name="T17" fmla="*/ 18 h 52"/>
                  <a:gd name="T18" fmla="*/ 47 w 52"/>
                  <a:gd name="T19" fmla="*/ 18 h 52"/>
                  <a:gd name="T20" fmla="*/ 47 w 52"/>
                  <a:gd name="T21" fmla="*/ 18 h 52"/>
                  <a:gd name="T22" fmla="*/ 49 w 52"/>
                  <a:gd name="T23" fmla="*/ 17 h 52"/>
                  <a:gd name="T24" fmla="*/ 52 w 52"/>
                  <a:gd name="T25" fmla="*/ 14 h 52"/>
                  <a:gd name="T26" fmla="*/ 38 w 52"/>
                  <a:gd name="T27" fmla="*/ 0 h 52"/>
                  <a:gd name="T28" fmla="*/ 36 w 52"/>
                  <a:gd name="T29" fmla="*/ 3 h 52"/>
                  <a:gd name="T30" fmla="*/ 46 w 52"/>
                  <a:gd name="T31" fmla="*/ 13 h 52"/>
                  <a:gd name="T32" fmla="*/ 39 w 52"/>
                  <a:gd name="T33" fmla="*/ 12 h 52"/>
                  <a:gd name="T34" fmla="*/ 13 w 52"/>
                  <a:gd name="T35" fmla="*/ 38 h 52"/>
                  <a:gd name="T36" fmla="*/ 14 w 52"/>
                  <a:gd name="T37" fmla="*/ 46 h 52"/>
                  <a:gd name="T38" fmla="*/ 3 w 52"/>
                  <a:gd name="T39" fmla="*/ 35 h 52"/>
                  <a:gd name="T40" fmla="*/ 0 w 52"/>
                  <a:gd name="T41" fmla="*/ 38 h 52"/>
                  <a:gd name="T42" fmla="*/ 12 w 52"/>
                  <a:gd name="T43" fmla="*/ 49 h 52"/>
                  <a:gd name="T44" fmla="*/ 15 w 52"/>
                  <a:gd name="T45" fmla="*/ 52 h 52"/>
                  <a:gd name="T46" fmla="*/ 19 w 52"/>
                  <a:gd name="T47" fmla="*/ 48 h 52"/>
                  <a:gd name="T48" fmla="*/ 19 w 52"/>
                  <a:gd name="T49" fmla="*/ 48 h 52"/>
                  <a:gd name="T50" fmla="*/ 19 w 52"/>
                  <a:gd name="T51" fmla="*/ 48 h 52"/>
                  <a:gd name="T52" fmla="*/ 29 w 52"/>
                  <a:gd name="T53" fmla="*/ 3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2" h="52">
                    <a:moveTo>
                      <a:pt x="29" y="38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26"/>
                      <a:pt x="26" y="16"/>
                      <a:pt x="39" y="16"/>
                    </a:cubicBezTo>
                    <a:cubicBezTo>
                      <a:pt x="41" y="16"/>
                      <a:pt x="42" y="16"/>
                      <a:pt x="44" y="17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48" y="18"/>
                      <a:pt x="47" y="18"/>
                      <a:pt x="47" y="18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2" y="14"/>
                      <a:pt x="52" y="14"/>
                      <a:pt x="52" y="14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4" y="12"/>
                      <a:pt x="41" y="12"/>
                      <a:pt x="39" y="12"/>
                    </a:cubicBezTo>
                    <a:cubicBezTo>
                      <a:pt x="24" y="12"/>
                      <a:pt x="13" y="24"/>
                      <a:pt x="13" y="38"/>
                    </a:cubicBezTo>
                    <a:cubicBezTo>
                      <a:pt x="13" y="41"/>
                      <a:pt x="13" y="43"/>
                      <a:pt x="14" y="46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lnTo>
                      <a:pt x="2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0" name="Freeform 31"/>
              <p:cNvSpPr>
                <a:spLocks noEditPoints="1"/>
              </p:cNvSpPr>
              <p:nvPr/>
            </p:nvSpPr>
            <p:spPr bwMode="auto">
              <a:xfrm>
                <a:off x="2551113" y="255746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8 w 98"/>
                  <a:gd name="T15" fmla="*/ 7 h 112"/>
                  <a:gd name="T16" fmla="*/ 41 w 98"/>
                  <a:gd name="T17" fmla="*/ 4 h 112"/>
                  <a:gd name="T18" fmla="*/ 30 w 98"/>
                  <a:gd name="T19" fmla="*/ 14 h 112"/>
                  <a:gd name="T20" fmla="*/ 30 w 98"/>
                  <a:gd name="T21" fmla="*/ 50 h 112"/>
                  <a:gd name="T22" fmla="*/ 8 w 98"/>
                  <a:gd name="T23" fmla="*/ 42 h 112"/>
                  <a:gd name="T24" fmla="*/ 31 w 98"/>
                  <a:gd name="T25" fmla="*/ 90 h 112"/>
                  <a:gd name="T26" fmla="*/ 65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6 h 112"/>
                  <a:gd name="T54" fmla="*/ 50 w 98"/>
                  <a:gd name="T55" fmla="*/ 56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2 h 112"/>
                  <a:gd name="T64" fmla="*/ 66 w 98"/>
                  <a:gd name="T65" fmla="*/ 52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6 h 112"/>
                  <a:gd name="T74" fmla="*/ 82 w 98"/>
                  <a:gd name="T75" fmla="*/ 56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1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5"/>
                      <a:pt x="62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8" y="66"/>
                      <a:pt x="31" y="90"/>
                    </a:cubicBezTo>
                    <a:cubicBezTo>
                      <a:pt x="40" y="106"/>
                      <a:pt x="52" y="112"/>
                      <a:pt x="65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9" y="62"/>
                      <a:pt x="7" y="50"/>
                      <a:pt x="11" y="45"/>
                    </a:cubicBezTo>
                    <a:cubicBezTo>
                      <a:pt x="16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0" name="Freeform 32"/>
            <p:cNvSpPr>
              <a:spLocks noEditPoints="1"/>
            </p:cNvSpPr>
            <p:nvPr/>
          </p:nvSpPr>
          <p:spPr bwMode="auto">
            <a:xfrm>
              <a:off x="1649861" y="3039669"/>
              <a:ext cx="269875" cy="303213"/>
            </a:xfrm>
            <a:custGeom>
              <a:avLst/>
              <a:gdLst>
                <a:gd name="T0" fmla="*/ 36 w 104"/>
                <a:gd name="T1" fmla="*/ 20 h 116"/>
                <a:gd name="T2" fmla="*/ 8 w 104"/>
                <a:gd name="T3" fmla="*/ 20 h 116"/>
                <a:gd name="T4" fmla="*/ 21 w 104"/>
                <a:gd name="T5" fmla="*/ 33 h 116"/>
                <a:gd name="T6" fmla="*/ 18 w 104"/>
                <a:gd name="T7" fmla="*/ 36 h 116"/>
                <a:gd name="T8" fmla="*/ 0 w 104"/>
                <a:gd name="T9" fmla="*/ 18 h 116"/>
                <a:gd name="T10" fmla="*/ 18 w 104"/>
                <a:gd name="T11" fmla="*/ 0 h 116"/>
                <a:gd name="T12" fmla="*/ 21 w 104"/>
                <a:gd name="T13" fmla="*/ 3 h 116"/>
                <a:gd name="T14" fmla="*/ 8 w 104"/>
                <a:gd name="T15" fmla="*/ 16 h 116"/>
                <a:gd name="T16" fmla="*/ 36 w 104"/>
                <a:gd name="T17" fmla="*/ 16 h 116"/>
                <a:gd name="T18" fmla="*/ 46 w 104"/>
                <a:gd name="T19" fmla="*/ 8 h 116"/>
                <a:gd name="T20" fmla="*/ 56 w 104"/>
                <a:gd name="T21" fmla="*/ 18 h 116"/>
                <a:gd name="T22" fmla="*/ 56 w 104"/>
                <a:gd name="T23" fmla="*/ 38 h 116"/>
                <a:gd name="T24" fmla="*/ 62 w 104"/>
                <a:gd name="T25" fmla="*/ 36 h 116"/>
                <a:gd name="T26" fmla="*/ 71 w 104"/>
                <a:gd name="T27" fmla="*/ 43 h 116"/>
                <a:gd name="T28" fmla="*/ 78 w 104"/>
                <a:gd name="T29" fmla="*/ 40 h 116"/>
                <a:gd name="T30" fmla="*/ 88 w 104"/>
                <a:gd name="T31" fmla="*/ 50 h 116"/>
                <a:gd name="T32" fmla="*/ 88 w 104"/>
                <a:gd name="T33" fmla="*/ 50 h 116"/>
                <a:gd name="T34" fmla="*/ 94 w 104"/>
                <a:gd name="T35" fmla="*/ 48 h 116"/>
                <a:gd name="T36" fmla="*/ 104 w 104"/>
                <a:gd name="T37" fmla="*/ 58 h 116"/>
                <a:gd name="T38" fmla="*/ 104 w 104"/>
                <a:gd name="T39" fmla="*/ 82 h 116"/>
                <a:gd name="T40" fmla="*/ 70 w 104"/>
                <a:gd name="T41" fmla="*/ 116 h 116"/>
                <a:gd name="T42" fmla="*/ 35 w 104"/>
                <a:gd name="T43" fmla="*/ 94 h 116"/>
                <a:gd name="T44" fmla="*/ 14 w 104"/>
                <a:gd name="T45" fmla="*/ 46 h 116"/>
                <a:gd name="T46" fmla="*/ 36 w 104"/>
                <a:gd name="T47" fmla="*/ 53 h 116"/>
                <a:gd name="T48" fmla="*/ 36 w 104"/>
                <a:gd name="T49" fmla="*/ 53 h 116"/>
                <a:gd name="T50" fmla="*/ 36 w 104"/>
                <a:gd name="T51" fmla="*/ 20 h 116"/>
                <a:gd name="T52" fmla="*/ 70 w 104"/>
                <a:gd name="T53" fmla="*/ 112 h 116"/>
                <a:gd name="T54" fmla="*/ 100 w 104"/>
                <a:gd name="T55" fmla="*/ 82 h 116"/>
                <a:gd name="T56" fmla="*/ 100 w 104"/>
                <a:gd name="T57" fmla="*/ 82 h 116"/>
                <a:gd name="T58" fmla="*/ 100 w 104"/>
                <a:gd name="T59" fmla="*/ 67 h 116"/>
                <a:gd name="T60" fmla="*/ 100 w 104"/>
                <a:gd name="T61" fmla="*/ 58 h 116"/>
                <a:gd name="T62" fmla="*/ 94 w 104"/>
                <a:gd name="T63" fmla="*/ 52 h 116"/>
                <a:gd name="T64" fmla="*/ 88 w 104"/>
                <a:gd name="T65" fmla="*/ 58 h 116"/>
                <a:gd name="T66" fmla="*/ 88 w 104"/>
                <a:gd name="T67" fmla="*/ 60 h 116"/>
                <a:gd name="T68" fmla="*/ 84 w 104"/>
                <a:gd name="T69" fmla="*/ 60 h 116"/>
                <a:gd name="T70" fmla="*/ 84 w 104"/>
                <a:gd name="T71" fmla="*/ 50 h 116"/>
                <a:gd name="T72" fmla="*/ 78 w 104"/>
                <a:gd name="T73" fmla="*/ 44 h 116"/>
                <a:gd name="T74" fmla="*/ 72 w 104"/>
                <a:gd name="T75" fmla="*/ 50 h 116"/>
                <a:gd name="T76" fmla="*/ 72 w 104"/>
                <a:gd name="T77" fmla="*/ 56 h 116"/>
                <a:gd name="T78" fmla="*/ 68 w 104"/>
                <a:gd name="T79" fmla="*/ 56 h 116"/>
                <a:gd name="T80" fmla="*/ 68 w 104"/>
                <a:gd name="T81" fmla="*/ 46 h 116"/>
                <a:gd name="T82" fmla="*/ 62 w 104"/>
                <a:gd name="T83" fmla="*/ 40 h 116"/>
                <a:gd name="T84" fmla="*/ 56 w 104"/>
                <a:gd name="T85" fmla="*/ 46 h 116"/>
                <a:gd name="T86" fmla="*/ 56 w 104"/>
                <a:gd name="T87" fmla="*/ 60 h 116"/>
                <a:gd name="T88" fmla="*/ 52 w 104"/>
                <a:gd name="T89" fmla="*/ 60 h 116"/>
                <a:gd name="T90" fmla="*/ 52 w 104"/>
                <a:gd name="T91" fmla="*/ 18 h 116"/>
                <a:gd name="T92" fmla="*/ 46 w 104"/>
                <a:gd name="T93" fmla="*/ 12 h 116"/>
                <a:gd name="T94" fmla="*/ 40 w 104"/>
                <a:gd name="T95" fmla="*/ 18 h 116"/>
                <a:gd name="T96" fmla="*/ 40 w 104"/>
                <a:gd name="T97" fmla="*/ 63 h 116"/>
                <a:gd name="T98" fmla="*/ 17 w 104"/>
                <a:gd name="T99" fmla="*/ 49 h 116"/>
                <a:gd name="T100" fmla="*/ 39 w 104"/>
                <a:gd name="T101" fmla="*/ 92 h 116"/>
                <a:gd name="T102" fmla="*/ 70 w 104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4" h="116">
                  <a:moveTo>
                    <a:pt x="36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1"/>
                    <a:pt x="41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6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5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7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1" name="Freeform 33"/>
            <p:cNvSpPr>
              <a:spLocks noEditPoints="1"/>
            </p:cNvSpPr>
            <p:nvPr/>
          </p:nvSpPr>
          <p:spPr bwMode="auto">
            <a:xfrm>
              <a:off x="3737053" y="2107975"/>
              <a:ext cx="255588" cy="303213"/>
            </a:xfrm>
            <a:custGeom>
              <a:avLst/>
              <a:gdLst>
                <a:gd name="T0" fmla="*/ 88 w 98"/>
                <a:gd name="T1" fmla="*/ 48 h 116"/>
                <a:gd name="T2" fmla="*/ 82 w 98"/>
                <a:gd name="T3" fmla="*/ 50 h 116"/>
                <a:gd name="T4" fmla="*/ 82 w 98"/>
                <a:gd name="T5" fmla="*/ 50 h 116"/>
                <a:gd name="T6" fmla="*/ 72 w 98"/>
                <a:gd name="T7" fmla="*/ 40 h 116"/>
                <a:gd name="T8" fmla="*/ 66 w 98"/>
                <a:gd name="T9" fmla="*/ 43 h 116"/>
                <a:gd name="T10" fmla="*/ 56 w 98"/>
                <a:gd name="T11" fmla="*/ 36 h 116"/>
                <a:gd name="T12" fmla="*/ 50 w 98"/>
                <a:gd name="T13" fmla="*/ 38 h 116"/>
                <a:gd name="T14" fmla="*/ 50 w 98"/>
                <a:gd name="T15" fmla="*/ 20 h 116"/>
                <a:gd name="T16" fmla="*/ 79 w 98"/>
                <a:gd name="T17" fmla="*/ 20 h 116"/>
                <a:gd name="T18" fmla="*/ 66 w 98"/>
                <a:gd name="T19" fmla="*/ 33 h 116"/>
                <a:gd name="T20" fmla="*/ 69 w 98"/>
                <a:gd name="T21" fmla="*/ 36 h 116"/>
                <a:gd name="T22" fmla="*/ 87 w 98"/>
                <a:gd name="T23" fmla="*/ 18 h 116"/>
                <a:gd name="T24" fmla="*/ 69 w 98"/>
                <a:gd name="T25" fmla="*/ 0 h 116"/>
                <a:gd name="T26" fmla="*/ 66 w 98"/>
                <a:gd name="T27" fmla="*/ 3 h 116"/>
                <a:gd name="T28" fmla="*/ 79 w 98"/>
                <a:gd name="T29" fmla="*/ 16 h 116"/>
                <a:gd name="T30" fmla="*/ 50 w 98"/>
                <a:gd name="T31" fmla="*/ 16 h 116"/>
                <a:gd name="T32" fmla="*/ 40 w 98"/>
                <a:gd name="T33" fmla="*/ 8 h 116"/>
                <a:gd name="T34" fmla="*/ 30 w 98"/>
                <a:gd name="T35" fmla="*/ 18 h 116"/>
                <a:gd name="T36" fmla="*/ 30 w 98"/>
                <a:gd name="T37" fmla="*/ 53 h 116"/>
                <a:gd name="T38" fmla="*/ 8 w 98"/>
                <a:gd name="T39" fmla="*/ 46 h 116"/>
                <a:gd name="T40" fmla="*/ 30 w 98"/>
                <a:gd name="T41" fmla="*/ 94 h 116"/>
                <a:gd name="T42" fmla="*/ 64 w 98"/>
                <a:gd name="T43" fmla="*/ 116 h 116"/>
                <a:gd name="T44" fmla="*/ 98 w 98"/>
                <a:gd name="T45" fmla="*/ 82 h 116"/>
                <a:gd name="T46" fmla="*/ 98 w 98"/>
                <a:gd name="T47" fmla="*/ 58 h 116"/>
                <a:gd name="T48" fmla="*/ 88 w 98"/>
                <a:gd name="T49" fmla="*/ 48 h 116"/>
                <a:gd name="T50" fmla="*/ 94 w 98"/>
                <a:gd name="T51" fmla="*/ 67 h 116"/>
                <a:gd name="T52" fmla="*/ 94 w 98"/>
                <a:gd name="T53" fmla="*/ 82 h 116"/>
                <a:gd name="T54" fmla="*/ 94 w 98"/>
                <a:gd name="T55" fmla="*/ 86 h 116"/>
                <a:gd name="T56" fmla="*/ 94 w 98"/>
                <a:gd name="T57" fmla="*/ 82 h 116"/>
                <a:gd name="T58" fmla="*/ 64 w 98"/>
                <a:gd name="T59" fmla="*/ 112 h 116"/>
                <a:gd name="T60" fmla="*/ 33 w 98"/>
                <a:gd name="T61" fmla="*/ 92 h 116"/>
                <a:gd name="T62" fmla="*/ 11 w 98"/>
                <a:gd name="T63" fmla="*/ 49 h 116"/>
                <a:gd name="T64" fmla="*/ 34 w 98"/>
                <a:gd name="T65" fmla="*/ 63 h 116"/>
                <a:gd name="T66" fmla="*/ 34 w 98"/>
                <a:gd name="T67" fmla="*/ 18 h 116"/>
                <a:gd name="T68" fmla="*/ 40 w 98"/>
                <a:gd name="T69" fmla="*/ 12 h 116"/>
                <a:gd name="T70" fmla="*/ 46 w 98"/>
                <a:gd name="T71" fmla="*/ 18 h 116"/>
                <a:gd name="T72" fmla="*/ 46 w 98"/>
                <a:gd name="T73" fmla="*/ 60 h 116"/>
                <a:gd name="T74" fmla="*/ 50 w 98"/>
                <a:gd name="T75" fmla="*/ 60 h 116"/>
                <a:gd name="T76" fmla="*/ 50 w 98"/>
                <a:gd name="T77" fmla="*/ 46 h 116"/>
                <a:gd name="T78" fmla="*/ 56 w 98"/>
                <a:gd name="T79" fmla="*/ 40 h 116"/>
                <a:gd name="T80" fmla="*/ 62 w 98"/>
                <a:gd name="T81" fmla="*/ 46 h 116"/>
                <a:gd name="T82" fmla="*/ 62 w 98"/>
                <a:gd name="T83" fmla="*/ 56 h 116"/>
                <a:gd name="T84" fmla="*/ 66 w 98"/>
                <a:gd name="T85" fmla="*/ 56 h 116"/>
                <a:gd name="T86" fmla="*/ 66 w 98"/>
                <a:gd name="T87" fmla="*/ 50 h 116"/>
                <a:gd name="T88" fmla="*/ 72 w 98"/>
                <a:gd name="T89" fmla="*/ 44 h 116"/>
                <a:gd name="T90" fmla="*/ 78 w 98"/>
                <a:gd name="T91" fmla="*/ 50 h 116"/>
                <a:gd name="T92" fmla="*/ 78 w 98"/>
                <a:gd name="T93" fmla="*/ 60 h 116"/>
                <a:gd name="T94" fmla="*/ 82 w 98"/>
                <a:gd name="T95" fmla="*/ 60 h 116"/>
                <a:gd name="T96" fmla="*/ 82 w 98"/>
                <a:gd name="T97" fmla="*/ 58 h 116"/>
                <a:gd name="T98" fmla="*/ 88 w 98"/>
                <a:gd name="T99" fmla="*/ 52 h 116"/>
                <a:gd name="T100" fmla="*/ 94 w 98"/>
                <a:gd name="T101" fmla="*/ 58 h 116"/>
                <a:gd name="T102" fmla="*/ 94 w 98"/>
                <a:gd name="T103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6">
                  <a:moveTo>
                    <a:pt x="88" y="48"/>
                  </a:moveTo>
                  <a:cubicBezTo>
                    <a:pt x="86" y="48"/>
                    <a:pt x="86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3"/>
                  </a:cubicBezTo>
                  <a:cubicBezTo>
                    <a:pt x="64" y="39"/>
                    <a:pt x="61" y="36"/>
                    <a:pt x="56" y="36"/>
                  </a:cubicBezTo>
                  <a:cubicBezTo>
                    <a:pt x="54" y="36"/>
                    <a:pt x="54" y="37"/>
                    <a:pt x="50" y="38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2"/>
                    <a:pt x="45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4" y="41"/>
                    <a:pt x="8" y="46"/>
                  </a:cubicBezTo>
                  <a:cubicBezTo>
                    <a:pt x="0" y="54"/>
                    <a:pt x="17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lose/>
                  <a:moveTo>
                    <a:pt x="94" y="67"/>
                  </a:moveTo>
                  <a:cubicBezTo>
                    <a:pt x="94" y="82"/>
                    <a:pt x="94" y="82"/>
                    <a:pt x="94" y="82"/>
                  </a:cubicBezTo>
                  <a:cubicBezTo>
                    <a:pt x="94" y="82"/>
                    <a:pt x="94" y="86"/>
                    <a:pt x="94" y="86"/>
                  </a:cubicBezTo>
                  <a:cubicBezTo>
                    <a:pt x="94" y="86"/>
                    <a:pt x="94" y="82"/>
                    <a:pt x="94" y="82"/>
                  </a:cubicBezTo>
                  <a:cubicBezTo>
                    <a:pt x="94" y="98"/>
                    <a:pt x="81" y="112"/>
                    <a:pt x="64" y="112"/>
                  </a:cubicBezTo>
                  <a:cubicBezTo>
                    <a:pt x="49" y="112"/>
                    <a:pt x="41" y="104"/>
                    <a:pt x="33" y="92"/>
                  </a:cubicBezTo>
                  <a:cubicBezTo>
                    <a:pt x="18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43"/>
                    <a:pt x="53" y="40"/>
                    <a:pt x="56" y="40"/>
                  </a:cubicBezTo>
                  <a:cubicBezTo>
                    <a:pt x="59" y="40"/>
                    <a:pt x="62" y="43"/>
                    <a:pt x="62" y="4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lnTo>
                    <a:pt x="9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Freeform 34"/>
            <p:cNvSpPr>
              <a:spLocks noEditPoints="1"/>
            </p:cNvSpPr>
            <p:nvPr/>
          </p:nvSpPr>
          <p:spPr bwMode="auto">
            <a:xfrm>
              <a:off x="7419976" y="4191695"/>
              <a:ext cx="254000" cy="280988"/>
            </a:xfrm>
            <a:custGeom>
              <a:avLst/>
              <a:gdLst>
                <a:gd name="T0" fmla="*/ 66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2 w 98"/>
                <a:gd name="T51" fmla="*/ 104 h 108"/>
                <a:gd name="T52" fmla="*/ 62 w 98"/>
                <a:gd name="T53" fmla="*/ 68 h 108"/>
                <a:gd name="T54" fmla="*/ 49 w 98"/>
                <a:gd name="T55" fmla="*/ 81 h 108"/>
                <a:gd name="T56" fmla="*/ 46 w 98"/>
                <a:gd name="T57" fmla="*/ 78 h 108"/>
                <a:gd name="T58" fmla="*/ 64 w 98"/>
                <a:gd name="T59" fmla="*/ 60 h 108"/>
                <a:gd name="T60" fmla="*/ 82 w 98"/>
                <a:gd name="T61" fmla="*/ 78 h 108"/>
                <a:gd name="T62" fmla="*/ 79 w 98"/>
                <a:gd name="T63" fmla="*/ 81 h 108"/>
                <a:gd name="T64" fmla="*/ 66 w 98"/>
                <a:gd name="T65" fmla="*/ 68 h 108"/>
                <a:gd name="T66" fmla="*/ 66 w 98"/>
                <a:gd name="T67" fmla="*/ 104 h 108"/>
                <a:gd name="T68" fmla="*/ 98 w 98"/>
                <a:gd name="T69" fmla="*/ 74 h 108"/>
                <a:gd name="T70" fmla="*/ 64 w 98"/>
                <a:gd name="T71" fmla="*/ 108 h 108"/>
                <a:gd name="T72" fmla="*/ 30 w 98"/>
                <a:gd name="T73" fmla="*/ 86 h 108"/>
                <a:gd name="T74" fmla="*/ 8 w 98"/>
                <a:gd name="T75" fmla="*/ 38 h 108"/>
                <a:gd name="T76" fmla="*/ 30 w 98"/>
                <a:gd name="T77" fmla="*/ 45 h 108"/>
                <a:gd name="T78" fmla="*/ 30 w 98"/>
                <a:gd name="T79" fmla="*/ 45 h 108"/>
                <a:gd name="T80" fmla="*/ 30 w 98"/>
                <a:gd name="T81" fmla="*/ 10 h 108"/>
                <a:gd name="T82" fmla="*/ 40 w 98"/>
                <a:gd name="T83" fmla="*/ 0 h 108"/>
                <a:gd name="T84" fmla="*/ 50 w 98"/>
                <a:gd name="T85" fmla="*/ 10 h 108"/>
                <a:gd name="T86" fmla="*/ 50 w 98"/>
                <a:gd name="T87" fmla="*/ 30 h 108"/>
                <a:gd name="T88" fmla="*/ 56 w 98"/>
                <a:gd name="T89" fmla="*/ 28 h 108"/>
                <a:gd name="T90" fmla="*/ 66 w 98"/>
                <a:gd name="T91" fmla="*/ 35 h 108"/>
                <a:gd name="T92" fmla="*/ 72 w 98"/>
                <a:gd name="T93" fmla="*/ 32 h 108"/>
                <a:gd name="T94" fmla="*/ 82 w 98"/>
                <a:gd name="T95" fmla="*/ 42 h 108"/>
                <a:gd name="T96" fmla="*/ 82 w 98"/>
                <a:gd name="T97" fmla="*/ 42 h 108"/>
                <a:gd name="T98" fmla="*/ 88 w 98"/>
                <a:gd name="T99" fmla="*/ 40 h 108"/>
                <a:gd name="T100" fmla="*/ 98 w 98"/>
                <a:gd name="T101" fmla="*/ 50 h 108"/>
                <a:gd name="T102" fmla="*/ 98 w 98"/>
                <a:gd name="T103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08">
                  <a:moveTo>
                    <a:pt x="66" y="104"/>
                  </a:moveTo>
                  <a:cubicBezTo>
                    <a:pt x="82" y="103"/>
                    <a:pt x="94" y="89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5"/>
                    <a:pt x="48" y="103"/>
                    <a:pt x="62" y="104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6" y="104"/>
                    <a:pt x="66" y="104"/>
                    <a:pt x="66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Freeform 35"/>
            <p:cNvSpPr>
              <a:spLocks noEditPoints="1"/>
            </p:cNvSpPr>
            <p:nvPr/>
          </p:nvSpPr>
          <p:spPr bwMode="auto">
            <a:xfrm>
              <a:off x="3619622" y="592634"/>
              <a:ext cx="254000" cy="280988"/>
            </a:xfrm>
            <a:custGeom>
              <a:avLst/>
              <a:gdLst>
                <a:gd name="T0" fmla="*/ 88 w 98"/>
                <a:gd name="T1" fmla="*/ 40 h 108"/>
                <a:gd name="T2" fmla="*/ 82 w 98"/>
                <a:gd name="T3" fmla="*/ 42 h 108"/>
                <a:gd name="T4" fmla="*/ 82 w 98"/>
                <a:gd name="T5" fmla="*/ 42 h 108"/>
                <a:gd name="T6" fmla="*/ 72 w 98"/>
                <a:gd name="T7" fmla="*/ 32 h 108"/>
                <a:gd name="T8" fmla="*/ 65 w 98"/>
                <a:gd name="T9" fmla="*/ 35 h 108"/>
                <a:gd name="T10" fmla="*/ 56 w 98"/>
                <a:gd name="T11" fmla="*/ 28 h 108"/>
                <a:gd name="T12" fmla="*/ 50 w 98"/>
                <a:gd name="T13" fmla="*/ 30 h 108"/>
                <a:gd name="T14" fmla="*/ 50 w 98"/>
                <a:gd name="T15" fmla="*/ 10 h 108"/>
                <a:gd name="T16" fmla="*/ 40 w 98"/>
                <a:gd name="T17" fmla="*/ 0 h 108"/>
                <a:gd name="T18" fmla="*/ 30 w 98"/>
                <a:gd name="T19" fmla="*/ 10 h 108"/>
                <a:gd name="T20" fmla="*/ 30 w 98"/>
                <a:gd name="T21" fmla="*/ 45 h 108"/>
                <a:gd name="T22" fmla="*/ 8 w 98"/>
                <a:gd name="T23" fmla="*/ 38 h 108"/>
                <a:gd name="T24" fmla="*/ 29 w 98"/>
                <a:gd name="T25" fmla="*/ 86 h 108"/>
                <a:gd name="T26" fmla="*/ 64 w 98"/>
                <a:gd name="T27" fmla="*/ 108 h 108"/>
                <a:gd name="T28" fmla="*/ 98 w 98"/>
                <a:gd name="T29" fmla="*/ 74 h 108"/>
                <a:gd name="T30" fmla="*/ 98 w 98"/>
                <a:gd name="T31" fmla="*/ 50 h 108"/>
                <a:gd name="T32" fmla="*/ 88 w 98"/>
                <a:gd name="T33" fmla="*/ 40 h 108"/>
                <a:gd name="T34" fmla="*/ 94 w 98"/>
                <a:gd name="T35" fmla="*/ 59 h 108"/>
                <a:gd name="T36" fmla="*/ 94 w 98"/>
                <a:gd name="T37" fmla="*/ 74 h 108"/>
                <a:gd name="T38" fmla="*/ 64 w 98"/>
                <a:gd name="T39" fmla="*/ 104 h 108"/>
                <a:gd name="T40" fmla="*/ 33 w 98"/>
                <a:gd name="T41" fmla="*/ 84 h 108"/>
                <a:gd name="T42" fmla="*/ 11 w 98"/>
                <a:gd name="T43" fmla="*/ 41 h 108"/>
                <a:gd name="T44" fmla="*/ 34 w 98"/>
                <a:gd name="T45" fmla="*/ 55 h 108"/>
                <a:gd name="T46" fmla="*/ 34 w 98"/>
                <a:gd name="T47" fmla="*/ 10 h 108"/>
                <a:gd name="T48" fmla="*/ 40 w 98"/>
                <a:gd name="T49" fmla="*/ 4 h 108"/>
                <a:gd name="T50" fmla="*/ 46 w 98"/>
                <a:gd name="T51" fmla="*/ 10 h 108"/>
                <a:gd name="T52" fmla="*/ 46 w 98"/>
                <a:gd name="T53" fmla="*/ 52 h 108"/>
                <a:gd name="T54" fmla="*/ 50 w 98"/>
                <a:gd name="T55" fmla="*/ 52 h 108"/>
                <a:gd name="T56" fmla="*/ 50 w 98"/>
                <a:gd name="T57" fmla="*/ 38 h 108"/>
                <a:gd name="T58" fmla="*/ 56 w 98"/>
                <a:gd name="T59" fmla="*/ 32 h 108"/>
                <a:gd name="T60" fmla="*/ 62 w 98"/>
                <a:gd name="T61" fmla="*/ 38 h 108"/>
                <a:gd name="T62" fmla="*/ 62 w 98"/>
                <a:gd name="T63" fmla="*/ 48 h 108"/>
                <a:gd name="T64" fmla="*/ 62 w 98"/>
                <a:gd name="T65" fmla="*/ 84 h 108"/>
                <a:gd name="T66" fmla="*/ 49 w 98"/>
                <a:gd name="T67" fmla="*/ 71 h 108"/>
                <a:gd name="T68" fmla="*/ 46 w 98"/>
                <a:gd name="T69" fmla="*/ 74 h 108"/>
                <a:gd name="T70" fmla="*/ 64 w 98"/>
                <a:gd name="T71" fmla="*/ 92 h 108"/>
                <a:gd name="T72" fmla="*/ 82 w 98"/>
                <a:gd name="T73" fmla="*/ 74 h 108"/>
                <a:gd name="T74" fmla="*/ 79 w 98"/>
                <a:gd name="T75" fmla="*/ 71 h 108"/>
                <a:gd name="T76" fmla="*/ 66 w 98"/>
                <a:gd name="T77" fmla="*/ 84 h 108"/>
                <a:gd name="T78" fmla="*/ 66 w 98"/>
                <a:gd name="T79" fmla="*/ 48 h 108"/>
                <a:gd name="T80" fmla="*/ 66 w 98"/>
                <a:gd name="T81" fmla="*/ 42 h 108"/>
                <a:gd name="T82" fmla="*/ 72 w 98"/>
                <a:gd name="T83" fmla="*/ 36 h 108"/>
                <a:gd name="T84" fmla="*/ 78 w 98"/>
                <a:gd name="T85" fmla="*/ 42 h 108"/>
                <a:gd name="T86" fmla="*/ 78 w 98"/>
                <a:gd name="T87" fmla="*/ 52 h 108"/>
                <a:gd name="T88" fmla="*/ 82 w 98"/>
                <a:gd name="T89" fmla="*/ 52 h 108"/>
                <a:gd name="T90" fmla="*/ 82 w 98"/>
                <a:gd name="T91" fmla="*/ 50 h 108"/>
                <a:gd name="T92" fmla="*/ 88 w 98"/>
                <a:gd name="T93" fmla="*/ 44 h 108"/>
                <a:gd name="T94" fmla="*/ 94 w 98"/>
                <a:gd name="T95" fmla="*/ 50 h 108"/>
                <a:gd name="T96" fmla="*/ 94 w 98"/>
                <a:gd name="T97" fmla="*/ 5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08">
                  <a:moveTo>
                    <a:pt x="88" y="40"/>
                  </a:moveTo>
                  <a:cubicBezTo>
                    <a:pt x="86" y="40"/>
                    <a:pt x="82" y="41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6"/>
                    <a:pt x="78" y="32"/>
                    <a:pt x="72" y="32"/>
                  </a:cubicBezTo>
                  <a:cubicBezTo>
                    <a:pt x="70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2" y="38"/>
                    <a:pt x="13" y="33"/>
                    <a:pt x="8" y="38"/>
                  </a:cubicBezTo>
                  <a:cubicBezTo>
                    <a:pt x="0" y="46"/>
                    <a:pt x="16" y="62"/>
                    <a:pt x="29" y="86"/>
                  </a:cubicBezTo>
                  <a:cubicBezTo>
                    <a:pt x="39" y="102"/>
                    <a:pt x="52" y="108"/>
                    <a:pt x="64" y="108"/>
                  </a:cubicBezTo>
                  <a:cubicBezTo>
                    <a:pt x="83" y="108"/>
                    <a:pt x="98" y="93"/>
                    <a:pt x="98" y="74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5"/>
                    <a:pt x="94" y="40"/>
                    <a:pt x="88" y="40"/>
                  </a:cubicBezTo>
                  <a:close/>
                  <a:moveTo>
                    <a:pt x="94" y="59"/>
                  </a:moveTo>
                  <a:cubicBezTo>
                    <a:pt x="94" y="74"/>
                    <a:pt x="94" y="74"/>
                    <a:pt x="94" y="74"/>
                  </a:cubicBezTo>
                  <a:cubicBezTo>
                    <a:pt x="94" y="90"/>
                    <a:pt x="81" y="104"/>
                    <a:pt x="64" y="104"/>
                  </a:cubicBezTo>
                  <a:cubicBezTo>
                    <a:pt x="49" y="104"/>
                    <a:pt x="40" y="96"/>
                    <a:pt x="33" y="84"/>
                  </a:cubicBezTo>
                  <a:cubicBezTo>
                    <a:pt x="17" y="58"/>
                    <a:pt x="6" y="46"/>
                    <a:pt x="11" y="41"/>
                  </a:cubicBezTo>
                  <a:cubicBezTo>
                    <a:pt x="15" y="37"/>
                    <a:pt x="26" y="46"/>
                    <a:pt x="34" y="5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79" y="71"/>
                    <a:pt x="79" y="71"/>
                    <a:pt x="79" y="71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7"/>
                    <a:pt x="85" y="44"/>
                    <a:pt x="88" y="44"/>
                  </a:cubicBezTo>
                  <a:cubicBezTo>
                    <a:pt x="91" y="44"/>
                    <a:pt x="94" y="47"/>
                    <a:pt x="94" y="50"/>
                  </a:cubicBezTo>
                  <a:lnTo>
                    <a:pt x="94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4" name="Freeform 36"/>
            <p:cNvSpPr>
              <a:spLocks noEditPoints="1"/>
            </p:cNvSpPr>
            <p:nvPr/>
          </p:nvSpPr>
          <p:spPr bwMode="auto">
            <a:xfrm>
              <a:off x="9288155" y="3676336"/>
              <a:ext cx="255588" cy="280988"/>
            </a:xfrm>
            <a:custGeom>
              <a:avLst/>
              <a:gdLst>
                <a:gd name="T0" fmla="*/ 64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4 w 98"/>
                <a:gd name="T51" fmla="*/ 104 h 108"/>
                <a:gd name="T52" fmla="*/ 64 w 98"/>
                <a:gd name="T53" fmla="*/ 104 h 108"/>
                <a:gd name="T54" fmla="*/ 98 w 98"/>
                <a:gd name="T55" fmla="*/ 74 h 108"/>
                <a:gd name="T56" fmla="*/ 64 w 98"/>
                <a:gd name="T57" fmla="*/ 108 h 108"/>
                <a:gd name="T58" fmla="*/ 30 w 98"/>
                <a:gd name="T59" fmla="*/ 86 h 108"/>
                <a:gd name="T60" fmla="*/ 8 w 98"/>
                <a:gd name="T61" fmla="*/ 38 h 108"/>
                <a:gd name="T62" fmla="*/ 30 w 98"/>
                <a:gd name="T63" fmla="*/ 45 h 108"/>
                <a:gd name="T64" fmla="*/ 30 w 98"/>
                <a:gd name="T65" fmla="*/ 45 h 108"/>
                <a:gd name="T66" fmla="*/ 30 w 98"/>
                <a:gd name="T67" fmla="*/ 10 h 108"/>
                <a:gd name="T68" fmla="*/ 40 w 98"/>
                <a:gd name="T69" fmla="*/ 0 h 108"/>
                <a:gd name="T70" fmla="*/ 50 w 98"/>
                <a:gd name="T71" fmla="*/ 10 h 108"/>
                <a:gd name="T72" fmla="*/ 50 w 98"/>
                <a:gd name="T73" fmla="*/ 30 h 108"/>
                <a:gd name="T74" fmla="*/ 56 w 98"/>
                <a:gd name="T75" fmla="*/ 28 h 108"/>
                <a:gd name="T76" fmla="*/ 66 w 98"/>
                <a:gd name="T77" fmla="*/ 35 h 108"/>
                <a:gd name="T78" fmla="*/ 72 w 98"/>
                <a:gd name="T79" fmla="*/ 32 h 108"/>
                <a:gd name="T80" fmla="*/ 82 w 98"/>
                <a:gd name="T81" fmla="*/ 42 h 108"/>
                <a:gd name="T82" fmla="*/ 82 w 98"/>
                <a:gd name="T83" fmla="*/ 42 h 108"/>
                <a:gd name="T84" fmla="*/ 88 w 98"/>
                <a:gd name="T85" fmla="*/ 40 h 108"/>
                <a:gd name="T86" fmla="*/ 98 w 98"/>
                <a:gd name="T87" fmla="*/ 50 h 108"/>
                <a:gd name="T88" fmla="*/ 98 w 98"/>
                <a:gd name="T89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108">
                  <a:moveTo>
                    <a:pt x="64" y="104"/>
                  </a:moveTo>
                  <a:cubicBezTo>
                    <a:pt x="81" y="104"/>
                    <a:pt x="94" y="90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6"/>
                    <a:pt x="49" y="104"/>
                    <a:pt x="64" y="104"/>
                  </a:cubicBezTo>
                  <a:cubicBezTo>
                    <a:pt x="64" y="104"/>
                    <a:pt x="64" y="104"/>
                    <a:pt x="64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Freeform 37"/>
            <p:cNvSpPr>
              <a:spLocks noEditPoints="1"/>
            </p:cNvSpPr>
            <p:nvPr/>
          </p:nvSpPr>
          <p:spPr bwMode="auto">
            <a:xfrm>
              <a:off x="320572" y="184483"/>
              <a:ext cx="254000" cy="322263"/>
            </a:xfrm>
            <a:custGeom>
              <a:avLst/>
              <a:gdLst>
                <a:gd name="T0" fmla="*/ 66 w 98"/>
                <a:gd name="T1" fmla="*/ 26 h 124"/>
                <a:gd name="T2" fmla="*/ 14 w 98"/>
                <a:gd name="T3" fmla="*/ 26 h 124"/>
                <a:gd name="T4" fmla="*/ 26 w 98"/>
                <a:gd name="T5" fmla="*/ 43 h 124"/>
                <a:gd name="T6" fmla="*/ 40 w 98"/>
                <a:gd name="T7" fmla="*/ 4 h 124"/>
                <a:gd name="T8" fmla="*/ 57 w 98"/>
                <a:gd name="T9" fmla="*/ 40 h 124"/>
                <a:gd name="T10" fmla="*/ 61 w 98"/>
                <a:gd name="T11" fmla="*/ 41 h 124"/>
                <a:gd name="T12" fmla="*/ 58 w 98"/>
                <a:gd name="T13" fmla="*/ 26 h 124"/>
                <a:gd name="T14" fmla="*/ 22 w 98"/>
                <a:gd name="T15" fmla="*/ 26 h 124"/>
                <a:gd name="T16" fmla="*/ 26 w 98"/>
                <a:gd name="T17" fmla="*/ 26 h 124"/>
                <a:gd name="T18" fmla="*/ 54 w 98"/>
                <a:gd name="T19" fmla="*/ 26 h 124"/>
                <a:gd name="T20" fmla="*/ 54 w 98"/>
                <a:gd name="T21" fmla="*/ 37 h 124"/>
                <a:gd name="T22" fmla="*/ 94 w 98"/>
                <a:gd name="T23" fmla="*/ 90 h 124"/>
                <a:gd name="T24" fmla="*/ 94 w 98"/>
                <a:gd name="T25" fmla="*/ 75 h 124"/>
                <a:gd name="T26" fmla="*/ 88 w 98"/>
                <a:gd name="T27" fmla="*/ 60 h 124"/>
                <a:gd name="T28" fmla="*/ 82 w 98"/>
                <a:gd name="T29" fmla="*/ 68 h 124"/>
                <a:gd name="T30" fmla="*/ 78 w 98"/>
                <a:gd name="T31" fmla="*/ 58 h 124"/>
                <a:gd name="T32" fmla="*/ 66 w 98"/>
                <a:gd name="T33" fmla="*/ 58 h 124"/>
                <a:gd name="T34" fmla="*/ 62 w 98"/>
                <a:gd name="T35" fmla="*/ 64 h 124"/>
                <a:gd name="T36" fmla="*/ 56 w 98"/>
                <a:gd name="T37" fmla="*/ 48 h 124"/>
                <a:gd name="T38" fmla="*/ 50 w 98"/>
                <a:gd name="T39" fmla="*/ 68 h 124"/>
                <a:gd name="T40" fmla="*/ 46 w 98"/>
                <a:gd name="T41" fmla="*/ 26 h 124"/>
                <a:gd name="T42" fmla="*/ 34 w 98"/>
                <a:gd name="T43" fmla="*/ 26 h 124"/>
                <a:gd name="T44" fmla="*/ 11 w 98"/>
                <a:gd name="T45" fmla="*/ 57 h 124"/>
                <a:gd name="T46" fmla="*/ 64 w 98"/>
                <a:gd name="T47" fmla="*/ 120 h 124"/>
                <a:gd name="T48" fmla="*/ 64 w 98"/>
                <a:gd name="T49" fmla="*/ 124 h 124"/>
                <a:gd name="T50" fmla="*/ 8 w 98"/>
                <a:gd name="T51" fmla="*/ 54 h 124"/>
                <a:gd name="T52" fmla="*/ 30 w 98"/>
                <a:gd name="T53" fmla="*/ 61 h 124"/>
                <a:gd name="T54" fmla="*/ 40 w 98"/>
                <a:gd name="T55" fmla="*/ 16 h 124"/>
                <a:gd name="T56" fmla="*/ 50 w 98"/>
                <a:gd name="T57" fmla="*/ 46 h 124"/>
                <a:gd name="T58" fmla="*/ 66 w 98"/>
                <a:gd name="T59" fmla="*/ 51 h 124"/>
                <a:gd name="T60" fmla="*/ 82 w 98"/>
                <a:gd name="T61" fmla="*/ 58 h 124"/>
                <a:gd name="T62" fmla="*/ 88 w 98"/>
                <a:gd name="T63" fmla="*/ 56 h 124"/>
                <a:gd name="T64" fmla="*/ 98 w 98"/>
                <a:gd name="T65" fmla="*/ 9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8" h="124">
                  <a:moveTo>
                    <a:pt x="61" y="41"/>
                  </a:moveTo>
                  <a:cubicBezTo>
                    <a:pt x="64" y="37"/>
                    <a:pt x="66" y="32"/>
                    <a:pt x="66" y="26"/>
                  </a:cubicBezTo>
                  <a:cubicBezTo>
                    <a:pt x="66" y="12"/>
                    <a:pt x="55" y="0"/>
                    <a:pt x="40" y="0"/>
                  </a:cubicBezTo>
                  <a:cubicBezTo>
                    <a:pt x="26" y="0"/>
                    <a:pt x="14" y="12"/>
                    <a:pt x="14" y="26"/>
                  </a:cubicBezTo>
                  <a:cubicBezTo>
                    <a:pt x="14" y="35"/>
                    <a:pt x="19" y="43"/>
                    <a:pt x="26" y="48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1" y="39"/>
                    <a:pt x="18" y="33"/>
                    <a:pt x="18" y="26"/>
                  </a:cubicBezTo>
                  <a:cubicBezTo>
                    <a:pt x="18" y="14"/>
                    <a:pt x="28" y="4"/>
                    <a:pt x="40" y="4"/>
                  </a:cubicBezTo>
                  <a:cubicBezTo>
                    <a:pt x="52" y="4"/>
                    <a:pt x="62" y="14"/>
                    <a:pt x="62" y="26"/>
                  </a:cubicBezTo>
                  <a:cubicBezTo>
                    <a:pt x="62" y="31"/>
                    <a:pt x="60" y="36"/>
                    <a:pt x="57" y="40"/>
                  </a:cubicBezTo>
                  <a:cubicBezTo>
                    <a:pt x="59" y="40"/>
                    <a:pt x="60" y="40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lose/>
                  <a:moveTo>
                    <a:pt x="54" y="37"/>
                  </a:moveTo>
                  <a:cubicBezTo>
                    <a:pt x="57" y="34"/>
                    <a:pt x="58" y="30"/>
                    <a:pt x="58" y="26"/>
                  </a:cubicBezTo>
                  <a:cubicBezTo>
                    <a:pt x="58" y="16"/>
                    <a:pt x="50" y="8"/>
                    <a:pt x="40" y="8"/>
                  </a:cubicBezTo>
                  <a:cubicBezTo>
                    <a:pt x="30" y="8"/>
                    <a:pt x="22" y="16"/>
                    <a:pt x="22" y="26"/>
                  </a:cubicBezTo>
                  <a:cubicBezTo>
                    <a:pt x="22" y="30"/>
                    <a:pt x="24" y="34"/>
                    <a:pt x="26" y="37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8"/>
                    <a:pt x="33" y="12"/>
                    <a:pt x="40" y="12"/>
                  </a:cubicBezTo>
                  <a:cubicBezTo>
                    <a:pt x="48" y="12"/>
                    <a:pt x="54" y="18"/>
                    <a:pt x="54" y="26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64" y="120"/>
                  </a:moveTo>
                  <a:cubicBezTo>
                    <a:pt x="81" y="120"/>
                    <a:pt x="94" y="106"/>
                    <a:pt x="94" y="90"/>
                  </a:cubicBezTo>
                  <a:cubicBezTo>
                    <a:pt x="94" y="90"/>
                    <a:pt x="94" y="99"/>
                    <a:pt x="94" y="90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63"/>
                    <a:pt x="92" y="60"/>
                    <a:pt x="88" y="60"/>
                  </a:cubicBezTo>
                  <a:cubicBezTo>
                    <a:pt x="85" y="60"/>
                    <a:pt x="82" y="63"/>
                    <a:pt x="82" y="66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55"/>
                    <a:pt x="76" y="52"/>
                    <a:pt x="72" y="52"/>
                  </a:cubicBezTo>
                  <a:cubicBezTo>
                    <a:pt x="69" y="52"/>
                    <a:pt x="66" y="55"/>
                    <a:pt x="66" y="58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2" y="51"/>
                    <a:pt x="60" y="48"/>
                    <a:pt x="56" y="48"/>
                  </a:cubicBezTo>
                  <a:cubicBezTo>
                    <a:pt x="53" y="48"/>
                    <a:pt x="50" y="51"/>
                    <a:pt x="50" y="54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6" y="68"/>
                    <a:pt x="46" y="68"/>
                    <a:pt x="46" y="68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3"/>
                    <a:pt x="44" y="20"/>
                    <a:pt x="40" y="20"/>
                  </a:cubicBezTo>
                  <a:cubicBezTo>
                    <a:pt x="37" y="20"/>
                    <a:pt x="34" y="23"/>
                    <a:pt x="34" y="26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26" y="62"/>
                    <a:pt x="15" y="53"/>
                    <a:pt x="11" y="57"/>
                  </a:cubicBezTo>
                  <a:cubicBezTo>
                    <a:pt x="6" y="62"/>
                    <a:pt x="18" y="74"/>
                    <a:pt x="33" y="100"/>
                  </a:cubicBezTo>
                  <a:cubicBezTo>
                    <a:pt x="40" y="112"/>
                    <a:pt x="49" y="120"/>
                    <a:pt x="64" y="120"/>
                  </a:cubicBezTo>
                  <a:close/>
                  <a:moveTo>
                    <a:pt x="98" y="90"/>
                  </a:moveTo>
                  <a:cubicBezTo>
                    <a:pt x="98" y="109"/>
                    <a:pt x="83" y="124"/>
                    <a:pt x="64" y="124"/>
                  </a:cubicBezTo>
                  <a:cubicBezTo>
                    <a:pt x="52" y="124"/>
                    <a:pt x="39" y="118"/>
                    <a:pt x="30" y="102"/>
                  </a:cubicBezTo>
                  <a:cubicBezTo>
                    <a:pt x="17" y="78"/>
                    <a:pt x="0" y="62"/>
                    <a:pt x="8" y="54"/>
                  </a:cubicBezTo>
                  <a:cubicBezTo>
                    <a:pt x="14" y="49"/>
                    <a:pt x="22" y="54"/>
                    <a:pt x="30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0"/>
                    <a:pt x="35" y="16"/>
                    <a:pt x="40" y="16"/>
                  </a:cubicBezTo>
                  <a:cubicBezTo>
                    <a:pt x="46" y="16"/>
                    <a:pt x="50" y="20"/>
                    <a:pt x="50" y="2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2" y="45"/>
                    <a:pt x="54" y="44"/>
                    <a:pt x="56" y="44"/>
                  </a:cubicBezTo>
                  <a:cubicBezTo>
                    <a:pt x="61" y="44"/>
                    <a:pt x="64" y="47"/>
                    <a:pt x="66" y="51"/>
                  </a:cubicBezTo>
                  <a:cubicBezTo>
                    <a:pt x="67" y="49"/>
                    <a:pt x="70" y="48"/>
                    <a:pt x="72" y="48"/>
                  </a:cubicBezTo>
                  <a:cubicBezTo>
                    <a:pt x="78" y="48"/>
                    <a:pt x="82" y="52"/>
                    <a:pt x="82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4" y="57"/>
                    <a:pt x="86" y="56"/>
                    <a:pt x="88" y="56"/>
                  </a:cubicBezTo>
                  <a:cubicBezTo>
                    <a:pt x="94" y="56"/>
                    <a:pt x="98" y="61"/>
                    <a:pt x="98" y="66"/>
                  </a:cubicBezTo>
                  <a:cubicBezTo>
                    <a:pt x="98" y="90"/>
                    <a:pt x="98" y="90"/>
                    <a:pt x="98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Freeform 38"/>
            <p:cNvSpPr>
              <a:spLocks noEditPoints="1"/>
            </p:cNvSpPr>
            <p:nvPr/>
          </p:nvSpPr>
          <p:spPr bwMode="auto">
            <a:xfrm>
              <a:off x="8269432" y="4112575"/>
              <a:ext cx="254000" cy="303213"/>
            </a:xfrm>
            <a:custGeom>
              <a:avLst/>
              <a:gdLst>
                <a:gd name="T0" fmla="*/ 54 w 98"/>
                <a:gd name="T1" fmla="*/ 29 h 116"/>
                <a:gd name="T2" fmla="*/ 58 w 98"/>
                <a:gd name="T3" fmla="*/ 18 h 116"/>
                <a:gd name="T4" fmla="*/ 40 w 98"/>
                <a:gd name="T5" fmla="*/ 0 h 116"/>
                <a:gd name="T6" fmla="*/ 22 w 98"/>
                <a:gd name="T7" fmla="*/ 18 h 116"/>
                <a:gd name="T8" fmla="*/ 26 w 98"/>
                <a:gd name="T9" fmla="*/ 29 h 116"/>
                <a:gd name="T10" fmla="*/ 26 w 98"/>
                <a:gd name="T11" fmla="*/ 18 h 116"/>
                <a:gd name="T12" fmla="*/ 40 w 98"/>
                <a:gd name="T13" fmla="*/ 4 h 116"/>
                <a:gd name="T14" fmla="*/ 54 w 98"/>
                <a:gd name="T15" fmla="*/ 18 h 116"/>
                <a:gd name="T16" fmla="*/ 54 w 98"/>
                <a:gd name="T17" fmla="*/ 29 h 116"/>
                <a:gd name="T18" fmla="*/ 54 w 98"/>
                <a:gd name="T19" fmla="*/ 29 h 116"/>
                <a:gd name="T20" fmla="*/ 64 w 98"/>
                <a:gd name="T21" fmla="*/ 112 h 116"/>
                <a:gd name="T22" fmla="*/ 94 w 98"/>
                <a:gd name="T23" fmla="*/ 82 h 116"/>
                <a:gd name="T24" fmla="*/ 94 w 98"/>
                <a:gd name="T25" fmla="*/ 82 h 116"/>
                <a:gd name="T26" fmla="*/ 94 w 98"/>
                <a:gd name="T27" fmla="*/ 67 h 116"/>
                <a:gd name="T28" fmla="*/ 94 w 98"/>
                <a:gd name="T29" fmla="*/ 58 h 116"/>
                <a:gd name="T30" fmla="*/ 88 w 98"/>
                <a:gd name="T31" fmla="*/ 52 h 116"/>
                <a:gd name="T32" fmla="*/ 82 w 98"/>
                <a:gd name="T33" fmla="*/ 58 h 116"/>
                <a:gd name="T34" fmla="*/ 82 w 98"/>
                <a:gd name="T35" fmla="*/ 60 h 116"/>
                <a:gd name="T36" fmla="*/ 78 w 98"/>
                <a:gd name="T37" fmla="*/ 60 h 116"/>
                <a:gd name="T38" fmla="*/ 78 w 98"/>
                <a:gd name="T39" fmla="*/ 50 h 116"/>
                <a:gd name="T40" fmla="*/ 72 w 98"/>
                <a:gd name="T41" fmla="*/ 44 h 116"/>
                <a:gd name="T42" fmla="*/ 66 w 98"/>
                <a:gd name="T43" fmla="*/ 50 h 116"/>
                <a:gd name="T44" fmla="*/ 66 w 98"/>
                <a:gd name="T45" fmla="*/ 56 h 116"/>
                <a:gd name="T46" fmla="*/ 62 w 98"/>
                <a:gd name="T47" fmla="*/ 56 h 116"/>
                <a:gd name="T48" fmla="*/ 62 w 98"/>
                <a:gd name="T49" fmla="*/ 46 h 116"/>
                <a:gd name="T50" fmla="*/ 56 w 98"/>
                <a:gd name="T51" fmla="*/ 40 h 116"/>
                <a:gd name="T52" fmla="*/ 50 w 98"/>
                <a:gd name="T53" fmla="*/ 46 h 116"/>
                <a:gd name="T54" fmla="*/ 50 w 98"/>
                <a:gd name="T55" fmla="*/ 60 h 116"/>
                <a:gd name="T56" fmla="*/ 46 w 98"/>
                <a:gd name="T57" fmla="*/ 60 h 116"/>
                <a:gd name="T58" fmla="*/ 46 w 98"/>
                <a:gd name="T59" fmla="*/ 18 h 116"/>
                <a:gd name="T60" fmla="*/ 40 w 98"/>
                <a:gd name="T61" fmla="*/ 12 h 116"/>
                <a:gd name="T62" fmla="*/ 34 w 98"/>
                <a:gd name="T63" fmla="*/ 18 h 116"/>
                <a:gd name="T64" fmla="*/ 34 w 98"/>
                <a:gd name="T65" fmla="*/ 63 h 116"/>
                <a:gd name="T66" fmla="*/ 11 w 98"/>
                <a:gd name="T67" fmla="*/ 49 h 116"/>
                <a:gd name="T68" fmla="*/ 33 w 98"/>
                <a:gd name="T69" fmla="*/ 92 h 116"/>
                <a:gd name="T70" fmla="*/ 64 w 98"/>
                <a:gd name="T71" fmla="*/ 112 h 116"/>
                <a:gd name="T72" fmla="*/ 98 w 98"/>
                <a:gd name="T73" fmla="*/ 82 h 116"/>
                <a:gd name="T74" fmla="*/ 64 w 98"/>
                <a:gd name="T75" fmla="*/ 116 h 116"/>
                <a:gd name="T76" fmla="*/ 30 w 98"/>
                <a:gd name="T77" fmla="*/ 94 h 116"/>
                <a:gd name="T78" fmla="*/ 8 w 98"/>
                <a:gd name="T79" fmla="*/ 46 h 116"/>
                <a:gd name="T80" fmla="*/ 30 w 98"/>
                <a:gd name="T81" fmla="*/ 53 h 116"/>
                <a:gd name="T82" fmla="*/ 30 w 98"/>
                <a:gd name="T83" fmla="*/ 53 h 116"/>
                <a:gd name="T84" fmla="*/ 30 w 98"/>
                <a:gd name="T85" fmla="*/ 18 h 116"/>
                <a:gd name="T86" fmla="*/ 40 w 98"/>
                <a:gd name="T87" fmla="*/ 8 h 116"/>
                <a:gd name="T88" fmla="*/ 50 w 98"/>
                <a:gd name="T89" fmla="*/ 18 h 116"/>
                <a:gd name="T90" fmla="*/ 50 w 98"/>
                <a:gd name="T91" fmla="*/ 38 h 116"/>
                <a:gd name="T92" fmla="*/ 56 w 98"/>
                <a:gd name="T93" fmla="*/ 36 h 116"/>
                <a:gd name="T94" fmla="*/ 66 w 98"/>
                <a:gd name="T95" fmla="*/ 43 h 116"/>
                <a:gd name="T96" fmla="*/ 72 w 98"/>
                <a:gd name="T97" fmla="*/ 40 h 116"/>
                <a:gd name="T98" fmla="*/ 82 w 98"/>
                <a:gd name="T99" fmla="*/ 50 h 116"/>
                <a:gd name="T100" fmla="*/ 82 w 98"/>
                <a:gd name="T101" fmla="*/ 50 h 116"/>
                <a:gd name="T102" fmla="*/ 88 w 98"/>
                <a:gd name="T103" fmla="*/ 48 h 116"/>
                <a:gd name="T104" fmla="*/ 98 w 98"/>
                <a:gd name="T105" fmla="*/ 58 h 116"/>
                <a:gd name="T106" fmla="*/ 98 w 98"/>
                <a:gd name="T107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" h="116">
                  <a:moveTo>
                    <a:pt x="54" y="29"/>
                  </a:moveTo>
                  <a:cubicBezTo>
                    <a:pt x="57" y="26"/>
                    <a:pt x="58" y="22"/>
                    <a:pt x="58" y="18"/>
                  </a:cubicBezTo>
                  <a:cubicBezTo>
                    <a:pt x="58" y="8"/>
                    <a:pt x="50" y="0"/>
                    <a:pt x="40" y="0"/>
                  </a:cubicBezTo>
                  <a:cubicBezTo>
                    <a:pt x="30" y="0"/>
                    <a:pt x="22" y="8"/>
                    <a:pt x="22" y="18"/>
                  </a:cubicBezTo>
                  <a:cubicBezTo>
                    <a:pt x="22" y="22"/>
                    <a:pt x="24" y="26"/>
                    <a:pt x="26" y="2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0"/>
                    <a:pt x="33" y="4"/>
                    <a:pt x="40" y="4"/>
                  </a:cubicBezTo>
                  <a:cubicBezTo>
                    <a:pt x="48" y="4"/>
                    <a:pt x="54" y="10"/>
                    <a:pt x="54" y="1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9"/>
                    <a:pt x="54" y="29"/>
                    <a:pt x="54" y="29"/>
                  </a:cubicBezTo>
                  <a:close/>
                  <a:moveTo>
                    <a:pt x="64" y="112"/>
                  </a:moveTo>
                  <a:cubicBezTo>
                    <a:pt x="81" y="112"/>
                    <a:pt x="94" y="98"/>
                    <a:pt x="94" y="82"/>
                  </a:cubicBezTo>
                  <a:cubicBezTo>
                    <a:pt x="94" y="82"/>
                    <a:pt x="94" y="91"/>
                    <a:pt x="94" y="82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58"/>
                    <a:pt x="94" y="58"/>
                    <a:pt x="94" y="58"/>
                  </a:cubicBezTo>
                  <a:cubicBezTo>
                    <a:pt x="94" y="55"/>
                    <a:pt x="92" y="52"/>
                    <a:pt x="88" y="52"/>
                  </a:cubicBezTo>
                  <a:cubicBezTo>
                    <a:pt x="85" y="52"/>
                    <a:pt x="82" y="55"/>
                    <a:pt x="82" y="58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47"/>
                    <a:pt x="76" y="44"/>
                    <a:pt x="72" y="44"/>
                  </a:cubicBezTo>
                  <a:cubicBezTo>
                    <a:pt x="69" y="44"/>
                    <a:pt x="66" y="47"/>
                    <a:pt x="66" y="50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2" y="46"/>
                    <a:pt x="62" y="46"/>
                    <a:pt x="62" y="46"/>
                  </a:cubicBezTo>
                  <a:cubicBezTo>
                    <a:pt x="62" y="43"/>
                    <a:pt x="60" y="40"/>
                    <a:pt x="56" y="40"/>
                  </a:cubicBezTo>
                  <a:cubicBezTo>
                    <a:pt x="53" y="40"/>
                    <a:pt x="50" y="43"/>
                    <a:pt x="50" y="46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5"/>
                    <a:pt x="44" y="12"/>
                    <a:pt x="40" y="12"/>
                  </a:cubicBezTo>
                  <a:cubicBezTo>
                    <a:pt x="37" y="12"/>
                    <a:pt x="34" y="15"/>
                    <a:pt x="34" y="18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26" y="54"/>
                    <a:pt x="15" y="45"/>
                    <a:pt x="11" y="49"/>
                  </a:cubicBezTo>
                  <a:cubicBezTo>
                    <a:pt x="6" y="54"/>
                    <a:pt x="18" y="66"/>
                    <a:pt x="33" y="92"/>
                  </a:cubicBezTo>
                  <a:cubicBezTo>
                    <a:pt x="40" y="104"/>
                    <a:pt x="49" y="112"/>
                    <a:pt x="64" y="112"/>
                  </a:cubicBezTo>
                  <a:close/>
                  <a:moveTo>
                    <a:pt x="98" y="82"/>
                  </a:moveTo>
                  <a:cubicBezTo>
                    <a:pt x="98" y="101"/>
                    <a:pt x="83" y="116"/>
                    <a:pt x="64" y="116"/>
                  </a:cubicBezTo>
                  <a:cubicBezTo>
                    <a:pt x="52" y="116"/>
                    <a:pt x="39" y="110"/>
                    <a:pt x="30" y="94"/>
                  </a:cubicBezTo>
                  <a:cubicBezTo>
                    <a:pt x="17" y="70"/>
                    <a:pt x="0" y="54"/>
                    <a:pt x="8" y="46"/>
                  </a:cubicBezTo>
                  <a:cubicBezTo>
                    <a:pt x="14" y="41"/>
                    <a:pt x="22" y="46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2"/>
                    <a:pt x="35" y="8"/>
                    <a:pt x="40" y="8"/>
                  </a:cubicBezTo>
                  <a:cubicBezTo>
                    <a:pt x="46" y="8"/>
                    <a:pt x="50" y="12"/>
                    <a:pt x="50" y="1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7"/>
                    <a:pt x="54" y="36"/>
                    <a:pt x="56" y="36"/>
                  </a:cubicBezTo>
                  <a:cubicBezTo>
                    <a:pt x="61" y="36"/>
                    <a:pt x="64" y="39"/>
                    <a:pt x="66" y="43"/>
                  </a:cubicBezTo>
                  <a:cubicBezTo>
                    <a:pt x="67" y="41"/>
                    <a:pt x="70" y="40"/>
                    <a:pt x="72" y="40"/>
                  </a:cubicBezTo>
                  <a:cubicBezTo>
                    <a:pt x="78" y="40"/>
                    <a:pt x="82" y="44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4" y="49"/>
                    <a:pt x="86" y="48"/>
                    <a:pt x="88" y="48"/>
                  </a:cubicBezTo>
                  <a:cubicBezTo>
                    <a:pt x="94" y="48"/>
                    <a:pt x="98" y="53"/>
                    <a:pt x="98" y="58"/>
                  </a:cubicBezTo>
                  <a:cubicBezTo>
                    <a:pt x="98" y="82"/>
                    <a:pt x="98" y="82"/>
                    <a:pt x="98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5865835" y="6228619"/>
              <a:ext cx="423070" cy="514475"/>
              <a:chOff x="7593013" y="2532063"/>
              <a:chExt cx="257175" cy="312738"/>
            </a:xfrm>
            <a:grpFill/>
          </p:grpSpPr>
          <p:sp>
            <p:nvSpPr>
              <p:cNvPr id="217" name="Freeform 39"/>
              <p:cNvSpPr>
                <a:spLocks noEditPoints="1"/>
              </p:cNvSpPr>
              <p:nvPr/>
            </p:nvSpPr>
            <p:spPr bwMode="auto">
              <a:xfrm>
                <a:off x="7753350" y="2532063"/>
                <a:ext cx="93663" cy="93663"/>
              </a:xfrm>
              <a:custGeom>
                <a:avLst/>
                <a:gdLst>
                  <a:gd name="T0" fmla="*/ 18 w 36"/>
                  <a:gd name="T1" fmla="*/ 36 h 36"/>
                  <a:gd name="T2" fmla="*/ 36 w 36"/>
                  <a:gd name="T3" fmla="*/ 18 h 36"/>
                  <a:gd name="T4" fmla="*/ 18 w 36"/>
                  <a:gd name="T5" fmla="*/ 0 h 36"/>
                  <a:gd name="T6" fmla="*/ 0 w 36"/>
                  <a:gd name="T7" fmla="*/ 18 h 36"/>
                  <a:gd name="T8" fmla="*/ 18 w 36"/>
                  <a:gd name="T9" fmla="*/ 36 h 36"/>
                  <a:gd name="T10" fmla="*/ 17 w 36"/>
                  <a:gd name="T11" fmla="*/ 4 h 36"/>
                  <a:gd name="T12" fmla="*/ 17 w 36"/>
                  <a:gd name="T13" fmla="*/ 18 h 36"/>
                  <a:gd name="T14" fmla="*/ 19 w 36"/>
                  <a:gd name="T15" fmla="*/ 18 h 36"/>
                  <a:gd name="T16" fmla="*/ 29 w 36"/>
                  <a:gd name="T17" fmla="*/ 18 h 36"/>
                  <a:gd name="T18" fmla="*/ 29 w 36"/>
                  <a:gd name="T19" fmla="*/ 14 h 36"/>
                  <a:gd name="T20" fmla="*/ 21 w 36"/>
                  <a:gd name="T21" fmla="*/ 14 h 36"/>
                  <a:gd name="T22" fmla="*/ 21 w 36"/>
                  <a:gd name="T23" fmla="*/ 4 h 36"/>
                  <a:gd name="T24" fmla="*/ 33 w 36"/>
                  <a:gd name="T25" fmla="*/ 18 h 36"/>
                  <a:gd name="T26" fmla="*/ 18 w 36"/>
                  <a:gd name="T27" fmla="*/ 32 h 36"/>
                  <a:gd name="T28" fmla="*/ 5 w 36"/>
                  <a:gd name="T29" fmla="*/ 18 h 36"/>
                  <a:gd name="T30" fmla="*/ 17 w 36"/>
                  <a:gd name="T31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28" y="36"/>
                      <a:pt x="36" y="28"/>
                      <a:pt x="36" y="18"/>
                    </a:cubicBezTo>
                    <a:cubicBezTo>
                      <a:pt x="36" y="8"/>
                      <a:pt x="2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8"/>
                      <a:pt x="8" y="36"/>
                      <a:pt x="18" y="36"/>
                    </a:cubicBezTo>
                    <a:close/>
                    <a:moveTo>
                      <a:pt x="17" y="4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5" y="5"/>
                      <a:pt x="33" y="11"/>
                      <a:pt x="33" y="18"/>
                    </a:cubicBezTo>
                    <a:cubicBezTo>
                      <a:pt x="33" y="26"/>
                      <a:pt x="26" y="32"/>
                      <a:pt x="18" y="32"/>
                    </a:cubicBezTo>
                    <a:cubicBezTo>
                      <a:pt x="11" y="32"/>
                      <a:pt x="5" y="26"/>
                      <a:pt x="5" y="18"/>
                    </a:cubicBezTo>
                    <a:cubicBezTo>
                      <a:pt x="5" y="11"/>
                      <a:pt x="9" y="5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reeform 40"/>
              <p:cNvSpPr>
                <a:spLocks noEditPoints="1"/>
              </p:cNvSpPr>
              <p:nvPr/>
            </p:nvSpPr>
            <p:spPr bwMode="auto">
              <a:xfrm>
                <a:off x="7593013" y="2563813"/>
                <a:ext cx="257175" cy="280988"/>
              </a:xfrm>
              <a:custGeom>
                <a:avLst/>
                <a:gdLst>
                  <a:gd name="T0" fmla="*/ 89 w 99"/>
                  <a:gd name="T1" fmla="*/ 40 h 108"/>
                  <a:gd name="T2" fmla="*/ 82 w 99"/>
                  <a:gd name="T3" fmla="*/ 42 h 108"/>
                  <a:gd name="T4" fmla="*/ 72 w 99"/>
                  <a:gd name="T5" fmla="*/ 32 h 108"/>
                  <a:gd name="T6" fmla="*/ 66 w 99"/>
                  <a:gd name="T7" fmla="*/ 35 h 108"/>
                  <a:gd name="T8" fmla="*/ 57 w 99"/>
                  <a:gd name="T9" fmla="*/ 28 h 108"/>
                  <a:gd name="T10" fmla="*/ 51 w 99"/>
                  <a:gd name="T11" fmla="*/ 30 h 108"/>
                  <a:gd name="T12" fmla="*/ 51 w 99"/>
                  <a:gd name="T13" fmla="*/ 10 h 108"/>
                  <a:gd name="T14" fmla="*/ 41 w 99"/>
                  <a:gd name="T15" fmla="*/ 0 h 108"/>
                  <a:gd name="T16" fmla="*/ 31 w 99"/>
                  <a:gd name="T17" fmla="*/ 10 h 108"/>
                  <a:gd name="T18" fmla="*/ 31 w 99"/>
                  <a:gd name="T19" fmla="*/ 45 h 108"/>
                  <a:gd name="T20" fmla="*/ 8 w 99"/>
                  <a:gd name="T21" fmla="*/ 38 h 108"/>
                  <a:gd name="T22" fmla="*/ 30 w 99"/>
                  <a:gd name="T23" fmla="*/ 86 h 108"/>
                  <a:gd name="T24" fmla="*/ 65 w 99"/>
                  <a:gd name="T25" fmla="*/ 108 h 108"/>
                  <a:gd name="T26" fmla="*/ 99 w 99"/>
                  <a:gd name="T27" fmla="*/ 74 h 108"/>
                  <a:gd name="T28" fmla="*/ 99 w 99"/>
                  <a:gd name="T29" fmla="*/ 50 h 108"/>
                  <a:gd name="T30" fmla="*/ 89 w 99"/>
                  <a:gd name="T31" fmla="*/ 40 h 108"/>
                  <a:gd name="T32" fmla="*/ 95 w 99"/>
                  <a:gd name="T33" fmla="*/ 59 h 108"/>
                  <a:gd name="T34" fmla="*/ 95 w 99"/>
                  <a:gd name="T35" fmla="*/ 74 h 108"/>
                  <a:gd name="T36" fmla="*/ 95 w 99"/>
                  <a:gd name="T37" fmla="*/ 78 h 108"/>
                  <a:gd name="T38" fmla="*/ 95 w 99"/>
                  <a:gd name="T39" fmla="*/ 74 h 108"/>
                  <a:gd name="T40" fmla="*/ 65 w 99"/>
                  <a:gd name="T41" fmla="*/ 104 h 108"/>
                  <a:gd name="T42" fmla="*/ 33 w 99"/>
                  <a:gd name="T43" fmla="*/ 84 h 108"/>
                  <a:gd name="T44" fmla="*/ 11 w 99"/>
                  <a:gd name="T45" fmla="*/ 41 h 108"/>
                  <a:gd name="T46" fmla="*/ 35 w 99"/>
                  <a:gd name="T47" fmla="*/ 55 h 108"/>
                  <a:gd name="T48" fmla="*/ 35 w 99"/>
                  <a:gd name="T49" fmla="*/ 10 h 108"/>
                  <a:gd name="T50" fmla="*/ 41 w 99"/>
                  <a:gd name="T51" fmla="*/ 4 h 108"/>
                  <a:gd name="T52" fmla="*/ 47 w 99"/>
                  <a:gd name="T53" fmla="*/ 10 h 108"/>
                  <a:gd name="T54" fmla="*/ 47 w 99"/>
                  <a:gd name="T55" fmla="*/ 50 h 108"/>
                  <a:gd name="T56" fmla="*/ 51 w 99"/>
                  <a:gd name="T57" fmla="*/ 50 h 108"/>
                  <a:gd name="T58" fmla="*/ 51 w 99"/>
                  <a:gd name="T59" fmla="*/ 38 h 108"/>
                  <a:gd name="T60" fmla="*/ 57 w 99"/>
                  <a:gd name="T61" fmla="*/ 32 h 108"/>
                  <a:gd name="T62" fmla="*/ 63 w 99"/>
                  <a:gd name="T63" fmla="*/ 38 h 108"/>
                  <a:gd name="T64" fmla="*/ 63 w 99"/>
                  <a:gd name="T65" fmla="*/ 46 h 108"/>
                  <a:gd name="T66" fmla="*/ 67 w 99"/>
                  <a:gd name="T67" fmla="*/ 46 h 108"/>
                  <a:gd name="T68" fmla="*/ 67 w 99"/>
                  <a:gd name="T69" fmla="*/ 42 h 108"/>
                  <a:gd name="T70" fmla="*/ 73 w 99"/>
                  <a:gd name="T71" fmla="*/ 36 h 108"/>
                  <a:gd name="T72" fmla="*/ 79 w 99"/>
                  <a:gd name="T73" fmla="*/ 42 h 108"/>
                  <a:gd name="T74" fmla="*/ 79 w 99"/>
                  <a:gd name="T75" fmla="*/ 50 h 108"/>
                  <a:gd name="T76" fmla="*/ 83 w 99"/>
                  <a:gd name="T77" fmla="*/ 50 h 108"/>
                  <a:gd name="T78" fmla="*/ 83 w 99"/>
                  <a:gd name="T79" fmla="*/ 50 h 108"/>
                  <a:gd name="T80" fmla="*/ 89 w 99"/>
                  <a:gd name="T81" fmla="*/ 44 h 108"/>
                  <a:gd name="T82" fmla="*/ 95 w 99"/>
                  <a:gd name="T83" fmla="*/ 50 h 108"/>
                  <a:gd name="T84" fmla="*/ 95 w 99"/>
                  <a:gd name="T85" fmla="*/ 5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9" h="108">
                    <a:moveTo>
                      <a:pt x="89" y="40"/>
                    </a:moveTo>
                    <a:cubicBezTo>
                      <a:pt x="86" y="40"/>
                      <a:pt x="84" y="41"/>
                      <a:pt x="82" y="42"/>
                    </a:cubicBezTo>
                    <a:cubicBezTo>
                      <a:pt x="82" y="36"/>
                      <a:pt x="78" y="32"/>
                      <a:pt x="72" y="32"/>
                    </a:cubicBezTo>
                    <a:cubicBezTo>
                      <a:pt x="70" y="32"/>
                      <a:pt x="67" y="33"/>
                      <a:pt x="66" y="35"/>
                    </a:cubicBezTo>
                    <a:cubicBezTo>
                      <a:pt x="64" y="31"/>
                      <a:pt x="61" y="28"/>
                      <a:pt x="57" y="28"/>
                    </a:cubicBezTo>
                    <a:cubicBezTo>
                      <a:pt x="54" y="28"/>
                      <a:pt x="51" y="29"/>
                      <a:pt x="51" y="30"/>
                    </a:cubicBezTo>
                    <a:cubicBezTo>
                      <a:pt x="51" y="10"/>
                      <a:pt x="51" y="10"/>
                      <a:pt x="51" y="10"/>
                    </a:cubicBezTo>
                    <a:cubicBezTo>
                      <a:pt x="51" y="4"/>
                      <a:pt x="47" y="0"/>
                      <a:pt x="41" y="0"/>
                    </a:cubicBezTo>
                    <a:cubicBezTo>
                      <a:pt x="35" y="0"/>
                      <a:pt x="31" y="4"/>
                      <a:pt x="31" y="10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3" y="38"/>
                      <a:pt x="14" y="33"/>
                      <a:pt x="8" y="38"/>
                    </a:cubicBezTo>
                    <a:cubicBezTo>
                      <a:pt x="0" y="46"/>
                      <a:pt x="17" y="62"/>
                      <a:pt x="30" y="86"/>
                    </a:cubicBezTo>
                    <a:cubicBezTo>
                      <a:pt x="39" y="102"/>
                      <a:pt x="52" y="108"/>
                      <a:pt x="65" y="108"/>
                    </a:cubicBezTo>
                    <a:cubicBezTo>
                      <a:pt x="83" y="108"/>
                      <a:pt x="99" y="93"/>
                      <a:pt x="99" y="74"/>
                    </a:cubicBezTo>
                    <a:cubicBezTo>
                      <a:pt x="99" y="50"/>
                      <a:pt x="99" y="50"/>
                      <a:pt x="99" y="50"/>
                    </a:cubicBezTo>
                    <a:cubicBezTo>
                      <a:pt x="99" y="45"/>
                      <a:pt x="94" y="40"/>
                      <a:pt x="89" y="40"/>
                    </a:cubicBezTo>
                    <a:close/>
                    <a:moveTo>
                      <a:pt x="95" y="59"/>
                    </a:move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8"/>
                      <a:pt x="95" y="78"/>
                    </a:cubicBezTo>
                    <a:cubicBezTo>
                      <a:pt x="95" y="78"/>
                      <a:pt x="95" y="74"/>
                      <a:pt x="95" y="74"/>
                    </a:cubicBezTo>
                    <a:cubicBezTo>
                      <a:pt x="95" y="90"/>
                      <a:pt x="81" y="104"/>
                      <a:pt x="65" y="104"/>
                    </a:cubicBezTo>
                    <a:cubicBezTo>
                      <a:pt x="50" y="104"/>
                      <a:pt x="40" y="96"/>
                      <a:pt x="33" y="84"/>
                    </a:cubicBezTo>
                    <a:cubicBezTo>
                      <a:pt x="18" y="58"/>
                      <a:pt x="7" y="46"/>
                      <a:pt x="11" y="41"/>
                    </a:cubicBezTo>
                    <a:cubicBezTo>
                      <a:pt x="16" y="37"/>
                      <a:pt x="27" y="46"/>
                      <a:pt x="35" y="55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7"/>
                      <a:pt x="38" y="4"/>
                      <a:pt x="41" y="4"/>
                    </a:cubicBezTo>
                    <a:cubicBezTo>
                      <a:pt x="44" y="4"/>
                      <a:pt x="47" y="7"/>
                      <a:pt x="47" y="10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1" y="35"/>
                      <a:pt x="54" y="32"/>
                      <a:pt x="57" y="32"/>
                    </a:cubicBezTo>
                    <a:cubicBezTo>
                      <a:pt x="60" y="32"/>
                      <a:pt x="63" y="35"/>
                      <a:pt x="63" y="38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7" y="46"/>
                      <a:pt x="67" y="46"/>
                      <a:pt x="67" y="46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7" y="39"/>
                      <a:pt x="70" y="36"/>
                      <a:pt x="73" y="36"/>
                    </a:cubicBezTo>
                    <a:cubicBezTo>
                      <a:pt x="76" y="36"/>
                      <a:pt x="79" y="39"/>
                      <a:pt x="79" y="42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47"/>
                      <a:pt x="86" y="44"/>
                      <a:pt x="89" y="44"/>
                    </a:cubicBezTo>
                    <a:cubicBezTo>
                      <a:pt x="92" y="44"/>
                      <a:pt x="95" y="47"/>
                      <a:pt x="95" y="50"/>
                    </a:cubicBezTo>
                    <a:lnTo>
                      <a:pt x="95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8" name="Freeform 41"/>
            <p:cNvSpPr>
              <a:spLocks noEditPoints="1"/>
            </p:cNvSpPr>
            <p:nvPr/>
          </p:nvSpPr>
          <p:spPr bwMode="auto">
            <a:xfrm>
              <a:off x="10844274" y="4674806"/>
              <a:ext cx="269875" cy="303213"/>
            </a:xfrm>
            <a:custGeom>
              <a:avLst/>
              <a:gdLst>
                <a:gd name="T0" fmla="*/ 18 w 104"/>
                <a:gd name="T1" fmla="*/ 32 h 116"/>
                <a:gd name="T2" fmla="*/ 13 w 104"/>
                <a:gd name="T3" fmla="*/ 67 h 116"/>
                <a:gd name="T4" fmla="*/ 4 w 104"/>
                <a:gd name="T5" fmla="*/ 50 h 116"/>
                <a:gd name="T6" fmla="*/ 31 w 104"/>
                <a:gd name="T7" fmla="*/ 44 h 116"/>
                <a:gd name="T8" fmla="*/ 32 w 104"/>
                <a:gd name="T9" fmla="*/ 39 h 116"/>
                <a:gd name="T10" fmla="*/ 60 w 104"/>
                <a:gd name="T11" fmla="*/ 29 h 116"/>
                <a:gd name="T12" fmla="*/ 46 w 104"/>
                <a:gd name="T13" fmla="*/ 0 h 116"/>
                <a:gd name="T14" fmla="*/ 32 w 104"/>
                <a:gd name="T15" fmla="*/ 29 h 116"/>
                <a:gd name="T16" fmla="*/ 46 w 104"/>
                <a:gd name="T17" fmla="*/ 4 h 116"/>
                <a:gd name="T18" fmla="*/ 60 w 104"/>
                <a:gd name="T19" fmla="*/ 29 h 116"/>
                <a:gd name="T20" fmla="*/ 70 w 104"/>
                <a:gd name="T21" fmla="*/ 112 h 116"/>
                <a:gd name="T22" fmla="*/ 100 w 104"/>
                <a:gd name="T23" fmla="*/ 82 h 116"/>
                <a:gd name="T24" fmla="*/ 100 w 104"/>
                <a:gd name="T25" fmla="*/ 58 h 116"/>
                <a:gd name="T26" fmla="*/ 88 w 104"/>
                <a:gd name="T27" fmla="*/ 58 h 116"/>
                <a:gd name="T28" fmla="*/ 84 w 104"/>
                <a:gd name="T29" fmla="*/ 60 h 116"/>
                <a:gd name="T30" fmla="*/ 78 w 104"/>
                <a:gd name="T31" fmla="*/ 44 h 116"/>
                <a:gd name="T32" fmla="*/ 72 w 104"/>
                <a:gd name="T33" fmla="*/ 56 h 116"/>
                <a:gd name="T34" fmla="*/ 68 w 104"/>
                <a:gd name="T35" fmla="*/ 46 h 116"/>
                <a:gd name="T36" fmla="*/ 56 w 104"/>
                <a:gd name="T37" fmla="*/ 46 h 116"/>
                <a:gd name="T38" fmla="*/ 52 w 104"/>
                <a:gd name="T39" fmla="*/ 60 h 116"/>
                <a:gd name="T40" fmla="*/ 46 w 104"/>
                <a:gd name="T41" fmla="*/ 12 h 116"/>
                <a:gd name="T42" fmla="*/ 40 w 104"/>
                <a:gd name="T43" fmla="*/ 63 h 116"/>
                <a:gd name="T44" fmla="*/ 39 w 104"/>
                <a:gd name="T45" fmla="*/ 92 h 116"/>
                <a:gd name="T46" fmla="*/ 104 w 104"/>
                <a:gd name="T47" fmla="*/ 82 h 116"/>
                <a:gd name="T48" fmla="*/ 35 w 104"/>
                <a:gd name="T49" fmla="*/ 94 h 116"/>
                <a:gd name="T50" fmla="*/ 36 w 104"/>
                <a:gd name="T51" fmla="*/ 53 h 116"/>
                <a:gd name="T52" fmla="*/ 36 w 104"/>
                <a:gd name="T53" fmla="*/ 18 h 116"/>
                <a:gd name="T54" fmla="*/ 56 w 104"/>
                <a:gd name="T55" fmla="*/ 18 h 116"/>
                <a:gd name="T56" fmla="*/ 62 w 104"/>
                <a:gd name="T57" fmla="*/ 36 h 116"/>
                <a:gd name="T58" fmla="*/ 78 w 104"/>
                <a:gd name="T59" fmla="*/ 40 h 116"/>
                <a:gd name="T60" fmla="*/ 88 w 104"/>
                <a:gd name="T61" fmla="*/ 50 h 116"/>
                <a:gd name="T62" fmla="*/ 104 w 104"/>
                <a:gd name="T63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4" h="116">
                  <a:moveTo>
                    <a:pt x="32" y="39"/>
                  </a:moveTo>
                  <a:cubicBezTo>
                    <a:pt x="29" y="35"/>
                    <a:pt x="24" y="32"/>
                    <a:pt x="18" y="32"/>
                  </a:cubicBezTo>
                  <a:cubicBezTo>
                    <a:pt x="8" y="32"/>
                    <a:pt x="0" y="40"/>
                    <a:pt x="0" y="50"/>
                  </a:cubicBezTo>
                  <a:cubicBezTo>
                    <a:pt x="0" y="58"/>
                    <a:pt x="6" y="65"/>
                    <a:pt x="13" y="67"/>
                  </a:cubicBezTo>
                  <a:cubicBezTo>
                    <a:pt x="12" y="66"/>
                    <a:pt x="11" y="64"/>
                    <a:pt x="11" y="62"/>
                  </a:cubicBezTo>
                  <a:cubicBezTo>
                    <a:pt x="7" y="59"/>
                    <a:pt x="4" y="55"/>
                    <a:pt x="4" y="50"/>
                  </a:cubicBezTo>
                  <a:cubicBezTo>
                    <a:pt x="4" y="42"/>
                    <a:pt x="10" y="36"/>
                    <a:pt x="18" y="36"/>
                  </a:cubicBezTo>
                  <a:cubicBezTo>
                    <a:pt x="24" y="36"/>
                    <a:pt x="28" y="39"/>
                    <a:pt x="31" y="44"/>
                  </a:cubicBezTo>
                  <a:cubicBezTo>
                    <a:pt x="31" y="44"/>
                    <a:pt x="32" y="45"/>
                    <a:pt x="32" y="45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lose/>
                  <a:moveTo>
                    <a:pt x="60" y="29"/>
                  </a:moveTo>
                  <a:cubicBezTo>
                    <a:pt x="63" y="26"/>
                    <a:pt x="64" y="22"/>
                    <a:pt x="64" y="18"/>
                  </a:cubicBezTo>
                  <a:cubicBezTo>
                    <a:pt x="64" y="8"/>
                    <a:pt x="56" y="0"/>
                    <a:pt x="46" y="0"/>
                  </a:cubicBezTo>
                  <a:cubicBezTo>
                    <a:pt x="36" y="0"/>
                    <a:pt x="28" y="8"/>
                    <a:pt x="28" y="18"/>
                  </a:cubicBezTo>
                  <a:cubicBezTo>
                    <a:pt x="28" y="22"/>
                    <a:pt x="30" y="26"/>
                    <a:pt x="32" y="2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0"/>
                    <a:pt x="38" y="4"/>
                    <a:pt x="46" y="4"/>
                  </a:cubicBezTo>
                  <a:cubicBezTo>
                    <a:pt x="54" y="4"/>
                    <a:pt x="60" y="10"/>
                    <a:pt x="60" y="18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6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  <a:moveTo>
                    <a:pt x="104" y="82"/>
                  </a:move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4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2"/>
                    <a:pt x="40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5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42"/>
            <p:cNvSpPr>
              <a:spLocks noEditPoints="1"/>
            </p:cNvSpPr>
            <p:nvPr/>
          </p:nvSpPr>
          <p:spPr bwMode="auto">
            <a:xfrm>
              <a:off x="575703" y="3405013"/>
              <a:ext cx="254000" cy="333375"/>
            </a:xfrm>
            <a:custGeom>
              <a:avLst/>
              <a:gdLst>
                <a:gd name="T0" fmla="*/ 38 w 98"/>
                <a:gd name="T1" fmla="*/ 16 h 128"/>
                <a:gd name="T2" fmla="*/ 42 w 98"/>
                <a:gd name="T3" fmla="*/ 0 h 128"/>
                <a:gd name="T4" fmla="*/ 64 w 98"/>
                <a:gd name="T5" fmla="*/ 10 h 128"/>
                <a:gd name="T6" fmla="*/ 54 w 98"/>
                <a:gd name="T7" fmla="*/ 23 h 128"/>
                <a:gd name="T8" fmla="*/ 64 w 98"/>
                <a:gd name="T9" fmla="*/ 10 h 128"/>
                <a:gd name="T10" fmla="*/ 56 w 98"/>
                <a:gd name="T11" fmla="*/ 34 h 128"/>
                <a:gd name="T12" fmla="*/ 71 w 98"/>
                <a:gd name="T13" fmla="*/ 41 h 128"/>
                <a:gd name="T14" fmla="*/ 10 w 98"/>
                <a:gd name="T15" fmla="*/ 41 h 128"/>
                <a:gd name="T16" fmla="*/ 24 w 98"/>
                <a:gd name="T17" fmla="*/ 34 h 128"/>
                <a:gd name="T18" fmla="*/ 10 w 98"/>
                <a:gd name="T19" fmla="*/ 41 h 128"/>
                <a:gd name="T20" fmla="*/ 27 w 98"/>
                <a:gd name="T21" fmla="*/ 23 h 128"/>
                <a:gd name="T22" fmla="*/ 17 w 98"/>
                <a:gd name="T23" fmla="*/ 10 h 128"/>
                <a:gd name="T24" fmla="*/ 64 w 98"/>
                <a:gd name="T25" fmla="*/ 124 h 128"/>
                <a:gd name="T26" fmla="*/ 94 w 98"/>
                <a:gd name="T27" fmla="*/ 94 h 128"/>
                <a:gd name="T28" fmla="*/ 94 w 98"/>
                <a:gd name="T29" fmla="*/ 70 h 128"/>
                <a:gd name="T30" fmla="*/ 82 w 98"/>
                <a:gd name="T31" fmla="*/ 70 h 128"/>
                <a:gd name="T32" fmla="*/ 78 w 98"/>
                <a:gd name="T33" fmla="*/ 72 h 128"/>
                <a:gd name="T34" fmla="*/ 72 w 98"/>
                <a:gd name="T35" fmla="*/ 56 h 128"/>
                <a:gd name="T36" fmla="*/ 66 w 98"/>
                <a:gd name="T37" fmla="*/ 68 h 128"/>
                <a:gd name="T38" fmla="*/ 62 w 98"/>
                <a:gd name="T39" fmla="*/ 58 h 128"/>
                <a:gd name="T40" fmla="*/ 50 w 98"/>
                <a:gd name="T41" fmla="*/ 58 h 128"/>
                <a:gd name="T42" fmla="*/ 46 w 98"/>
                <a:gd name="T43" fmla="*/ 72 h 128"/>
                <a:gd name="T44" fmla="*/ 40 w 98"/>
                <a:gd name="T45" fmla="*/ 24 h 128"/>
                <a:gd name="T46" fmla="*/ 34 w 98"/>
                <a:gd name="T47" fmla="*/ 75 h 128"/>
                <a:gd name="T48" fmla="*/ 33 w 98"/>
                <a:gd name="T49" fmla="*/ 104 h 128"/>
                <a:gd name="T50" fmla="*/ 98 w 98"/>
                <a:gd name="T51" fmla="*/ 94 h 128"/>
                <a:gd name="T52" fmla="*/ 30 w 98"/>
                <a:gd name="T53" fmla="*/ 106 h 128"/>
                <a:gd name="T54" fmla="*/ 30 w 98"/>
                <a:gd name="T55" fmla="*/ 65 h 128"/>
                <a:gd name="T56" fmla="*/ 30 w 98"/>
                <a:gd name="T57" fmla="*/ 30 h 128"/>
                <a:gd name="T58" fmla="*/ 50 w 98"/>
                <a:gd name="T59" fmla="*/ 30 h 128"/>
                <a:gd name="T60" fmla="*/ 56 w 98"/>
                <a:gd name="T61" fmla="*/ 48 h 128"/>
                <a:gd name="T62" fmla="*/ 72 w 98"/>
                <a:gd name="T63" fmla="*/ 52 h 128"/>
                <a:gd name="T64" fmla="*/ 82 w 98"/>
                <a:gd name="T65" fmla="*/ 62 h 128"/>
                <a:gd name="T66" fmla="*/ 98 w 98"/>
                <a:gd name="T67" fmla="*/ 7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8" h="128">
                  <a:moveTo>
                    <a:pt x="38" y="0"/>
                  </a:moveTo>
                  <a:cubicBezTo>
                    <a:pt x="38" y="16"/>
                    <a:pt x="38" y="16"/>
                    <a:pt x="38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8" y="0"/>
                    <a:pt x="38" y="0"/>
                    <a:pt x="38" y="0"/>
                  </a:cubicBezTo>
                  <a:close/>
                  <a:moveTo>
                    <a:pt x="64" y="10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4" y="10"/>
                    <a:pt x="64" y="10"/>
                    <a:pt x="64" y="10"/>
                  </a:cubicBezTo>
                  <a:close/>
                  <a:moveTo>
                    <a:pt x="72" y="37"/>
                  </a:moveTo>
                  <a:cubicBezTo>
                    <a:pt x="56" y="34"/>
                    <a:pt x="56" y="34"/>
                    <a:pt x="56" y="34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37"/>
                    <a:pt x="72" y="37"/>
                    <a:pt x="72" y="37"/>
                  </a:cubicBezTo>
                  <a:close/>
                  <a:moveTo>
                    <a:pt x="10" y="41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41"/>
                    <a:pt x="10" y="41"/>
                    <a:pt x="10" y="41"/>
                  </a:cubicBezTo>
                  <a:close/>
                  <a:moveTo>
                    <a:pt x="14" y="13"/>
                  </a:moveTo>
                  <a:cubicBezTo>
                    <a:pt x="27" y="23"/>
                    <a:pt x="27" y="23"/>
                    <a:pt x="27" y="23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4" y="13"/>
                    <a:pt x="14" y="13"/>
                    <a:pt x="14" y="13"/>
                  </a:cubicBezTo>
                  <a:close/>
                  <a:moveTo>
                    <a:pt x="64" y="124"/>
                  </a:moveTo>
                  <a:cubicBezTo>
                    <a:pt x="81" y="124"/>
                    <a:pt x="94" y="110"/>
                    <a:pt x="94" y="94"/>
                  </a:cubicBezTo>
                  <a:cubicBezTo>
                    <a:pt x="94" y="94"/>
                    <a:pt x="94" y="103"/>
                    <a:pt x="94" y="94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67"/>
                    <a:pt x="92" y="64"/>
                    <a:pt x="88" y="64"/>
                  </a:cubicBezTo>
                  <a:cubicBezTo>
                    <a:pt x="85" y="64"/>
                    <a:pt x="82" y="67"/>
                    <a:pt x="82" y="70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8" y="59"/>
                    <a:pt x="76" y="56"/>
                    <a:pt x="72" y="56"/>
                  </a:cubicBezTo>
                  <a:cubicBezTo>
                    <a:pt x="69" y="56"/>
                    <a:pt x="66" y="59"/>
                    <a:pt x="66" y="62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55"/>
                    <a:pt x="60" y="52"/>
                    <a:pt x="56" y="52"/>
                  </a:cubicBezTo>
                  <a:cubicBezTo>
                    <a:pt x="53" y="52"/>
                    <a:pt x="50" y="55"/>
                    <a:pt x="50" y="58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7"/>
                    <a:pt x="44" y="24"/>
                    <a:pt x="40" y="24"/>
                  </a:cubicBezTo>
                  <a:cubicBezTo>
                    <a:pt x="37" y="24"/>
                    <a:pt x="34" y="27"/>
                    <a:pt x="34" y="3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6"/>
                    <a:pt x="15" y="57"/>
                    <a:pt x="11" y="61"/>
                  </a:cubicBezTo>
                  <a:cubicBezTo>
                    <a:pt x="6" y="66"/>
                    <a:pt x="18" y="78"/>
                    <a:pt x="33" y="104"/>
                  </a:cubicBezTo>
                  <a:cubicBezTo>
                    <a:pt x="40" y="116"/>
                    <a:pt x="49" y="124"/>
                    <a:pt x="64" y="124"/>
                  </a:cubicBezTo>
                  <a:close/>
                  <a:moveTo>
                    <a:pt x="98" y="94"/>
                  </a:moveTo>
                  <a:cubicBezTo>
                    <a:pt x="98" y="113"/>
                    <a:pt x="83" y="128"/>
                    <a:pt x="64" y="128"/>
                  </a:cubicBezTo>
                  <a:cubicBezTo>
                    <a:pt x="52" y="128"/>
                    <a:pt x="39" y="122"/>
                    <a:pt x="30" y="106"/>
                  </a:cubicBezTo>
                  <a:cubicBezTo>
                    <a:pt x="17" y="82"/>
                    <a:pt x="0" y="66"/>
                    <a:pt x="8" y="58"/>
                  </a:cubicBezTo>
                  <a:cubicBezTo>
                    <a:pt x="14" y="53"/>
                    <a:pt x="22" y="58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4"/>
                    <a:pt x="35" y="20"/>
                    <a:pt x="40" y="20"/>
                  </a:cubicBezTo>
                  <a:cubicBezTo>
                    <a:pt x="46" y="20"/>
                    <a:pt x="50" y="24"/>
                    <a:pt x="50" y="3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2" y="49"/>
                    <a:pt x="54" y="48"/>
                    <a:pt x="56" y="48"/>
                  </a:cubicBezTo>
                  <a:cubicBezTo>
                    <a:pt x="61" y="48"/>
                    <a:pt x="64" y="51"/>
                    <a:pt x="66" y="55"/>
                  </a:cubicBezTo>
                  <a:cubicBezTo>
                    <a:pt x="67" y="53"/>
                    <a:pt x="70" y="52"/>
                    <a:pt x="72" y="52"/>
                  </a:cubicBezTo>
                  <a:cubicBezTo>
                    <a:pt x="78" y="52"/>
                    <a:pt x="82" y="56"/>
                    <a:pt x="82" y="62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84" y="61"/>
                    <a:pt x="86" y="60"/>
                    <a:pt x="88" y="60"/>
                  </a:cubicBezTo>
                  <a:cubicBezTo>
                    <a:pt x="94" y="60"/>
                    <a:pt x="98" y="65"/>
                    <a:pt x="98" y="70"/>
                  </a:cubicBezTo>
                  <a:cubicBezTo>
                    <a:pt x="98" y="94"/>
                    <a:pt x="98" y="94"/>
                    <a:pt x="98" y="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Freeform 43"/>
            <p:cNvSpPr>
              <a:spLocks noEditPoints="1"/>
            </p:cNvSpPr>
            <p:nvPr/>
          </p:nvSpPr>
          <p:spPr bwMode="auto">
            <a:xfrm>
              <a:off x="4244976" y="4821932"/>
              <a:ext cx="276225" cy="292100"/>
            </a:xfrm>
            <a:custGeom>
              <a:avLst/>
              <a:gdLst>
                <a:gd name="T0" fmla="*/ 38 w 106"/>
                <a:gd name="T1" fmla="*/ 20 h 112"/>
                <a:gd name="T2" fmla="*/ 38 w 106"/>
                <a:gd name="T3" fmla="*/ 49 h 112"/>
                <a:gd name="T4" fmla="*/ 38 w 106"/>
                <a:gd name="T5" fmla="*/ 49 h 112"/>
                <a:gd name="T6" fmla="*/ 16 w 106"/>
                <a:gd name="T7" fmla="*/ 42 h 112"/>
                <a:gd name="T8" fmla="*/ 37 w 106"/>
                <a:gd name="T9" fmla="*/ 90 h 112"/>
                <a:gd name="T10" fmla="*/ 72 w 106"/>
                <a:gd name="T11" fmla="*/ 112 h 112"/>
                <a:gd name="T12" fmla="*/ 106 w 106"/>
                <a:gd name="T13" fmla="*/ 78 h 112"/>
                <a:gd name="T14" fmla="*/ 106 w 106"/>
                <a:gd name="T15" fmla="*/ 54 h 112"/>
                <a:gd name="T16" fmla="*/ 96 w 106"/>
                <a:gd name="T17" fmla="*/ 44 h 112"/>
                <a:gd name="T18" fmla="*/ 90 w 106"/>
                <a:gd name="T19" fmla="*/ 46 h 112"/>
                <a:gd name="T20" fmla="*/ 90 w 106"/>
                <a:gd name="T21" fmla="*/ 14 h 112"/>
                <a:gd name="T22" fmla="*/ 80 w 106"/>
                <a:gd name="T23" fmla="*/ 4 h 112"/>
                <a:gd name="T24" fmla="*/ 73 w 106"/>
                <a:gd name="T25" fmla="*/ 7 h 112"/>
                <a:gd name="T26" fmla="*/ 64 w 106"/>
                <a:gd name="T27" fmla="*/ 0 h 112"/>
                <a:gd name="T28" fmla="*/ 55 w 106"/>
                <a:gd name="T29" fmla="*/ 7 h 112"/>
                <a:gd name="T30" fmla="*/ 48 w 106"/>
                <a:gd name="T31" fmla="*/ 4 h 112"/>
                <a:gd name="T32" fmla="*/ 38 w 106"/>
                <a:gd name="T33" fmla="*/ 14 h 112"/>
                <a:gd name="T34" fmla="*/ 38 w 106"/>
                <a:gd name="T35" fmla="*/ 16 h 112"/>
                <a:gd name="T36" fmla="*/ 8 w 106"/>
                <a:gd name="T37" fmla="*/ 16 h 112"/>
                <a:gd name="T38" fmla="*/ 21 w 106"/>
                <a:gd name="T39" fmla="*/ 3 h 112"/>
                <a:gd name="T40" fmla="*/ 18 w 106"/>
                <a:gd name="T41" fmla="*/ 0 h 112"/>
                <a:gd name="T42" fmla="*/ 0 w 106"/>
                <a:gd name="T43" fmla="*/ 18 h 112"/>
                <a:gd name="T44" fmla="*/ 18 w 106"/>
                <a:gd name="T45" fmla="*/ 36 h 112"/>
                <a:gd name="T46" fmla="*/ 21 w 106"/>
                <a:gd name="T47" fmla="*/ 33 h 112"/>
                <a:gd name="T48" fmla="*/ 8 w 106"/>
                <a:gd name="T49" fmla="*/ 20 h 112"/>
                <a:gd name="T50" fmla="*/ 38 w 106"/>
                <a:gd name="T51" fmla="*/ 20 h 112"/>
                <a:gd name="T52" fmla="*/ 72 w 106"/>
                <a:gd name="T53" fmla="*/ 108 h 112"/>
                <a:gd name="T54" fmla="*/ 41 w 106"/>
                <a:gd name="T55" fmla="*/ 88 h 112"/>
                <a:gd name="T56" fmla="*/ 19 w 106"/>
                <a:gd name="T57" fmla="*/ 45 h 112"/>
                <a:gd name="T58" fmla="*/ 42 w 106"/>
                <a:gd name="T59" fmla="*/ 59 h 112"/>
                <a:gd name="T60" fmla="*/ 42 w 106"/>
                <a:gd name="T61" fmla="*/ 14 h 112"/>
                <a:gd name="T62" fmla="*/ 48 w 106"/>
                <a:gd name="T63" fmla="*/ 8 h 112"/>
                <a:gd name="T64" fmla="*/ 54 w 106"/>
                <a:gd name="T65" fmla="*/ 14 h 112"/>
                <a:gd name="T66" fmla="*/ 54 w 106"/>
                <a:gd name="T67" fmla="*/ 56 h 112"/>
                <a:gd name="T68" fmla="*/ 58 w 106"/>
                <a:gd name="T69" fmla="*/ 56 h 112"/>
                <a:gd name="T70" fmla="*/ 58 w 106"/>
                <a:gd name="T71" fmla="*/ 10 h 112"/>
                <a:gd name="T72" fmla="*/ 64 w 106"/>
                <a:gd name="T73" fmla="*/ 4 h 112"/>
                <a:gd name="T74" fmla="*/ 70 w 106"/>
                <a:gd name="T75" fmla="*/ 10 h 112"/>
                <a:gd name="T76" fmla="*/ 70 w 106"/>
                <a:gd name="T77" fmla="*/ 52 h 112"/>
                <a:gd name="T78" fmla="*/ 74 w 106"/>
                <a:gd name="T79" fmla="*/ 52 h 112"/>
                <a:gd name="T80" fmla="*/ 74 w 106"/>
                <a:gd name="T81" fmla="*/ 14 h 112"/>
                <a:gd name="T82" fmla="*/ 80 w 106"/>
                <a:gd name="T83" fmla="*/ 8 h 112"/>
                <a:gd name="T84" fmla="*/ 86 w 106"/>
                <a:gd name="T85" fmla="*/ 14 h 112"/>
                <a:gd name="T86" fmla="*/ 86 w 106"/>
                <a:gd name="T87" fmla="*/ 56 h 112"/>
                <a:gd name="T88" fmla="*/ 90 w 106"/>
                <a:gd name="T89" fmla="*/ 56 h 112"/>
                <a:gd name="T90" fmla="*/ 90 w 106"/>
                <a:gd name="T91" fmla="*/ 54 h 112"/>
                <a:gd name="T92" fmla="*/ 96 w 106"/>
                <a:gd name="T93" fmla="*/ 48 h 112"/>
                <a:gd name="T94" fmla="*/ 102 w 106"/>
                <a:gd name="T95" fmla="*/ 54 h 112"/>
                <a:gd name="T96" fmla="*/ 102 w 106"/>
                <a:gd name="T97" fmla="*/ 63 h 112"/>
                <a:gd name="T98" fmla="*/ 102 w 106"/>
                <a:gd name="T99" fmla="*/ 78 h 112"/>
                <a:gd name="T100" fmla="*/ 72 w 106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6" h="112">
                  <a:moveTo>
                    <a:pt x="38" y="20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30" y="42"/>
                    <a:pt x="21" y="37"/>
                    <a:pt x="16" y="42"/>
                  </a:cubicBezTo>
                  <a:cubicBezTo>
                    <a:pt x="8" y="50"/>
                    <a:pt x="24" y="66"/>
                    <a:pt x="37" y="90"/>
                  </a:cubicBezTo>
                  <a:cubicBezTo>
                    <a:pt x="47" y="106"/>
                    <a:pt x="60" y="112"/>
                    <a:pt x="72" y="112"/>
                  </a:cubicBezTo>
                  <a:cubicBezTo>
                    <a:pt x="91" y="112"/>
                    <a:pt x="106" y="97"/>
                    <a:pt x="106" y="78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49"/>
                    <a:pt x="102" y="44"/>
                    <a:pt x="96" y="44"/>
                  </a:cubicBezTo>
                  <a:cubicBezTo>
                    <a:pt x="94" y="44"/>
                    <a:pt x="92" y="45"/>
                    <a:pt x="90" y="46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0" y="8"/>
                    <a:pt x="86" y="4"/>
                    <a:pt x="80" y="4"/>
                  </a:cubicBezTo>
                  <a:cubicBezTo>
                    <a:pt x="78" y="4"/>
                    <a:pt x="75" y="5"/>
                    <a:pt x="73" y="7"/>
                  </a:cubicBezTo>
                  <a:cubicBezTo>
                    <a:pt x="72" y="3"/>
                    <a:pt x="68" y="0"/>
                    <a:pt x="64" y="0"/>
                  </a:cubicBezTo>
                  <a:cubicBezTo>
                    <a:pt x="60" y="0"/>
                    <a:pt x="56" y="3"/>
                    <a:pt x="55" y="7"/>
                  </a:cubicBezTo>
                  <a:cubicBezTo>
                    <a:pt x="53" y="5"/>
                    <a:pt x="51" y="4"/>
                    <a:pt x="48" y="4"/>
                  </a:cubicBezTo>
                  <a:cubicBezTo>
                    <a:pt x="43" y="4"/>
                    <a:pt x="38" y="9"/>
                    <a:pt x="38" y="14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8" y="20"/>
                    <a:pt x="38" y="20"/>
                    <a:pt x="38" y="20"/>
                  </a:cubicBezTo>
                  <a:close/>
                  <a:moveTo>
                    <a:pt x="72" y="108"/>
                  </a:moveTo>
                  <a:cubicBezTo>
                    <a:pt x="57" y="108"/>
                    <a:pt x="48" y="100"/>
                    <a:pt x="41" y="88"/>
                  </a:cubicBezTo>
                  <a:cubicBezTo>
                    <a:pt x="25" y="62"/>
                    <a:pt x="14" y="50"/>
                    <a:pt x="19" y="45"/>
                  </a:cubicBezTo>
                  <a:cubicBezTo>
                    <a:pt x="23" y="41"/>
                    <a:pt x="34" y="50"/>
                    <a:pt x="42" y="59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1"/>
                    <a:pt x="45" y="8"/>
                    <a:pt x="48" y="8"/>
                  </a:cubicBezTo>
                  <a:cubicBezTo>
                    <a:pt x="51" y="8"/>
                    <a:pt x="54" y="11"/>
                    <a:pt x="54" y="1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7"/>
                    <a:pt x="61" y="4"/>
                    <a:pt x="64" y="4"/>
                  </a:cubicBezTo>
                  <a:cubicBezTo>
                    <a:pt x="67" y="4"/>
                    <a:pt x="70" y="7"/>
                    <a:pt x="70" y="10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1"/>
                    <a:pt x="77" y="8"/>
                    <a:pt x="80" y="8"/>
                  </a:cubicBezTo>
                  <a:cubicBezTo>
                    <a:pt x="83" y="8"/>
                    <a:pt x="86" y="11"/>
                    <a:pt x="86" y="14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0" y="51"/>
                    <a:pt x="93" y="48"/>
                    <a:pt x="96" y="48"/>
                  </a:cubicBezTo>
                  <a:cubicBezTo>
                    <a:pt x="99" y="48"/>
                    <a:pt x="102" y="51"/>
                    <a:pt x="102" y="54"/>
                  </a:cubicBezTo>
                  <a:cubicBezTo>
                    <a:pt x="102" y="63"/>
                    <a:pt x="102" y="63"/>
                    <a:pt x="102" y="63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95"/>
                    <a:pt x="89" y="108"/>
                    <a:pt x="72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Freeform 44"/>
            <p:cNvSpPr>
              <a:spLocks noEditPoints="1"/>
            </p:cNvSpPr>
            <p:nvPr/>
          </p:nvSpPr>
          <p:spPr bwMode="auto">
            <a:xfrm>
              <a:off x="11682414" y="3032156"/>
              <a:ext cx="306388" cy="292100"/>
            </a:xfrm>
            <a:custGeom>
              <a:avLst/>
              <a:gdLst>
                <a:gd name="T0" fmla="*/ 82 w 118"/>
                <a:gd name="T1" fmla="*/ 16 h 112"/>
                <a:gd name="T2" fmla="*/ 82 w 118"/>
                <a:gd name="T3" fmla="*/ 14 h 112"/>
                <a:gd name="T4" fmla="*/ 72 w 118"/>
                <a:gd name="T5" fmla="*/ 4 h 112"/>
                <a:gd name="T6" fmla="*/ 66 w 118"/>
                <a:gd name="T7" fmla="*/ 7 h 112"/>
                <a:gd name="T8" fmla="*/ 56 w 118"/>
                <a:gd name="T9" fmla="*/ 0 h 112"/>
                <a:gd name="T10" fmla="*/ 47 w 118"/>
                <a:gd name="T11" fmla="*/ 7 h 112"/>
                <a:gd name="T12" fmla="*/ 40 w 118"/>
                <a:gd name="T13" fmla="*/ 4 h 112"/>
                <a:gd name="T14" fmla="*/ 30 w 118"/>
                <a:gd name="T15" fmla="*/ 14 h 112"/>
                <a:gd name="T16" fmla="*/ 30 w 118"/>
                <a:gd name="T17" fmla="*/ 49 h 112"/>
                <a:gd name="T18" fmla="*/ 30 w 118"/>
                <a:gd name="T19" fmla="*/ 49 h 112"/>
                <a:gd name="T20" fmla="*/ 8 w 118"/>
                <a:gd name="T21" fmla="*/ 42 h 112"/>
                <a:gd name="T22" fmla="*/ 30 w 118"/>
                <a:gd name="T23" fmla="*/ 90 h 112"/>
                <a:gd name="T24" fmla="*/ 64 w 118"/>
                <a:gd name="T25" fmla="*/ 112 h 112"/>
                <a:gd name="T26" fmla="*/ 98 w 118"/>
                <a:gd name="T27" fmla="*/ 78 h 112"/>
                <a:gd name="T28" fmla="*/ 98 w 118"/>
                <a:gd name="T29" fmla="*/ 54 h 112"/>
                <a:gd name="T30" fmla="*/ 88 w 118"/>
                <a:gd name="T31" fmla="*/ 44 h 112"/>
                <a:gd name="T32" fmla="*/ 82 w 118"/>
                <a:gd name="T33" fmla="*/ 46 h 112"/>
                <a:gd name="T34" fmla="*/ 82 w 118"/>
                <a:gd name="T35" fmla="*/ 20 h 112"/>
                <a:gd name="T36" fmla="*/ 110 w 118"/>
                <a:gd name="T37" fmla="*/ 20 h 112"/>
                <a:gd name="T38" fmla="*/ 97 w 118"/>
                <a:gd name="T39" fmla="*/ 33 h 112"/>
                <a:gd name="T40" fmla="*/ 100 w 118"/>
                <a:gd name="T41" fmla="*/ 36 h 112"/>
                <a:gd name="T42" fmla="*/ 118 w 118"/>
                <a:gd name="T43" fmla="*/ 18 h 112"/>
                <a:gd name="T44" fmla="*/ 100 w 118"/>
                <a:gd name="T45" fmla="*/ 0 h 112"/>
                <a:gd name="T46" fmla="*/ 97 w 118"/>
                <a:gd name="T47" fmla="*/ 3 h 112"/>
                <a:gd name="T48" fmla="*/ 110 w 118"/>
                <a:gd name="T49" fmla="*/ 16 h 112"/>
                <a:gd name="T50" fmla="*/ 82 w 118"/>
                <a:gd name="T51" fmla="*/ 16 h 112"/>
                <a:gd name="T52" fmla="*/ 64 w 118"/>
                <a:gd name="T53" fmla="*/ 108 h 112"/>
                <a:gd name="T54" fmla="*/ 33 w 118"/>
                <a:gd name="T55" fmla="*/ 88 h 112"/>
                <a:gd name="T56" fmla="*/ 11 w 118"/>
                <a:gd name="T57" fmla="*/ 45 h 112"/>
                <a:gd name="T58" fmla="*/ 34 w 118"/>
                <a:gd name="T59" fmla="*/ 59 h 112"/>
                <a:gd name="T60" fmla="*/ 34 w 118"/>
                <a:gd name="T61" fmla="*/ 14 h 112"/>
                <a:gd name="T62" fmla="*/ 40 w 118"/>
                <a:gd name="T63" fmla="*/ 8 h 112"/>
                <a:gd name="T64" fmla="*/ 46 w 118"/>
                <a:gd name="T65" fmla="*/ 14 h 112"/>
                <a:gd name="T66" fmla="*/ 46 w 118"/>
                <a:gd name="T67" fmla="*/ 56 h 112"/>
                <a:gd name="T68" fmla="*/ 50 w 118"/>
                <a:gd name="T69" fmla="*/ 56 h 112"/>
                <a:gd name="T70" fmla="*/ 50 w 118"/>
                <a:gd name="T71" fmla="*/ 10 h 112"/>
                <a:gd name="T72" fmla="*/ 56 w 118"/>
                <a:gd name="T73" fmla="*/ 4 h 112"/>
                <a:gd name="T74" fmla="*/ 62 w 118"/>
                <a:gd name="T75" fmla="*/ 10 h 112"/>
                <a:gd name="T76" fmla="*/ 62 w 118"/>
                <a:gd name="T77" fmla="*/ 52 h 112"/>
                <a:gd name="T78" fmla="*/ 66 w 118"/>
                <a:gd name="T79" fmla="*/ 52 h 112"/>
                <a:gd name="T80" fmla="*/ 66 w 118"/>
                <a:gd name="T81" fmla="*/ 14 h 112"/>
                <a:gd name="T82" fmla="*/ 72 w 118"/>
                <a:gd name="T83" fmla="*/ 8 h 112"/>
                <a:gd name="T84" fmla="*/ 78 w 118"/>
                <a:gd name="T85" fmla="*/ 14 h 112"/>
                <a:gd name="T86" fmla="*/ 78 w 118"/>
                <a:gd name="T87" fmla="*/ 56 h 112"/>
                <a:gd name="T88" fmla="*/ 82 w 118"/>
                <a:gd name="T89" fmla="*/ 56 h 112"/>
                <a:gd name="T90" fmla="*/ 82 w 118"/>
                <a:gd name="T91" fmla="*/ 54 h 112"/>
                <a:gd name="T92" fmla="*/ 88 w 118"/>
                <a:gd name="T93" fmla="*/ 48 h 112"/>
                <a:gd name="T94" fmla="*/ 94 w 118"/>
                <a:gd name="T95" fmla="*/ 54 h 112"/>
                <a:gd name="T96" fmla="*/ 94 w 118"/>
                <a:gd name="T97" fmla="*/ 63 h 112"/>
                <a:gd name="T98" fmla="*/ 94 w 118"/>
                <a:gd name="T99" fmla="*/ 78 h 112"/>
                <a:gd name="T100" fmla="*/ 64 w 118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8" h="112">
                  <a:moveTo>
                    <a:pt x="82" y="16"/>
                  </a:move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7" y="5"/>
                    <a:pt x="66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6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ubicBezTo>
                    <a:pt x="86" y="44"/>
                    <a:pt x="84" y="45"/>
                    <a:pt x="82" y="46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82" y="16"/>
                    <a:pt x="82" y="16"/>
                    <a:pt x="82" y="16"/>
                  </a:cubicBezTo>
                  <a:close/>
                  <a:moveTo>
                    <a:pt x="64" y="108"/>
                  </a:moveTo>
                  <a:cubicBezTo>
                    <a:pt x="49" y="108"/>
                    <a:pt x="40" y="100"/>
                    <a:pt x="33" y="88"/>
                  </a:cubicBezTo>
                  <a:cubicBezTo>
                    <a:pt x="17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Freeform 45"/>
            <p:cNvSpPr>
              <a:spLocks noEditPoints="1"/>
            </p:cNvSpPr>
            <p:nvPr/>
          </p:nvSpPr>
          <p:spPr bwMode="auto">
            <a:xfrm>
              <a:off x="5516564" y="4821932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2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7 w 98"/>
                <a:gd name="T13" fmla="*/ 7 h 112"/>
                <a:gd name="T14" fmla="*/ 40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6 w 98"/>
                <a:gd name="T37" fmla="*/ 108 h 112"/>
                <a:gd name="T38" fmla="*/ 66 w 98"/>
                <a:gd name="T39" fmla="*/ 72 h 112"/>
                <a:gd name="T40" fmla="*/ 79 w 98"/>
                <a:gd name="T41" fmla="*/ 85 h 112"/>
                <a:gd name="T42" fmla="*/ 82 w 98"/>
                <a:gd name="T43" fmla="*/ 82 h 112"/>
                <a:gd name="T44" fmla="*/ 65 w 98"/>
                <a:gd name="T45" fmla="*/ 64 h 112"/>
                <a:gd name="T46" fmla="*/ 47 w 98"/>
                <a:gd name="T47" fmla="*/ 82 h 112"/>
                <a:gd name="T48" fmla="*/ 49 w 98"/>
                <a:gd name="T49" fmla="*/ 85 h 112"/>
                <a:gd name="T50" fmla="*/ 62 w 98"/>
                <a:gd name="T51" fmla="*/ 72 h 112"/>
                <a:gd name="T52" fmla="*/ 62 w 98"/>
                <a:gd name="T53" fmla="*/ 108 h 112"/>
                <a:gd name="T54" fmla="*/ 33 w 98"/>
                <a:gd name="T55" fmla="*/ 88 h 112"/>
                <a:gd name="T56" fmla="*/ 11 w 98"/>
                <a:gd name="T57" fmla="*/ 45 h 112"/>
                <a:gd name="T58" fmla="*/ 34 w 98"/>
                <a:gd name="T59" fmla="*/ 59 h 112"/>
                <a:gd name="T60" fmla="*/ 34 w 98"/>
                <a:gd name="T61" fmla="*/ 14 h 112"/>
                <a:gd name="T62" fmla="*/ 40 w 98"/>
                <a:gd name="T63" fmla="*/ 8 h 112"/>
                <a:gd name="T64" fmla="*/ 46 w 98"/>
                <a:gd name="T65" fmla="*/ 14 h 112"/>
                <a:gd name="T66" fmla="*/ 46 w 98"/>
                <a:gd name="T67" fmla="*/ 58 h 112"/>
                <a:gd name="T68" fmla="*/ 50 w 98"/>
                <a:gd name="T69" fmla="*/ 58 h 112"/>
                <a:gd name="T70" fmla="*/ 50 w 98"/>
                <a:gd name="T71" fmla="*/ 10 h 112"/>
                <a:gd name="T72" fmla="*/ 56 w 98"/>
                <a:gd name="T73" fmla="*/ 4 h 112"/>
                <a:gd name="T74" fmla="*/ 62 w 98"/>
                <a:gd name="T75" fmla="*/ 10 h 112"/>
                <a:gd name="T76" fmla="*/ 62 w 98"/>
                <a:gd name="T77" fmla="*/ 54 h 112"/>
                <a:gd name="T78" fmla="*/ 66 w 98"/>
                <a:gd name="T79" fmla="*/ 54 h 112"/>
                <a:gd name="T80" fmla="*/ 66 w 98"/>
                <a:gd name="T81" fmla="*/ 14 h 112"/>
                <a:gd name="T82" fmla="*/ 72 w 98"/>
                <a:gd name="T83" fmla="*/ 8 h 112"/>
                <a:gd name="T84" fmla="*/ 78 w 98"/>
                <a:gd name="T85" fmla="*/ 14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4" y="3"/>
                    <a:pt x="61" y="0"/>
                    <a:pt x="57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4"/>
                    <a:pt x="82" y="107"/>
                    <a:pt x="66" y="108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79" y="85"/>
                    <a:pt x="79" y="85"/>
                    <a:pt x="79" y="85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47" y="82"/>
                    <a:pt x="47" y="82"/>
                    <a:pt x="47" y="82"/>
                  </a:cubicBezTo>
                  <a:cubicBezTo>
                    <a:pt x="49" y="85"/>
                    <a:pt x="49" y="85"/>
                    <a:pt x="49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50" y="107"/>
                    <a:pt x="40" y="99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Freeform 46"/>
            <p:cNvSpPr>
              <a:spLocks noEditPoints="1"/>
            </p:cNvSpPr>
            <p:nvPr/>
          </p:nvSpPr>
          <p:spPr bwMode="auto">
            <a:xfrm>
              <a:off x="8439698" y="1680427"/>
              <a:ext cx="254000" cy="292100"/>
            </a:xfrm>
            <a:custGeom>
              <a:avLst/>
              <a:gdLst>
                <a:gd name="T0" fmla="*/ 62 w 98"/>
                <a:gd name="T1" fmla="*/ 52 h 112"/>
                <a:gd name="T2" fmla="*/ 62 w 98"/>
                <a:gd name="T3" fmla="*/ 10 h 112"/>
                <a:gd name="T4" fmla="*/ 56 w 98"/>
                <a:gd name="T5" fmla="*/ 4 h 112"/>
                <a:gd name="T6" fmla="*/ 50 w 98"/>
                <a:gd name="T7" fmla="*/ 10 h 112"/>
                <a:gd name="T8" fmla="*/ 50 w 98"/>
                <a:gd name="T9" fmla="*/ 56 h 112"/>
                <a:gd name="T10" fmla="*/ 46 w 98"/>
                <a:gd name="T11" fmla="*/ 56 h 112"/>
                <a:gd name="T12" fmla="*/ 46 w 98"/>
                <a:gd name="T13" fmla="*/ 14 h 112"/>
                <a:gd name="T14" fmla="*/ 40 w 98"/>
                <a:gd name="T15" fmla="*/ 8 h 112"/>
                <a:gd name="T16" fmla="*/ 34 w 98"/>
                <a:gd name="T17" fmla="*/ 14 h 112"/>
                <a:gd name="T18" fmla="*/ 34 w 98"/>
                <a:gd name="T19" fmla="*/ 59 h 112"/>
                <a:gd name="T20" fmla="*/ 11 w 98"/>
                <a:gd name="T21" fmla="*/ 45 h 112"/>
                <a:gd name="T22" fmla="*/ 33 w 98"/>
                <a:gd name="T23" fmla="*/ 88 h 112"/>
                <a:gd name="T24" fmla="*/ 64 w 98"/>
                <a:gd name="T25" fmla="*/ 108 h 112"/>
                <a:gd name="T26" fmla="*/ 94 w 98"/>
                <a:gd name="T27" fmla="*/ 78 h 112"/>
                <a:gd name="T28" fmla="*/ 94 w 98"/>
                <a:gd name="T29" fmla="*/ 63 h 112"/>
                <a:gd name="T30" fmla="*/ 94 w 98"/>
                <a:gd name="T31" fmla="*/ 54 h 112"/>
                <a:gd name="T32" fmla="*/ 88 w 98"/>
                <a:gd name="T33" fmla="*/ 48 h 112"/>
                <a:gd name="T34" fmla="*/ 82 w 98"/>
                <a:gd name="T35" fmla="*/ 54 h 112"/>
                <a:gd name="T36" fmla="*/ 82 w 98"/>
                <a:gd name="T37" fmla="*/ 56 h 112"/>
                <a:gd name="T38" fmla="*/ 78 w 98"/>
                <a:gd name="T39" fmla="*/ 56 h 112"/>
                <a:gd name="T40" fmla="*/ 78 w 98"/>
                <a:gd name="T41" fmla="*/ 14 h 112"/>
                <a:gd name="T42" fmla="*/ 72 w 98"/>
                <a:gd name="T43" fmla="*/ 8 h 112"/>
                <a:gd name="T44" fmla="*/ 66 w 98"/>
                <a:gd name="T45" fmla="*/ 14 h 112"/>
                <a:gd name="T46" fmla="*/ 66 w 98"/>
                <a:gd name="T47" fmla="*/ 52 h 112"/>
                <a:gd name="T48" fmla="*/ 66 w 98"/>
                <a:gd name="T49" fmla="*/ 88 h 112"/>
                <a:gd name="T50" fmla="*/ 79 w 98"/>
                <a:gd name="T51" fmla="*/ 75 h 112"/>
                <a:gd name="T52" fmla="*/ 82 w 98"/>
                <a:gd name="T53" fmla="*/ 78 h 112"/>
                <a:gd name="T54" fmla="*/ 64 w 98"/>
                <a:gd name="T55" fmla="*/ 96 h 112"/>
                <a:gd name="T56" fmla="*/ 46 w 98"/>
                <a:gd name="T57" fmla="*/ 78 h 112"/>
                <a:gd name="T58" fmla="*/ 49 w 98"/>
                <a:gd name="T59" fmla="*/ 75 h 112"/>
                <a:gd name="T60" fmla="*/ 62 w 98"/>
                <a:gd name="T61" fmla="*/ 88 h 112"/>
                <a:gd name="T62" fmla="*/ 62 w 98"/>
                <a:gd name="T63" fmla="*/ 52 h 112"/>
                <a:gd name="T64" fmla="*/ 98 w 98"/>
                <a:gd name="T65" fmla="*/ 78 h 112"/>
                <a:gd name="T66" fmla="*/ 64 w 98"/>
                <a:gd name="T67" fmla="*/ 112 h 112"/>
                <a:gd name="T68" fmla="*/ 30 w 98"/>
                <a:gd name="T69" fmla="*/ 90 h 112"/>
                <a:gd name="T70" fmla="*/ 8 w 98"/>
                <a:gd name="T71" fmla="*/ 42 h 112"/>
                <a:gd name="T72" fmla="*/ 30 w 98"/>
                <a:gd name="T73" fmla="*/ 49 h 112"/>
                <a:gd name="T74" fmla="*/ 30 w 98"/>
                <a:gd name="T75" fmla="*/ 49 h 112"/>
                <a:gd name="T76" fmla="*/ 30 w 98"/>
                <a:gd name="T77" fmla="*/ 14 h 112"/>
                <a:gd name="T78" fmla="*/ 40 w 98"/>
                <a:gd name="T79" fmla="*/ 4 h 112"/>
                <a:gd name="T80" fmla="*/ 47 w 98"/>
                <a:gd name="T81" fmla="*/ 7 h 112"/>
                <a:gd name="T82" fmla="*/ 56 w 98"/>
                <a:gd name="T83" fmla="*/ 0 h 112"/>
                <a:gd name="T84" fmla="*/ 66 w 98"/>
                <a:gd name="T85" fmla="*/ 7 h 112"/>
                <a:gd name="T86" fmla="*/ 72 w 98"/>
                <a:gd name="T87" fmla="*/ 4 h 112"/>
                <a:gd name="T88" fmla="*/ 82 w 98"/>
                <a:gd name="T89" fmla="*/ 14 h 112"/>
                <a:gd name="T90" fmla="*/ 82 w 98"/>
                <a:gd name="T91" fmla="*/ 46 h 112"/>
                <a:gd name="T92" fmla="*/ 88 w 98"/>
                <a:gd name="T93" fmla="*/ 44 h 112"/>
                <a:gd name="T94" fmla="*/ 98 w 98"/>
                <a:gd name="T95" fmla="*/ 54 h 112"/>
                <a:gd name="T96" fmla="*/ 98 w 98"/>
                <a:gd name="T97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62" y="52"/>
                  </a:move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40" y="100"/>
                    <a:pt x="49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1"/>
                    <a:pt x="76" y="8"/>
                    <a:pt x="72" y="8"/>
                  </a:cubicBezTo>
                  <a:cubicBezTo>
                    <a:pt x="69" y="8"/>
                    <a:pt x="66" y="11"/>
                    <a:pt x="66" y="1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52"/>
                    <a:pt x="62" y="52"/>
                    <a:pt x="62" y="52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9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1" y="0"/>
                    <a:pt x="64" y="3"/>
                    <a:pt x="66" y="7"/>
                  </a:cubicBezTo>
                  <a:cubicBezTo>
                    <a:pt x="67" y="5"/>
                    <a:pt x="70" y="4"/>
                    <a:pt x="72" y="4"/>
                  </a:cubicBezTo>
                  <a:cubicBezTo>
                    <a:pt x="78" y="4"/>
                    <a:pt x="82" y="8"/>
                    <a:pt x="82" y="14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Freeform 47"/>
            <p:cNvSpPr>
              <a:spLocks noEditPoints="1"/>
            </p:cNvSpPr>
            <p:nvPr/>
          </p:nvSpPr>
          <p:spPr bwMode="auto">
            <a:xfrm>
              <a:off x="3491034" y="636437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3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8 w 98"/>
                <a:gd name="T13" fmla="*/ 7 h 112"/>
                <a:gd name="T14" fmla="*/ 41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5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4 h 112"/>
                <a:gd name="T46" fmla="*/ 40 w 98"/>
                <a:gd name="T47" fmla="*/ 8 h 112"/>
                <a:gd name="T48" fmla="*/ 46 w 98"/>
                <a:gd name="T49" fmla="*/ 14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4 h 112"/>
                <a:gd name="T66" fmla="*/ 72 w 98"/>
                <a:gd name="T67" fmla="*/ 8 h 112"/>
                <a:gd name="T68" fmla="*/ 78 w 98"/>
                <a:gd name="T69" fmla="*/ 14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54 h 112"/>
                <a:gd name="T76" fmla="*/ 88 w 98"/>
                <a:gd name="T77" fmla="*/ 48 h 112"/>
                <a:gd name="T78" fmla="*/ 94 w 98"/>
                <a:gd name="T79" fmla="*/ 54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3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5" y="3"/>
                    <a:pt x="61" y="0"/>
                    <a:pt x="57" y="0"/>
                  </a:cubicBezTo>
                  <a:cubicBezTo>
                    <a:pt x="53" y="0"/>
                    <a:pt x="49" y="3"/>
                    <a:pt x="48" y="7"/>
                  </a:cubicBezTo>
                  <a:cubicBezTo>
                    <a:pt x="46" y="5"/>
                    <a:pt x="43" y="4"/>
                    <a:pt x="41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5" y="108"/>
                  </a:cubicBezTo>
                  <a:cubicBezTo>
                    <a:pt x="50" y="108"/>
                    <a:pt x="41" y="100"/>
                    <a:pt x="34" y="88"/>
                  </a:cubicBezTo>
                  <a:cubicBezTo>
                    <a:pt x="18" y="62"/>
                    <a:pt x="7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419976" y="5082683"/>
              <a:ext cx="254001" cy="333375"/>
              <a:chOff x="4422775" y="3157538"/>
              <a:chExt cx="254001" cy="333375"/>
            </a:xfrm>
            <a:grpFill/>
          </p:grpSpPr>
          <p:sp>
            <p:nvSpPr>
              <p:cNvPr id="214" name="Freeform 48"/>
              <p:cNvSpPr/>
              <p:nvPr/>
            </p:nvSpPr>
            <p:spPr bwMode="auto">
              <a:xfrm>
                <a:off x="4479925" y="3178175"/>
                <a:ext cx="176213" cy="85725"/>
              </a:xfrm>
              <a:custGeom>
                <a:avLst/>
                <a:gdLst>
                  <a:gd name="T0" fmla="*/ 64 w 68"/>
                  <a:gd name="T1" fmla="*/ 26 h 33"/>
                  <a:gd name="T2" fmla="*/ 64 w 68"/>
                  <a:gd name="T3" fmla="*/ 33 h 33"/>
                  <a:gd name="T4" fmla="*/ 68 w 68"/>
                  <a:gd name="T5" fmla="*/ 22 h 33"/>
                  <a:gd name="T6" fmla="*/ 50 w 68"/>
                  <a:gd name="T7" fmla="*/ 4 h 33"/>
                  <a:gd name="T8" fmla="*/ 46 w 68"/>
                  <a:gd name="T9" fmla="*/ 4 h 33"/>
                  <a:gd name="T10" fmla="*/ 34 w 68"/>
                  <a:gd name="T11" fmla="*/ 0 h 33"/>
                  <a:gd name="T12" fmla="*/ 22 w 68"/>
                  <a:gd name="T13" fmla="*/ 4 h 33"/>
                  <a:gd name="T14" fmla="*/ 18 w 68"/>
                  <a:gd name="T15" fmla="*/ 4 h 33"/>
                  <a:gd name="T16" fmla="*/ 0 w 68"/>
                  <a:gd name="T17" fmla="*/ 22 h 33"/>
                  <a:gd name="T18" fmla="*/ 4 w 68"/>
                  <a:gd name="T19" fmla="*/ 33 h 33"/>
                  <a:gd name="T20" fmla="*/ 4 w 68"/>
                  <a:gd name="T21" fmla="*/ 22 h 33"/>
                  <a:gd name="T22" fmla="*/ 8 w 68"/>
                  <a:gd name="T23" fmla="*/ 14 h 33"/>
                  <a:gd name="T24" fmla="*/ 8 w 68"/>
                  <a:gd name="T25" fmla="*/ 14 h 33"/>
                  <a:gd name="T26" fmla="*/ 18 w 68"/>
                  <a:gd name="T27" fmla="*/ 9 h 33"/>
                  <a:gd name="T28" fmla="*/ 23 w 68"/>
                  <a:gd name="T29" fmla="*/ 9 h 33"/>
                  <a:gd name="T30" fmla="*/ 34 w 68"/>
                  <a:gd name="T31" fmla="*/ 4 h 33"/>
                  <a:gd name="T32" fmla="*/ 45 w 68"/>
                  <a:gd name="T33" fmla="*/ 9 h 33"/>
                  <a:gd name="T34" fmla="*/ 50 w 68"/>
                  <a:gd name="T35" fmla="*/ 8 h 33"/>
                  <a:gd name="T36" fmla="*/ 64 w 68"/>
                  <a:gd name="T37" fmla="*/ 22 h 33"/>
                  <a:gd name="T38" fmla="*/ 64 w 68"/>
                  <a:gd name="T39" fmla="*/ 24 h 33"/>
                  <a:gd name="T40" fmla="*/ 64 w 68"/>
                  <a:gd name="T4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64" y="26"/>
                    </a:moveTo>
                    <a:cubicBezTo>
                      <a:pt x="64" y="33"/>
                      <a:pt x="64" y="33"/>
                      <a:pt x="64" y="33"/>
                    </a:cubicBezTo>
                    <a:cubicBezTo>
                      <a:pt x="68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6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0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8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11" y="10"/>
                      <a:pt x="14" y="9"/>
                      <a:pt x="18" y="9"/>
                    </a:cubicBezTo>
                    <a:cubicBezTo>
                      <a:pt x="20" y="9"/>
                      <a:pt x="22" y="9"/>
                      <a:pt x="23" y="9"/>
                    </a:cubicBezTo>
                    <a:cubicBezTo>
                      <a:pt x="26" y="6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4" y="25"/>
                      <a:pt x="64" y="25"/>
                      <a:pt x="6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5" name="Freeform 49"/>
              <p:cNvSpPr/>
              <p:nvPr/>
            </p:nvSpPr>
            <p:spPr bwMode="auto">
              <a:xfrm>
                <a:off x="4459288" y="3157538"/>
                <a:ext cx="217488" cy="134938"/>
              </a:xfrm>
              <a:custGeom>
                <a:avLst/>
                <a:gdLst>
                  <a:gd name="T0" fmla="*/ 12 w 84"/>
                  <a:gd name="T1" fmla="*/ 52 h 52"/>
                  <a:gd name="T2" fmla="*/ 12 w 84"/>
                  <a:gd name="T3" fmla="*/ 47 h 52"/>
                  <a:gd name="T4" fmla="*/ 4 w 84"/>
                  <a:gd name="T5" fmla="*/ 30 h 52"/>
                  <a:gd name="T6" fmla="*/ 26 w 84"/>
                  <a:gd name="T7" fmla="*/ 8 h 52"/>
                  <a:gd name="T8" fmla="*/ 29 w 84"/>
                  <a:gd name="T9" fmla="*/ 8 h 52"/>
                  <a:gd name="T10" fmla="*/ 42 w 84"/>
                  <a:gd name="T11" fmla="*/ 4 h 52"/>
                  <a:gd name="T12" fmla="*/ 55 w 84"/>
                  <a:gd name="T13" fmla="*/ 8 h 52"/>
                  <a:gd name="T14" fmla="*/ 58 w 84"/>
                  <a:gd name="T15" fmla="*/ 8 h 52"/>
                  <a:gd name="T16" fmla="*/ 80 w 84"/>
                  <a:gd name="T17" fmla="*/ 30 h 52"/>
                  <a:gd name="T18" fmla="*/ 72 w 84"/>
                  <a:gd name="T19" fmla="*/ 47 h 52"/>
                  <a:gd name="T20" fmla="*/ 72 w 84"/>
                  <a:gd name="T21" fmla="*/ 52 h 52"/>
                  <a:gd name="T22" fmla="*/ 84 w 84"/>
                  <a:gd name="T23" fmla="*/ 30 h 52"/>
                  <a:gd name="T24" fmla="*/ 58 w 84"/>
                  <a:gd name="T25" fmla="*/ 4 h 52"/>
                  <a:gd name="T26" fmla="*/ 56 w 84"/>
                  <a:gd name="T27" fmla="*/ 4 h 52"/>
                  <a:gd name="T28" fmla="*/ 42 w 84"/>
                  <a:gd name="T29" fmla="*/ 0 h 52"/>
                  <a:gd name="T30" fmla="*/ 28 w 84"/>
                  <a:gd name="T31" fmla="*/ 4 h 52"/>
                  <a:gd name="T32" fmla="*/ 26 w 84"/>
                  <a:gd name="T33" fmla="*/ 4 h 52"/>
                  <a:gd name="T34" fmla="*/ 0 w 84"/>
                  <a:gd name="T35" fmla="*/ 30 h 52"/>
                  <a:gd name="T36" fmla="*/ 12 w 84"/>
                  <a:gd name="T3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4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4" y="37"/>
                      <a:pt x="4" y="30"/>
                    </a:cubicBezTo>
                    <a:cubicBezTo>
                      <a:pt x="4" y="18"/>
                      <a:pt x="14" y="8"/>
                      <a:pt x="26" y="8"/>
                    </a:cubicBezTo>
                    <a:cubicBezTo>
                      <a:pt x="27" y="8"/>
                      <a:pt x="28" y="8"/>
                      <a:pt x="29" y="8"/>
                    </a:cubicBezTo>
                    <a:cubicBezTo>
                      <a:pt x="33" y="6"/>
                      <a:pt x="37" y="4"/>
                      <a:pt x="42" y="4"/>
                    </a:cubicBezTo>
                    <a:cubicBezTo>
                      <a:pt x="47" y="4"/>
                      <a:pt x="52" y="6"/>
                      <a:pt x="55" y="8"/>
                    </a:cubicBezTo>
                    <a:cubicBezTo>
                      <a:pt x="56" y="8"/>
                      <a:pt x="57" y="8"/>
                      <a:pt x="58" y="8"/>
                    </a:cubicBezTo>
                    <a:cubicBezTo>
                      <a:pt x="70" y="8"/>
                      <a:pt x="80" y="18"/>
                      <a:pt x="80" y="30"/>
                    </a:cubicBezTo>
                    <a:cubicBezTo>
                      <a:pt x="80" y="37"/>
                      <a:pt x="76" y="43"/>
                      <a:pt x="72" y="47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80" y="47"/>
                      <a:pt x="84" y="39"/>
                      <a:pt x="84" y="30"/>
                    </a:cubicBezTo>
                    <a:cubicBezTo>
                      <a:pt x="84" y="16"/>
                      <a:pt x="73" y="4"/>
                      <a:pt x="58" y="4"/>
                    </a:cubicBezTo>
                    <a:cubicBezTo>
                      <a:pt x="58" y="4"/>
                      <a:pt x="57" y="4"/>
                      <a:pt x="56" y="4"/>
                    </a:cubicBezTo>
                    <a:cubicBezTo>
                      <a:pt x="52" y="1"/>
                      <a:pt x="47" y="0"/>
                      <a:pt x="42" y="0"/>
                    </a:cubicBezTo>
                    <a:cubicBezTo>
                      <a:pt x="37" y="0"/>
                      <a:pt x="32" y="1"/>
                      <a:pt x="28" y="4"/>
                    </a:cubicBezTo>
                    <a:cubicBezTo>
                      <a:pt x="28" y="4"/>
                      <a:pt x="27" y="4"/>
                      <a:pt x="26" y="4"/>
                    </a:cubicBezTo>
                    <a:cubicBezTo>
                      <a:pt x="12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6" name="Freeform 50"/>
              <p:cNvSpPr>
                <a:spLocks noEditPoints="1"/>
              </p:cNvSpPr>
              <p:nvPr/>
            </p:nvSpPr>
            <p:spPr bwMode="auto">
              <a:xfrm>
                <a:off x="4422775" y="319881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2 w 98"/>
                  <a:gd name="T7" fmla="*/ 4 h 112"/>
                  <a:gd name="T8" fmla="*/ 66 w 98"/>
                  <a:gd name="T9" fmla="*/ 7 h 112"/>
                  <a:gd name="T10" fmla="*/ 56 w 98"/>
                  <a:gd name="T11" fmla="*/ 0 h 112"/>
                  <a:gd name="T12" fmla="*/ 47 w 98"/>
                  <a:gd name="T13" fmla="*/ 7 h 112"/>
                  <a:gd name="T14" fmla="*/ 40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4 w 98"/>
                  <a:gd name="T37" fmla="*/ 108 h 112"/>
                  <a:gd name="T38" fmla="*/ 33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8 h 112"/>
                  <a:gd name="T52" fmla="*/ 50 w 98"/>
                  <a:gd name="T53" fmla="*/ 58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4 h 112"/>
                  <a:gd name="T62" fmla="*/ 66 w 98"/>
                  <a:gd name="T63" fmla="*/ 54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8 h 112"/>
                  <a:gd name="T72" fmla="*/ 82 w 98"/>
                  <a:gd name="T73" fmla="*/ 58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2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2" y="4"/>
                    </a:cubicBezTo>
                    <a:cubicBezTo>
                      <a:pt x="70" y="4"/>
                      <a:pt x="67" y="5"/>
                      <a:pt x="66" y="7"/>
                    </a:cubicBezTo>
                    <a:cubicBezTo>
                      <a:pt x="64" y="3"/>
                      <a:pt x="61" y="0"/>
                      <a:pt x="56" y="0"/>
                    </a:cubicBezTo>
                    <a:cubicBezTo>
                      <a:pt x="52" y="0"/>
                      <a:pt x="48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3" y="37"/>
                      <a:pt x="8" y="42"/>
                    </a:cubicBezTo>
                    <a:cubicBezTo>
                      <a:pt x="0" y="50"/>
                      <a:pt x="16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0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9463928" y="1988603"/>
              <a:ext cx="254000" cy="312738"/>
              <a:chOff x="5057775" y="3168650"/>
              <a:chExt cx="254000" cy="312738"/>
            </a:xfrm>
            <a:grpFill/>
          </p:grpSpPr>
          <p:sp>
            <p:nvSpPr>
              <p:cNvPr id="212" name="Freeform 51"/>
              <p:cNvSpPr/>
              <p:nvPr/>
            </p:nvSpPr>
            <p:spPr bwMode="auto">
              <a:xfrm>
                <a:off x="5116513" y="3168650"/>
                <a:ext cx="177800" cy="85725"/>
              </a:xfrm>
              <a:custGeom>
                <a:avLst/>
                <a:gdLst>
                  <a:gd name="T0" fmla="*/ 3 w 68"/>
                  <a:gd name="T1" fmla="*/ 22 h 33"/>
                  <a:gd name="T2" fmla="*/ 8 w 68"/>
                  <a:gd name="T3" fmla="*/ 10 h 33"/>
                  <a:gd name="T4" fmla="*/ 8 w 68"/>
                  <a:gd name="T5" fmla="*/ 10 h 33"/>
                  <a:gd name="T6" fmla="*/ 18 w 68"/>
                  <a:gd name="T7" fmla="*/ 7 h 33"/>
                  <a:gd name="T8" fmla="*/ 23 w 68"/>
                  <a:gd name="T9" fmla="*/ 8 h 33"/>
                  <a:gd name="T10" fmla="*/ 34 w 68"/>
                  <a:gd name="T11" fmla="*/ 4 h 33"/>
                  <a:gd name="T12" fmla="*/ 45 w 68"/>
                  <a:gd name="T13" fmla="*/ 9 h 33"/>
                  <a:gd name="T14" fmla="*/ 50 w 68"/>
                  <a:gd name="T15" fmla="*/ 8 h 33"/>
                  <a:gd name="T16" fmla="*/ 64 w 68"/>
                  <a:gd name="T17" fmla="*/ 22 h 33"/>
                  <a:gd name="T18" fmla="*/ 63 w 68"/>
                  <a:gd name="T19" fmla="*/ 24 h 33"/>
                  <a:gd name="T20" fmla="*/ 63 w 68"/>
                  <a:gd name="T21" fmla="*/ 26 h 33"/>
                  <a:gd name="T22" fmla="*/ 63 w 68"/>
                  <a:gd name="T23" fmla="*/ 33 h 33"/>
                  <a:gd name="T24" fmla="*/ 68 w 68"/>
                  <a:gd name="T25" fmla="*/ 22 h 33"/>
                  <a:gd name="T26" fmla="*/ 50 w 68"/>
                  <a:gd name="T27" fmla="*/ 4 h 33"/>
                  <a:gd name="T28" fmla="*/ 46 w 68"/>
                  <a:gd name="T29" fmla="*/ 4 h 33"/>
                  <a:gd name="T30" fmla="*/ 34 w 68"/>
                  <a:gd name="T31" fmla="*/ 0 h 33"/>
                  <a:gd name="T32" fmla="*/ 22 w 68"/>
                  <a:gd name="T33" fmla="*/ 4 h 33"/>
                  <a:gd name="T34" fmla="*/ 18 w 68"/>
                  <a:gd name="T35" fmla="*/ 4 h 33"/>
                  <a:gd name="T36" fmla="*/ 0 w 68"/>
                  <a:gd name="T37" fmla="*/ 22 h 33"/>
                  <a:gd name="T38" fmla="*/ 3 w 68"/>
                  <a:gd name="T39" fmla="*/ 33 h 33"/>
                  <a:gd name="T40" fmla="*/ 3 w 68"/>
                  <a:gd name="T4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3" y="22"/>
                    </a:moveTo>
                    <a:cubicBezTo>
                      <a:pt x="3" y="18"/>
                      <a:pt x="6" y="14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1" y="10"/>
                      <a:pt x="14" y="7"/>
                      <a:pt x="18" y="7"/>
                    </a:cubicBezTo>
                    <a:cubicBezTo>
                      <a:pt x="20" y="7"/>
                      <a:pt x="22" y="8"/>
                      <a:pt x="23" y="8"/>
                    </a:cubicBezTo>
                    <a:cubicBezTo>
                      <a:pt x="26" y="5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3" y="24"/>
                    </a:cubicBezTo>
                    <a:cubicBezTo>
                      <a:pt x="64" y="25"/>
                      <a:pt x="63" y="25"/>
                      <a:pt x="63" y="26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7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5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3" y="30"/>
                      <a:pt x="3" y="33"/>
                    </a:cubicBezTo>
                    <a:lnTo>
                      <a:pt x="3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3" name="Freeform 52"/>
              <p:cNvSpPr>
                <a:spLocks noEditPoints="1"/>
              </p:cNvSpPr>
              <p:nvPr/>
            </p:nvSpPr>
            <p:spPr bwMode="auto">
              <a:xfrm>
                <a:off x="5057775" y="3189288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3 w 98"/>
                  <a:gd name="T7" fmla="*/ 4 h 112"/>
                  <a:gd name="T8" fmla="*/ 66 w 98"/>
                  <a:gd name="T9" fmla="*/ 7 h 112"/>
                  <a:gd name="T10" fmla="*/ 57 w 98"/>
                  <a:gd name="T11" fmla="*/ 0 h 112"/>
                  <a:gd name="T12" fmla="*/ 48 w 98"/>
                  <a:gd name="T13" fmla="*/ 7 h 112"/>
                  <a:gd name="T14" fmla="*/ 41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5 w 98"/>
                  <a:gd name="T37" fmla="*/ 108 h 112"/>
                  <a:gd name="T38" fmla="*/ 34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4 h 112"/>
                  <a:gd name="T52" fmla="*/ 50 w 98"/>
                  <a:gd name="T53" fmla="*/ 54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0 h 112"/>
                  <a:gd name="T62" fmla="*/ 66 w 98"/>
                  <a:gd name="T63" fmla="*/ 50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4 h 112"/>
                  <a:gd name="T72" fmla="*/ 82 w 98"/>
                  <a:gd name="T73" fmla="*/ 54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3" y="4"/>
                    </a:cubicBezTo>
                    <a:cubicBezTo>
                      <a:pt x="70" y="4"/>
                      <a:pt x="68" y="5"/>
                      <a:pt x="66" y="7"/>
                    </a:cubicBezTo>
                    <a:cubicBezTo>
                      <a:pt x="65" y="3"/>
                      <a:pt x="61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50" y="54"/>
                      <a:pt x="50" y="54"/>
                      <a:pt x="50" y="5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7" name="Freeform 86"/>
            <p:cNvSpPr>
              <a:spLocks noEditPoints="1"/>
            </p:cNvSpPr>
            <p:nvPr/>
          </p:nvSpPr>
          <p:spPr bwMode="auto">
            <a:xfrm>
              <a:off x="8295544" y="895609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Freeform 87"/>
            <p:cNvSpPr>
              <a:spLocks noEditPoints="1"/>
            </p:cNvSpPr>
            <p:nvPr/>
          </p:nvSpPr>
          <p:spPr bwMode="auto">
            <a:xfrm>
              <a:off x="10071956" y="984509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Freeform 88"/>
            <p:cNvSpPr>
              <a:spLocks noEditPoints="1"/>
            </p:cNvSpPr>
            <p:nvPr/>
          </p:nvSpPr>
          <p:spPr bwMode="auto">
            <a:xfrm>
              <a:off x="608526" y="5346643"/>
              <a:ext cx="591596" cy="437422"/>
            </a:xfrm>
            <a:custGeom>
              <a:avLst/>
              <a:gdLst>
                <a:gd name="T0" fmla="*/ 64 w 108"/>
                <a:gd name="T1" fmla="*/ 70 h 80"/>
                <a:gd name="T2" fmla="*/ 44 w 108"/>
                <a:gd name="T3" fmla="*/ 70 h 80"/>
                <a:gd name="T4" fmla="*/ 54 w 108"/>
                <a:gd name="T5" fmla="*/ 32 h 80"/>
                <a:gd name="T6" fmla="*/ 60 w 108"/>
                <a:gd name="T7" fmla="*/ 62 h 80"/>
                <a:gd name="T8" fmla="*/ 108 w 108"/>
                <a:gd name="T9" fmla="*/ 54 h 80"/>
                <a:gd name="T10" fmla="*/ 0 w 108"/>
                <a:gd name="T11" fmla="*/ 54 h 80"/>
                <a:gd name="T12" fmla="*/ 7 w 108"/>
                <a:gd name="T13" fmla="*/ 70 h 80"/>
                <a:gd name="T14" fmla="*/ 54 w 108"/>
                <a:gd name="T15" fmla="*/ 4 h 80"/>
                <a:gd name="T16" fmla="*/ 101 w 108"/>
                <a:gd name="T17" fmla="*/ 70 h 80"/>
                <a:gd name="T18" fmla="*/ 105 w 108"/>
                <a:gd name="T19" fmla="*/ 71 h 80"/>
                <a:gd name="T20" fmla="*/ 60 w 108"/>
                <a:gd name="T21" fmla="*/ 70 h 80"/>
                <a:gd name="T22" fmla="*/ 48 w 108"/>
                <a:gd name="T23" fmla="*/ 70 h 80"/>
                <a:gd name="T24" fmla="*/ 54 w 108"/>
                <a:gd name="T25" fmla="*/ 76 h 80"/>
                <a:gd name="T26" fmla="*/ 52 w 108"/>
                <a:gd name="T27" fmla="*/ 10 h 80"/>
                <a:gd name="T28" fmla="*/ 54 w 108"/>
                <a:gd name="T29" fmla="*/ 24 h 80"/>
                <a:gd name="T30" fmla="*/ 56 w 108"/>
                <a:gd name="T31" fmla="*/ 10 h 80"/>
                <a:gd name="T32" fmla="*/ 54 w 108"/>
                <a:gd name="T33" fmla="*/ 8 h 80"/>
                <a:gd name="T34" fmla="*/ 78 w 108"/>
                <a:gd name="T35" fmla="*/ 17 h 80"/>
                <a:gd name="T36" fmla="*/ 72 w 108"/>
                <a:gd name="T37" fmla="*/ 30 h 80"/>
                <a:gd name="T38" fmla="*/ 82 w 108"/>
                <a:gd name="T39" fmla="*/ 20 h 80"/>
                <a:gd name="T40" fmla="*/ 81 w 108"/>
                <a:gd name="T41" fmla="*/ 17 h 80"/>
                <a:gd name="T42" fmla="*/ 95 w 108"/>
                <a:gd name="T43" fmla="*/ 39 h 80"/>
                <a:gd name="T44" fmla="*/ 83 w 108"/>
                <a:gd name="T45" fmla="*/ 45 h 80"/>
                <a:gd name="T46" fmla="*/ 97 w 108"/>
                <a:gd name="T47" fmla="*/ 42 h 80"/>
                <a:gd name="T48" fmla="*/ 98 w 108"/>
                <a:gd name="T49" fmla="*/ 40 h 80"/>
                <a:gd name="T50" fmla="*/ 97 w 108"/>
                <a:gd name="T51" fmla="*/ 66 h 80"/>
                <a:gd name="T52" fmla="*/ 83 w 108"/>
                <a:gd name="T53" fmla="*/ 63 h 80"/>
                <a:gd name="T54" fmla="*/ 95 w 108"/>
                <a:gd name="T55" fmla="*/ 70 h 80"/>
                <a:gd name="T56" fmla="*/ 98 w 108"/>
                <a:gd name="T57" fmla="*/ 68 h 80"/>
                <a:gd name="T58" fmla="*/ 13 w 108"/>
                <a:gd name="T59" fmla="*/ 70 h 80"/>
                <a:gd name="T60" fmla="*/ 25 w 108"/>
                <a:gd name="T61" fmla="*/ 63 h 80"/>
                <a:gd name="T62" fmla="*/ 11 w 108"/>
                <a:gd name="T63" fmla="*/ 66 h 80"/>
                <a:gd name="T64" fmla="*/ 10 w 108"/>
                <a:gd name="T65" fmla="*/ 68 h 80"/>
                <a:gd name="T66" fmla="*/ 11 w 108"/>
                <a:gd name="T67" fmla="*/ 42 h 80"/>
                <a:gd name="T68" fmla="*/ 25 w 108"/>
                <a:gd name="T69" fmla="*/ 45 h 80"/>
                <a:gd name="T70" fmla="*/ 13 w 108"/>
                <a:gd name="T71" fmla="*/ 39 h 80"/>
                <a:gd name="T72" fmla="*/ 10 w 108"/>
                <a:gd name="T73" fmla="*/ 40 h 80"/>
                <a:gd name="T74" fmla="*/ 26 w 108"/>
                <a:gd name="T75" fmla="*/ 20 h 80"/>
                <a:gd name="T76" fmla="*/ 36 w 108"/>
                <a:gd name="T77" fmla="*/ 30 h 80"/>
                <a:gd name="T78" fmla="*/ 30 w 108"/>
                <a:gd name="T79" fmla="*/ 17 h 80"/>
                <a:gd name="T80" fmla="*/ 27 w 108"/>
                <a:gd name="T8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" h="80">
                  <a:moveTo>
                    <a:pt x="60" y="62"/>
                  </a:moveTo>
                  <a:cubicBezTo>
                    <a:pt x="62" y="63"/>
                    <a:pt x="64" y="67"/>
                    <a:pt x="64" y="70"/>
                  </a:cubicBezTo>
                  <a:cubicBezTo>
                    <a:pt x="64" y="76"/>
                    <a:pt x="60" y="80"/>
                    <a:pt x="54" y="80"/>
                  </a:cubicBezTo>
                  <a:cubicBezTo>
                    <a:pt x="48" y="80"/>
                    <a:pt x="44" y="76"/>
                    <a:pt x="44" y="70"/>
                  </a:cubicBezTo>
                  <a:cubicBezTo>
                    <a:pt x="44" y="67"/>
                    <a:pt x="46" y="63"/>
                    <a:pt x="48" y="6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60" y="62"/>
                    <a:pt x="60" y="62"/>
                    <a:pt x="60" y="62"/>
                  </a:cubicBezTo>
                  <a:cubicBezTo>
                    <a:pt x="60" y="62"/>
                    <a:pt x="60" y="62"/>
                    <a:pt x="60" y="62"/>
                  </a:cubicBezTo>
                  <a:close/>
                  <a:moveTo>
                    <a:pt x="105" y="71"/>
                  </a:moveTo>
                  <a:cubicBezTo>
                    <a:pt x="107" y="66"/>
                    <a:pt x="108" y="60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0"/>
                    <a:pt x="1" y="66"/>
                    <a:pt x="3" y="71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65"/>
                    <a:pt x="4" y="60"/>
                    <a:pt x="4" y="54"/>
                  </a:cubicBezTo>
                  <a:cubicBezTo>
                    <a:pt x="4" y="26"/>
                    <a:pt x="26" y="4"/>
                    <a:pt x="54" y="4"/>
                  </a:cubicBezTo>
                  <a:cubicBezTo>
                    <a:pt x="82" y="4"/>
                    <a:pt x="104" y="26"/>
                    <a:pt x="104" y="54"/>
                  </a:cubicBezTo>
                  <a:cubicBezTo>
                    <a:pt x="104" y="60"/>
                    <a:pt x="103" y="65"/>
                    <a:pt x="101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54" y="76"/>
                  </a:moveTo>
                  <a:cubicBezTo>
                    <a:pt x="57" y="76"/>
                    <a:pt x="60" y="73"/>
                    <a:pt x="60" y="70"/>
                  </a:cubicBezTo>
                  <a:cubicBezTo>
                    <a:pt x="60" y="67"/>
                    <a:pt x="57" y="64"/>
                    <a:pt x="54" y="64"/>
                  </a:cubicBezTo>
                  <a:cubicBezTo>
                    <a:pt x="51" y="64"/>
                    <a:pt x="48" y="67"/>
                    <a:pt x="48" y="70"/>
                  </a:cubicBezTo>
                  <a:cubicBezTo>
                    <a:pt x="48" y="73"/>
                    <a:pt x="51" y="76"/>
                    <a:pt x="54" y="76"/>
                  </a:cubicBezTo>
                  <a:cubicBezTo>
                    <a:pt x="54" y="76"/>
                    <a:pt x="54" y="76"/>
                    <a:pt x="54" y="76"/>
                  </a:cubicBezTo>
                  <a:close/>
                  <a:moveTo>
                    <a:pt x="54" y="8"/>
                  </a:moveTo>
                  <a:cubicBezTo>
                    <a:pt x="53" y="8"/>
                    <a:pt x="52" y="9"/>
                    <a:pt x="52" y="10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3"/>
                    <a:pt x="53" y="24"/>
                    <a:pt x="54" y="24"/>
                  </a:cubicBezTo>
                  <a:cubicBezTo>
                    <a:pt x="55" y="24"/>
                    <a:pt x="56" y="23"/>
                    <a:pt x="56" y="22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9"/>
                    <a:pt x="55" y="8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lose/>
                  <a:moveTo>
                    <a:pt x="81" y="17"/>
                  </a:moveTo>
                  <a:cubicBezTo>
                    <a:pt x="80" y="16"/>
                    <a:pt x="79" y="16"/>
                    <a:pt x="78" y="1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8"/>
                    <a:pt x="71" y="29"/>
                    <a:pt x="72" y="30"/>
                  </a:cubicBezTo>
                  <a:cubicBezTo>
                    <a:pt x="73" y="30"/>
                    <a:pt x="74" y="30"/>
                    <a:pt x="74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19"/>
                    <a:pt x="82" y="17"/>
                    <a:pt x="81" y="17"/>
                  </a:cubicBezTo>
                  <a:cubicBezTo>
                    <a:pt x="81" y="17"/>
                    <a:pt x="81" y="17"/>
                    <a:pt x="81" y="17"/>
                  </a:cubicBezTo>
                  <a:close/>
                  <a:moveTo>
                    <a:pt x="98" y="40"/>
                  </a:moveTo>
                  <a:cubicBezTo>
                    <a:pt x="97" y="39"/>
                    <a:pt x="96" y="38"/>
                    <a:pt x="95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3"/>
                    <a:pt x="82" y="44"/>
                    <a:pt x="83" y="45"/>
                  </a:cubicBezTo>
                  <a:cubicBezTo>
                    <a:pt x="83" y="46"/>
                    <a:pt x="84" y="46"/>
                    <a:pt x="85" y="46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8" y="42"/>
                    <a:pt x="98" y="41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68"/>
                  </a:moveTo>
                  <a:cubicBezTo>
                    <a:pt x="98" y="67"/>
                    <a:pt x="98" y="66"/>
                    <a:pt x="97" y="66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4" y="62"/>
                    <a:pt x="83" y="62"/>
                    <a:pt x="83" y="63"/>
                  </a:cubicBezTo>
                  <a:cubicBezTo>
                    <a:pt x="82" y="64"/>
                    <a:pt x="83" y="65"/>
                    <a:pt x="84" y="66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6" y="70"/>
                    <a:pt x="97" y="69"/>
                    <a:pt x="98" y="68"/>
                  </a:cubicBezTo>
                  <a:cubicBezTo>
                    <a:pt x="98" y="68"/>
                    <a:pt x="98" y="68"/>
                    <a:pt x="98" y="68"/>
                  </a:cubicBezTo>
                  <a:close/>
                  <a:moveTo>
                    <a:pt x="10" y="68"/>
                  </a:moveTo>
                  <a:cubicBezTo>
                    <a:pt x="11" y="69"/>
                    <a:pt x="12" y="70"/>
                    <a:pt x="13" y="70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5" y="65"/>
                    <a:pt x="26" y="64"/>
                    <a:pt x="25" y="63"/>
                  </a:cubicBezTo>
                  <a:cubicBezTo>
                    <a:pt x="25" y="62"/>
                    <a:pt x="24" y="62"/>
                    <a:pt x="23" y="62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0" y="66"/>
                    <a:pt x="10" y="67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lose/>
                  <a:moveTo>
                    <a:pt x="10" y="40"/>
                  </a:moveTo>
                  <a:cubicBezTo>
                    <a:pt x="10" y="41"/>
                    <a:pt x="10" y="42"/>
                    <a:pt x="11" y="42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6"/>
                    <a:pt x="25" y="46"/>
                    <a:pt x="25" y="45"/>
                  </a:cubicBezTo>
                  <a:cubicBezTo>
                    <a:pt x="26" y="44"/>
                    <a:pt x="25" y="43"/>
                    <a:pt x="24" y="42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10" y="40"/>
                    <a:pt x="10" y="40"/>
                    <a:pt x="10" y="40"/>
                  </a:cubicBezTo>
                  <a:close/>
                  <a:moveTo>
                    <a:pt x="27" y="17"/>
                  </a:moveTo>
                  <a:cubicBezTo>
                    <a:pt x="26" y="17"/>
                    <a:pt x="26" y="19"/>
                    <a:pt x="26" y="2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5" y="30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6"/>
                    <a:pt x="28" y="16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9070046" y="1524259"/>
              <a:ext cx="437424" cy="437422"/>
              <a:chOff x="6226175" y="3414032"/>
              <a:chExt cx="252413" cy="252412"/>
            </a:xfrm>
            <a:grpFill/>
          </p:grpSpPr>
          <p:sp>
            <p:nvSpPr>
              <p:cNvPr id="210" name="Freeform 209"/>
              <p:cNvSpPr>
                <a:spLocks noEditPoints="1"/>
              </p:cNvSpPr>
              <p:nvPr/>
            </p:nvSpPr>
            <p:spPr bwMode="auto">
              <a:xfrm>
                <a:off x="6226175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/>
              <p:cNvSpPr>
                <a:spLocks noEditPoints="1"/>
              </p:cNvSpPr>
              <p:nvPr/>
            </p:nvSpPr>
            <p:spPr bwMode="auto">
              <a:xfrm>
                <a:off x="6284913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22 w 56"/>
                  <a:gd name="T11" fmla="*/ 22 h 56"/>
                  <a:gd name="T12" fmla="*/ 34 w 56"/>
                  <a:gd name="T13" fmla="*/ 22 h 56"/>
                  <a:gd name="T14" fmla="*/ 34 w 56"/>
                  <a:gd name="T15" fmla="*/ 34 h 56"/>
                  <a:gd name="T16" fmla="*/ 22 w 56"/>
                  <a:gd name="T17" fmla="*/ 34 h 56"/>
                  <a:gd name="T18" fmla="*/ 22 w 56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22" y="22"/>
                    </a:moveTo>
                    <a:cubicBezTo>
                      <a:pt x="25" y="19"/>
                      <a:pt x="31" y="19"/>
                      <a:pt x="34" y="22"/>
                    </a:cubicBezTo>
                    <a:cubicBezTo>
                      <a:pt x="37" y="25"/>
                      <a:pt x="37" y="31"/>
                      <a:pt x="34" y="34"/>
                    </a:cubicBezTo>
                    <a:cubicBezTo>
                      <a:pt x="31" y="37"/>
                      <a:pt x="25" y="37"/>
                      <a:pt x="22" y="34"/>
                    </a:cubicBezTo>
                    <a:cubicBezTo>
                      <a:pt x="19" y="31"/>
                      <a:pt x="19" y="25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6013583" y="985854"/>
              <a:ext cx="416528" cy="416526"/>
              <a:chOff x="6821488" y="3418795"/>
              <a:chExt cx="242888" cy="242887"/>
            </a:xfrm>
            <a:grpFill/>
          </p:grpSpPr>
          <p:sp>
            <p:nvSpPr>
              <p:cNvPr id="204" name="Freeform 203"/>
              <p:cNvSpPr/>
              <p:nvPr/>
            </p:nvSpPr>
            <p:spPr bwMode="auto">
              <a:xfrm>
                <a:off x="6938963" y="36029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/>
              <p:cNvSpPr/>
              <p:nvPr/>
            </p:nvSpPr>
            <p:spPr bwMode="auto">
              <a:xfrm>
                <a:off x="6842125" y="3536270"/>
                <a:ext cx="38100" cy="9525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/>
              <p:cNvSpPr/>
              <p:nvPr/>
            </p:nvSpPr>
            <p:spPr bwMode="auto">
              <a:xfrm>
                <a:off x="6938963" y="3439432"/>
                <a:ext cx="9525" cy="38100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/>
              <p:cNvSpPr>
                <a:spLocks noEditPoints="1"/>
              </p:cNvSpPr>
              <p:nvPr/>
            </p:nvSpPr>
            <p:spPr bwMode="auto">
              <a:xfrm>
                <a:off x="6821488" y="34187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/>
              <p:cNvSpPr>
                <a:spLocks noEditPoints="1"/>
              </p:cNvSpPr>
              <p:nvPr/>
            </p:nvSpPr>
            <p:spPr bwMode="auto">
              <a:xfrm>
                <a:off x="6877050" y="34743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31 w 54"/>
                  <a:gd name="T11" fmla="*/ 31 h 54"/>
                  <a:gd name="T12" fmla="*/ 23 w 54"/>
                  <a:gd name="T13" fmla="*/ 31 h 54"/>
                  <a:gd name="T14" fmla="*/ 23 w 54"/>
                  <a:gd name="T15" fmla="*/ 23 h 54"/>
                  <a:gd name="T16" fmla="*/ 31 w 54"/>
                  <a:gd name="T17" fmla="*/ 23 h 54"/>
                  <a:gd name="T18" fmla="*/ 31 w 54"/>
                  <a:gd name="T19" fmla="*/ 3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31" y="31"/>
                    </a:moveTo>
                    <a:cubicBezTo>
                      <a:pt x="29" y="34"/>
                      <a:pt x="25" y="34"/>
                      <a:pt x="23" y="31"/>
                    </a:cubicBezTo>
                    <a:cubicBezTo>
                      <a:pt x="20" y="29"/>
                      <a:pt x="20" y="25"/>
                      <a:pt x="23" y="23"/>
                    </a:cubicBezTo>
                    <a:cubicBezTo>
                      <a:pt x="25" y="20"/>
                      <a:pt x="29" y="20"/>
                      <a:pt x="31" y="23"/>
                    </a:cubicBezTo>
                    <a:cubicBezTo>
                      <a:pt x="34" y="25"/>
                      <a:pt x="34" y="29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9" name="Freeform 208"/>
              <p:cNvSpPr/>
              <p:nvPr/>
            </p:nvSpPr>
            <p:spPr bwMode="auto">
              <a:xfrm>
                <a:off x="7005638" y="3536270"/>
                <a:ext cx="39688" cy="9525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267594" y="2520469"/>
              <a:ext cx="461863" cy="461861"/>
              <a:chOff x="7412038" y="3215595"/>
              <a:chExt cx="242888" cy="242887"/>
            </a:xfrm>
            <a:grpFill/>
          </p:grpSpPr>
          <p:sp>
            <p:nvSpPr>
              <p:cNvPr id="198" name="Freeform 197"/>
              <p:cNvSpPr/>
              <p:nvPr/>
            </p:nvSpPr>
            <p:spPr bwMode="auto">
              <a:xfrm>
                <a:off x="7527925" y="33997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/>
              <p:cNvSpPr/>
              <p:nvPr/>
            </p:nvSpPr>
            <p:spPr bwMode="auto">
              <a:xfrm>
                <a:off x="7527925" y="3234645"/>
                <a:ext cx="9525" cy="39687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/>
              <p:cNvSpPr/>
              <p:nvPr/>
            </p:nvSpPr>
            <p:spPr bwMode="auto">
              <a:xfrm>
                <a:off x="7431088" y="3331482"/>
                <a:ext cx="39688" cy="11112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/>
              <p:cNvSpPr>
                <a:spLocks noEditPoints="1"/>
              </p:cNvSpPr>
              <p:nvPr/>
            </p:nvSpPr>
            <p:spPr bwMode="auto">
              <a:xfrm>
                <a:off x="7467600" y="32711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9 w 54"/>
                  <a:gd name="T11" fmla="*/ 45 h 54"/>
                  <a:gd name="T12" fmla="*/ 23 w 54"/>
                  <a:gd name="T13" fmla="*/ 23 h 54"/>
                  <a:gd name="T14" fmla="*/ 31 w 54"/>
                  <a:gd name="T15" fmla="*/ 31 h 54"/>
                  <a:gd name="T16" fmla="*/ 9 w 54"/>
                  <a:gd name="T17" fmla="*/ 4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9" y="45"/>
                    </a:moveTo>
                    <a:cubicBezTo>
                      <a:pt x="9" y="45"/>
                      <a:pt x="18" y="27"/>
                      <a:pt x="23" y="23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7" y="36"/>
                      <a:pt x="9" y="45"/>
                      <a:pt x="9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/>
              <p:cNvSpPr/>
              <p:nvPr/>
            </p:nvSpPr>
            <p:spPr bwMode="auto">
              <a:xfrm>
                <a:off x="7596188" y="3331482"/>
                <a:ext cx="38100" cy="11112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/>
              <p:cNvSpPr>
                <a:spLocks noEditPoints="1"/>
              </p:cNvSpPr>
              <p:nvPr/>
            </p:nvSpPr>
            <p:spPr bwMode="auto">
              <a:xfrm>
                <a:off x="7412038" y="32155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3670301" y="5425487"/>
              <a:ext cx="252413" cy="252412"/>
              <a:chOff x="8002588" y="3414032"/>
              <a:chExt cx="252413" cy="252412"/>
            </a:xfrm>
            <a:grpFill/>
          </p:grpSpPr>
          <p:sp>
            <p:nvSpPr>
              <p:cNvPr id="196" name="Freeform 195"/>
              <p:cNvSpPr>
                <a:spLocks noEditPoints="1"/>
              </p:cNvSpPr>
              <p:nvPr/>
            </p:nvSpPr>
            <p:spPr bwMode="auto">
              <a:xfrm>
                <a:off x="8061325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34 w 56"/>
                  <a:gd name="T11" fmla="*/ 34 h 56"/>
                  <a:gd name="T12" fmla="*/ 8 w 56"/>
                  <a:gd name="T13" fmla="*/ 48 h 56"/>
                  <a:gd name="T14" fmla="*/ 22 w 56"/>
                  <a:gd name="T15" fmla="*/ 22 h 56"/>
                  <a:gd name="T16" fmla="*/ 34 w 56"/>
                  <a:gd name="T17" fmla="*/ 3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34" y="34"/>
                    </a:moveTo>
                    <a:cubicBezTo>
                      <a:pt x="28" y="39"/>
                      <a:pt x="8" y="48"/>
                      <a:pt x="8" y="48"/>
                    </a:cubicBezTo>
                    <a:cubicBezTo>
                      <a:pt x="8" y="48"/>
                      <a:pt x="17" y="28"/>
                      <a:pt x="22" y="22"/>
                    </a:cubicBezTo>
                    <a:lnTo>
                      <a:pt x="3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/>
              <p:cNvSpPr>
                <a:spLocks noEditPoints="1"/>
              </p:cNvSpPr>
              <p:nvPr/>
            </p:nvSpPr>
            <p:spPr bwMode="auto">
              <a:xfrm>
                <a:off x="8002588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4" name="Freeform 93"/>
            <p:cNvSpPr>
              <a:spLocks noEditPoints="1"/>
            </p:cNvSpPr>
            <p:nvPr/>
          </p:nvSpPr>
          <p:spPr bwMode="auto">
            <a:xfrm>
              <a:off x="2311353" y="91494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1429935" y="5550318"/>
              <a:ext cx="454448" cy="457764"/>
              <a:chOff x="644525" y="2574925"/>
              <a:chExt cx="217488" cy="219075"/>
            </a:xfrm>
            <a:grpFill/>
          </p:grpSpPr>
          <p:sp>
            <p:nvSpPr>
              <p:cNvPr id="194" name="Freeform 193"/>
              <p:cNvSpPr/>
              <p:nvPr/>
            </p:nvSpPr>
            <p:spPr bwMode="auto">
              <a:xfrm>
                <a:off x="722313" y="2606675"/>
                <a:ext cx="31750" cy="93662"/>
              </a:xfrm>
              <a:custGeom>
                <a:avLst/>
                <a:gdLst>
                  <a:gd name="T0" fmla="*/ 8 w 12"/>
                  <a:gd name="T1" fmla="*/ 36 h 36"/>
                  <a:gd name="T2" fmla="*/ 12 w 12"/>
                  <a:gd name="T3" fmla="*/ 36 h 36"/>
                  <a:gd name="T4" fmla="*/ 12 w 12"/>
                  <a:gd name="T5" fmla="*/ 0 h 36"/>
                  <a:gd name="T6" fmla="*/ 10 w 12"/>
                  <a:gd name="T7" fmla="*/ 0 h 36"/>
                  <a:gd name="T8" fmla="*/ 0 w 12"/>
                  <a:gd name="T9" fmla="*/ 6 h 36"/>
                  <a:gd name="T10" fmla="*/ 0 w 12"/>
                  <a:gd name="T11" fmla="*/ 12 h 36"/>
                  <a:gd name="T12" fmla="*/ 8 w 12"/>
                  <a:gd name="T13" fmla="*/ 12 h 36"/>
                  <a:gd name="T14" fmla="*/ 8 w 12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36">
                    <a:moveTo>
                      <a:pt x="8" y="36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4"/>
                      <a:pt x="8" y="6"/>
                      <a:pt x="0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8" y="12"/>
                      <a:pt x="8" y="12"/>
                      <a:pt x="8" y="12"/>
                    </a:cubicBezTo>
                    <a:lnTo>
                      <a:pt x="8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/>
              <p:cNvSpPr>
                <a:spLocks noEditPoints="1"/>
              </p:cNvSpPr>
              <p:nvPr/>
            </p:nvSpPr>
            <p:spPr bwMode="auto">
              <a:xfrm>
                <a:off x="644525" y="2574925"/>
                <a:ext cx="217488" cy="219075"/>
              </a:xfrm>
              <a:custGeom>
                <a:avLst/>
                <a:gdLst>
                  <a:gd name="T0" fmla="*/ 68 w 84"/>
                  <a:gd name="T1" fmla="*/ 0 h 84"/>
                  <a:gd name="T2" fmla="*/ 66 w 84"/>
                  <a:gd name="T3" fmla="*/ 0 h 84"/>
                  <a:gd name="T4" fmla="*/ 16 w 84"/>
                  <a:gd name="T5" fmla="*/ 0 h 84"/>
                  <a:gd name="T6" fmla="*/ 0 w 84"/>
                  <a:gd name="T7" fmla="*/ 0 h 84"/>
                  <a:gd name="T8" fmla="*/ 14 w 84"/>
                  <a:gd name="T9" fmla="*/ 34 h 84"/>
                  <a:gd name="T10" fmla="*/ 14 w 84"/>
                  <a:gd name="T11" fmla="*/ 34 h 84"/>
                  <a:gd name="T12" fmla="*/ 38 w 84"/>
                  <a:gd name="T13" fmla="*/ 58 h 84"/>
                  <a:gd name="T14" fmla="*/ 38 w 84"/>
                  <a:gd name="T15" fmla="*/ 80 h 84"/>
                  <a:gd name="T16" fmla="*/ 22 w 84"/>
                  <a:gd name="T17" fmla="*/ 80 h 84"/>
                  <a:gd name="T18" fmla="*/ 22 w 84"/>
                  <a:gd name="T19" fmla="*/ 84 h 84"/>
                  <a:gd name="T20" fmla="*/ 58 w 84"/>
                  <a:gd name="T21" fmla="*/ 84 h 84"/>
                  <a:gd name="T22" fmla="*/ 58 w 84"/>
                  <a:gd name="T23" fmla="*/ 80 h 84"/>
                  <a:gd name="T24" fmla="*/ 42 w 84"/>
                  <a:gd name="T25" fmla="*/ 80 h 84"/>
                  <a:gd name="T26" fmla="*/ 42 w 84"/>
                  <a:gd name="T27" fmla="*/ 58 h 84"/>
                  <a:gd name="T28" fmla="*/ 66 w 84"/>
                  <a:gd name="T29" fmla="*/ 34 h 84"/>
                  <a:gd name="T30" fmla="*/ 66 w 84"/>
                  <a:gd name="T31" fmla="*/ 34 h 84"/>
                  <a:gd name="T32" fmla="*/ 84 w 84"/>
                  <a:gd name="T33" fmla="*/ 0 h 84"/>
                  <a:gd name="T34" fmla="*/ 68 w 84"/>
                  <a:gd name="T35" fmla="*/ 0 h 84"/>
                  <a:gd name="T36" fmla="*/ 14 w 84"/>
                  <a:gd name="T37" fmla="*/ 30 h 84"/>
                  <a:gd name="T38" fmla="*/ 4 w 84"/>
                  <a:gd name="T39" fmla="*/ 4 h 84"/>
                  <a:gd name="T40" fmla="*/ 14 w 84"/>
                  <a:gd name="T41" fmla="*/ 4 h 84"/>
                  <a:gd name="T42" fmla="*/ 14 w 84"/>
                  <a:gd name="T43" fmla="*/ 30 h 84"/>
                  <a:gd name="T44" fmla="*/ 62 w 84"/>
                  <a:gd name="T45" fmla="*/ 34 h 84"/>
                  <a:gd name="T46" fmla="*/ 44 w 84"/>
                  <a:gd name="T47" fmla="*/ 56 h 84"/>
                  <a:gd name="T48" fmla="*/ 40 w 84"/>
                  <a:gd name="T49" fmla="*/ 56 h 84"/>
                  <a:gd name="T50" fmla="*/ 18 w 84"/>
                  <a:gd name="T51" fmla="*/ 34 h 84"/>
                  <a:gd name="T52" fmla="*/ 18 w 84"/>
                  <a:gd name="T53" fmla="*/ 4 h 84"/>
                  <a:gd name="T54" fmla="*/ 62 w 84"/>
                  <a:gd name="T55" fmla="*/ 4 h 84"/>
                  <a:gd name="T56" fmla="*/ 62 w 84"/>
                  <a:gd name="T57" fmla="*/ 34 h 84"/>
                  <a:gd name="T58" fmla="*/ 66 w 84"/>
                  <a:gd name="T59" fmla="*/ 30 h 84"/>
                  <a:gd name="T60" fmla="*/ 66 w 84"/>
                  <a:gd name="T61" fmla="*/ 4 h 84"/>
                  <a:gd name="T62" fmla="*/ 80 w 84"/>
                  <a:gd name="T63" fmla="*/ 4 h 84"/>
                  <a:gd name="T64" fmla="*/ 66 w 84"/>
                  <a:gd name="T65" fmla="*/ 3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" h="84">
                    <a:moveTo>
                      <a:pt x="68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28"/>
                      <a:pt x="14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47"/>
                      <a:pt x="26" y="58"/>
                      <a:pt x="38" y="58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4"/>
                      <a:pt x="22" y="84"/>
                      <a:pt x="22" y="84"/>
                    </a:cubicBezTo>
                    <a:cubicBezTo>
                      <a:pt x="58" y="84"/>
                      <a:pt x="58" y="84"/>
                      <a:pt x="58" y="84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42" y="80"/>
                      <a:pt x="42" y="80"/>
                      <a:pt x="42" y="80"/>
                    </a:cubicBezTo>
                    <a:cubicBezTo>
                      <a:pt x="42" y="58"/>
                      <a:pt x="42" y="58"/>
                      <a:pt x="42" y="58"/>
                    </a:cubicBezTo>
                    <a:cubicBezTo>
                      <a:pt x="58" y="58"/>
                      <a:pt x="66" y="47"/>
                      <a:pt x="66" y="34"/>
                    </a:cubicBezTo>
                    <a:cubicBezTo>
                      <a:pt x="66" y="34"/>
                      <a:pt x="66" y="34"/>
                      <a:pt x="66" y="34"/>
                    </a:cubicBezTo>
                    <a:cubicBezTo>
                      <a:pt x="82" y="28"/>
                      <a:pt x="84" y="0"/>
                      <a:pt x="84" y="0"/>
                    </a:cubicBezTo>
                    <a:lnTo>
                      <a:pt x="68" y="0"/>
                    </a:lnTo>
                    <a:close/>
                    <a:moveTo>
                      <a:pt x="14" y="30"/>
                    </a:moveTo>
                    <a:cubicBezTo>
                      <a:pt x="6" y="23"/>
                      <a:pt x="4" y="4"/>
                      <a:pt x="4" y="4"/>
                    </a:cubicBezTo>
                    <a:cubicBezTo>
                      <a:pt x="14" y="4"/>
                      <a:pt x="14" y="4"/>
                      <a:pt x="14" y="4"/>
                    </a:cubicBezTo>
                    <a:lnTo>
                      <a:pt x="14" y="30"/>
                    </a:lnTo>
                    <a:close/>
                    <a:moveTo>
                      <a:pt x="62" y="34"/>
                    </a:moveTo>
                    <a:cubicBezTo>
                      <a:pt x="62" y="45"/>
                      <a:pt x="55" y="56"/>
                      <a:pt x="44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29" y="56"/>
                      <a:pt x="18" y="45"/>
                      <a:pt x="18" y="3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62" y="4"/>
                      <a:pt x="62" y="4"/>
                      <a:pt x="62" y="4"/>
                    </a:cubicBezTo>
                    <a:lnTo>
                      <a:pt x="62" y="34"/>
                    </a:lnTo>
                    <a:close/>
                    <a:moveTo>
                      <a:pt x="66" y="30"/>
                    </a:moveTo>
                    <a:cubicBezTo>
                      <a:pt x="66" y="4"/>
                      <a:pt x="66" y="4"/>
                      <a:pt x="66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4"/>
                      <a:pt x="78" y="23"/>
                      <a:pt x="6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Freeform 95"/>
            <p:cNvSpPr>
              <a:spLocks noEditPoints="1"/>
            </p:cNvSpPr>
            <p:nvPr/>
          </p:nvSpPr>
          <p:spPr bwMode="auto">
            <a:xfrm>
              <a:off x="9490404" y="5593748"/>
              <a:ext cx="503012" cy="627844"/>
            </a:xfrm>
            <a:custGeom>
              <a:avLst/>
              <a:gdLst>
                <a:gd name="T0" fmla="*/ 68 w 84"/>
                <a:gd name="T1" fmla="*/ 34 h 104"/>
                <a:gd name="T2" fmla="*/ 68 w 84"/>
                <a:gd name="T3" fmla="*/ 34 h 104"/>
                <a:gd name="T4" fmla="*/ 84 w 84"/>
                <a:gd name="T5" fmla="*/ 0 h 104"/>
                <a:gd name="T6" fmla="*/ 68 w 84"/>
                <a:gd name="T7" fmla="*/ 0 h 104"/>
                <a:gd name="T8" fmla="*/ 66 w 84"/>
                <a:gd name="T9" fmla="*/ 0 h 104"/>
                <a:gd name="T10" fmla="*/ 16 w 84"/>
                <a:gd name="T11" fmla="*/ 0 h 104"/>
                <a:gd name="T12" fmla="*/ 0 w 84"/>
                <a:gd name="T13" fmla="*/ 0 h 104"/>
                <a:gd name="T14" fmla="*/ 16 w 84"/>
                <a:gd name="T15" fmla="*/ 34 h 104"/>
                <a:gd name="T16" fmla="*/ 16 w 84"/>
                <a:gd name="T17" fmla="*/ 34 h 104"/>
                <a:gd name="T18" fmla="*/ 40 w 84"/>
                <a:gd name="T19" fmla="*/ 58 h 104"/>
                <a:gd name="T20" fmla="*/ 40 w 84"/>
                <a:gd name="T21" fmla="*/ 76 h 104"/>
                <a:gd name="T22" fmla="*/ 24 w 84"/>
                <a:gd name="T23" fmla="*/ 76 h 104"/>
                <a:gd name="T24" fmla="*/ 24 w 84"/>
                <a:gd name="T25" fmla="*/ 88 h 104"/>
                <a:gd name="T26" fmla="*/ 12 w 84"/>
                <a:gd name="T27" fmla="*/ 88 h 104"/>
                <a:gd name="T28" fmla="*/ 12 w 84"/>
                <a:gd name="T29" fmla="*/ 104 h 104"/>
                <a:gd name="T30" fmla="*/ 72 w 84"/>
                <a:gd name="T31" fmla="*/ 104 h 104"/>
                <a:gd name="T32" fmla="*/ 72 w 84"/>
                <a:gd name="T33" fmla="*/ 88 h 104"/>
                <a:gd name="T34" fmla="*/ 60 w 84"/>
                <a:gd name="T35" fmla="*/ 88 h 104"/>
                <a:gd name="T36" fmla="*/ 60 w 84"/>
                <a:gd name="T37" fmla="*/ 76 h 104"/>
                <a:gd name="T38" fmla="*/ 44 w 84"/>
                <a:gd name="T39" fmla="*/ 76 h 104"/>
                <a:gd name="T40" fmla="*/ 44 w 84"/>
                <a:gd name="T41" fmla="*/ 58 h 104"/>
                <a:gd name="T42" fmla="*/ 68 w 84"/>
                <a:gd name="T43" fmla="*/ 34 h 104"/>
                <a:gd name="T44" fmla="*/ 68 w 84"/>
                <a:gd name="T45" fmla="*/ 4 h 104"/>
                <a:gd name="T46" fmla="*/ 80 w 84"/>
                <a:gd name="T47" fmla="*/ 4 h 104"/>
                <a:gd name="T48" fmla="*/ 68 w 84"/>
                <a:gd name="T49" fmla="*/ 30 h 104"/>
                <a:gd name="T50" fmla="*/ 68 w 84"/>
                <a:gd name="T51" fmla="*/ 4 h 104"/>
                <a:gd name="T52" fmla="*/ 16 w 84"/>
                <a:gd name="T53" fmla="*/ 30 h 104"/>
                <a:gd name="T54" fmla="*/ 4 w 84"/>
                <a:gd name="T55" fmla="*/ 4 h 104"/>
                <a:gd name="T56" fmla="*/ 16 w 84"/>
                <a:gd name="T57" fmla="*/ 4 h 104"/>
                <a:gd name="T58" fmla="*/ 16 w 84"/>
                <a:gd name="T59" fmla="*/ 30 h 104"/>
                <a:gd name="T60" fmla="*/ 68 w 84"/>
                <a:gd name="T61" fmla="*/ 92 h 104"/>
                <a:gd name="T62" fmla="*/ 68 w 84"/>
                <a:gd name="T63" fmla="*/ 100 h 104"/>
                <a:gd name="T64" fmla="*/ 16 w 84"/>
                <a:gd name="T65" fmla="*/ 100 h 104"/>
                <a:gd name="T66" fmla="*/ 16 w 84"/>
                <a:gd name="T67" fmla="*/ 92 h 104"/>
                <a:gd name="T68" fmla="*/ 68 w 84"/>
                <a:gd name="T69" fmla="*/ 92 h 104"/>
                <a:gd name="T70" fmla="*/ 56 w 84"/>
                <a:gd name="T71" fmla="*/ 80 h 104"/>
                <a:gd name="T72" fmla="*/ 56 w 84"/>
                <a:gd name="T73" fmla="*/ 88 h 104"/>
                <a:gd name="T74" fmla="*/ 28 w 84"/>
                <a:gd name="T75" fmla="*/ 88 h 104"/>
                <a:gd name="T76" fmla="*/ 28 w 84"/>
                <a:gd name="T77" fmla="*/ 80 h 104"/>
                <a:gd name="T78" fmla="*/ 56 w 84"/>
                <a:gd name="T79" fmla="*/ 80 h 104"/>
                <a:gd name="T80" fmla="*/ 44 w 84"/>
                <a:gd name="T81" fmla="*/ 56 h 104"/>
                <a:gd name="T82" fmla="*/ 40 w 84"/>
                <a:gd name="T83" fmla="*/ 56 h 104"/>
                <a:gd name="T84" fmla="*/ 20 w 84"/>
                <a:gd name="T85" fmla="*/ 34 h 104"/>
                <a:gd name="T86" fmla="*/ 20 w 84"/>
                <a:gd name="T87" fmla="*/ 4 h 104"/>
                <a:gd name="T88" fmla="*/ 64 w 84"/>
                <a:gd name="T89" fmla="*/ 4 h 104"/>
                <a:gd name="T90" fmla="*/ 64 w 84"/>
                <a:gd name="T91" fmla="*/ 34 h 104"/>
                <a:gd name="T92" fmla="*/ 44 w 84"/>
                <a:gd name="T93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04">
                  <a:moveTo>
                    <a:pt x="68" y="34"/>
                  </a:moveTo>
                  <a:cubicBezTo>
                    <a:pt x="68" y="34"/>
                    <a:pt x="68" y="34"/>
                    <a:pt x="68" y="34"/>
                  </a:cubicBezTo>
                  <a:cubicBezTo>
                    <a:pt x="82" y="28"/>
                    <a:pt x="84" y="0"/>
                    <a:pt x="84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28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47"/>
                    <a:pt x="27" y="58"/>
                    <a:pt x="40" y="58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57" y="58"/>
                    <a:pt x="68" y="47"/>
                    <a:pt x="68" y="34"/>
                  </a:cubicBezTo>
                  <a:close/>
                  <a:moveTo>
                    <a:pt x="68" y="4"/>
                  </a:move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3"/>
                    <a:pt x="68" y="30"/>
                  </a:cubicBezTo>
                  <a:lnTo>
                    <a:pt x="68" y="4"/>
                  </a:lnTo>
                  <a:close/>
                  <a:moveTo>
                    <a:pt x="16" y="30"/>
                  </a:moveTo>
                  <a:cubicBezTo>
                    <a:pt x="7" y="23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0"/>
                  </a:lnTo>
                  <a:close/>
                  <a:moveTo>
                    <a:pt x="68" y="92"/>
                  </a:moveTo>
                  <a:cubicBezTo>
                    <a:pt x="68" y="100"/>
                    <a:pt x="68" y="100"/>
                    <a:pt x="68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6" y="92"/>
                    <a:pt x="16" y="92"/>
                    <a:pt x="16" y="92"/>
                  </a:cubicBezTo>
                  <a:lnTo>
                    <a:pt x="68" y="92"/>
                  </a:lnTo>
                  <a:close/>
                  <a:moveTo>
                    <a:pt x="56" y="80"/>
                  </a:moveTo>
                  <a:cubicBezTo>
                    <a:pt x="56" y="88"/>
                    <a:pt x="56" y="88"/>
                    <a:pt x="56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0"/>
                    <a:pt x="28" y="80"/>
                    <a:pt x="28" y="80"/>
                  </a:cubicBezTo>
                  <a:lnTo>
                    <a:pt x="56" y="80"/>
                  </a:lnTo>
                  <a:close/>
                  <a:moveTo>
                    <a:pt x="44" y="56"/>
                  </a:move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5"/>
                    <a:pt x="20" y="3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45"/>
                    <a:pt x="55" y="56"/>
                    <a:pt x="4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6609819" y="4374460"/>
              <a:ext cx="505129" cy="639830"/>
              <a:chOff x="6350000" y="2533650"/>
              <a:chExt cx="238125" cy="301625"/>
            </a:xfrm>
            <a:grpFill/>
          </p:grpSpPr>
          <p:sp>
            <p:nvSpPr>
              <p:cNvPr id="191" name="Freeform 190"/>
              <p:cNvSpPr>
                <a:spLocks noEditPoints="1"/>
              </p:cNvSpPr>
              <p:nvPr/>
            </p:nvSpPr>
            <p:spPr bwMode="auto">
              <a:xfrm>
                <a:off x="6440488" y="2665413"/>
                <a:ext cx="77788" cy="79375"/>
              </a:xfrm>
              <a:custGeom>
                <a:avLst/>
                <a:gdLst>
                  <a:gd name="T0" fmla="*/ 29 w 30"/>
                  <a:gd name="T1" fmla="*/ 1 h 30"/>
                  <a:gd name="T2" fmla="*/ 26 w 30"/>
                  <a:gd name="T3" fmla="*/ 1 h 30"/>
                  <a:gd name="T4" fmla="*/ 14 w 30"/>
                  <a:gd name="T5" fmla="*/ 14 h 30"/>
                  <a:gd name="T6" fmla="*/ 11 w 30"/>
                  <a:gd name="T7" fmla="*/ 13 h 30"/>
                  <a:gd name="T8" fmla="*/ 5 w 30"/>
                  <a:gd name="T9" fmla="*/ 19 h 30"/>
                  <a:gd name="T10" fmla="*/ 6 w 30"/>
                  <a:gd name="T11" fmla="*/ 22 h 30"/>
                  <a:gd name="T12" fmla="*/ 1 w 30"/>
                  <a:gd name="T13" fmla="*/ 26 h 30"/>
                  <a:gd name="T14" fmla="*/ 1 w 30"/>
                  <a:gd name="T15" fmla="*/ 29 h 30"/>
                  <a:gd name="T16" fmla="*/ 4 w 30"/>
                  <a:gd name="T17" fmla="*/ 29 h 30"/>
                  <a:gd name="T18" fmla="*/ 8 w 30"/>
                  <a:gd name="T19" fmla="*/ 24 h 30"/>
                  <a:gd name="T20" fmla="*/ 11 w 30"/>
                  <a:gd name="T21" fmla="*/ 25 h 30"/>
                  <a:gd name="T22" fmla="*/ 17 w 30"/>
                  <a:gd name="T23" fmla="*/ 19 h 30"/>
                  <a:gd name="T24" fmla="*/ 16 w 30"/>
                  <a:gd name="T25" fmla="*/ 16 h 30"/>
                  <a:gd name="T26" fmla="*/ 29 w 30"/>
                  <a:gd name="T27" fmla="*/ 4 h 30"/>
                  <a:gd name="T28" fmla="*/ 29 w 30"/>
                  <a:gd name="T29" fmla="*/ 1 h 30"/>
                  <a:gd name="T30" fmla="*/ 11 w 30"/>
                  <a:gd name="T31" fmla="*/ 21 h 30"/>
                  <a:gd name="T32" fmla="*/ 9 w 30"/>
                  <a:gd name="T33" fmla="*/ 19 h 30"/>
                  <a:gd name="T34" fmla="*/ 11 w 30"/>
                  <a:gd name="T35" fmla="*/ 17 h 30"/>
                  <a:gd name="T36" fmla="*/ 13 w 30"/>
                  <a:gd name="T37" fmla="*/ 19 h 30"/>
                  <a:gd name="T38" fmla="*/ 11 w 30"/>
                  <a:gd name="T39" fmla="*/ 2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" h="30">
                    <a:moveTo>
                      <a:pt x="29" y="1"/>
                    </a:moveTo>
                    <a:cubicBezTo>
                      <a:pt x="28" y="0"/>
                      <a:pt x="27" y="0"/>
                      <a:pt x="26" y="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3" y="13"/>
                      <a:pt x="12" y="13"/>
                      <a:pt x="11" y="13"/>
                    </a:cubicBezTo>
                    <a:cubicBezTo>
                      <a:pt x="8" y="13"/>
                      <a:pt x="5" y="16"/>
                      <a:pt x="5" y="19"/>
                    </a:cubicBezTo>
                    <a:cubicBezTo>
                      <a:pt x="5" y="20"/>
                      <a:pt x="5" y="21"/>
                      <a:pt x="6" y="2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2" y="30"/>
                      <a:pt x="3" y="30"/>
                      <a:pt x="4" y="29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5"/>
                      <a:pt x="10" y="25"/>
                      <a:pt x="11" y="25"/>
                    </a:cubicBezTo>
                    <a:cubicBezTo>
                      <a:pt x="14" y="25"/>
                      <a:pt x="17" y="22"/>
                      <a:pt x="17" y="19"/>
                    </a:cubicBezTo>
                    <a:cubicBezTo>
                      <a:pt x="17" y="18"/>
                      <a:pt x="17" y="17"/>
                      <a:pt x="16" y="16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30" y="3"/>
                      <a:pt x="30" y="2"/>
                      <a:pt x="29" y="1"/>
                    </a:cubicBezTo>
                    <a:close/>
                    <a:moveTo>
                      <a:pt x="11" y="21"/>
                    </a:moveTo>
                    <a:cubicBezTo>
                      <a:pt x="10" y="21"/>
                      <a:pt x="9" y="20"/>
                      <a:pt x="9" y="19"/>
                    </a:cubicBezTo>
                    <a:cubicBezTo>
                      <a:pt x="9" y="18"/>
                      <a:pt x="10" y="17"/>
                      <a:pt x="11" y="17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3" y="20"/>
                      <a:pt x="12" y="21"/>
                      <a:pt x="11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/>
              <p:cNvSpPr>
                <a:spLocks noEditPoints="1"/>
              </p:cNvSpPr>
              <p:nvPr/>
            </p:nvSpPr>
            <p:spPr bwMode="auto">
              <a:xfrm>
                <a:off x="6380163" y="2627313"/>
                <a:ext cx="177800" cy="176212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6 w 68"/>
                  <a:gd name="T11" fmla="*/ 64 h 68"/>
                  <a:gd name="T12" fmla="*/ 36 w 68"/>
                  <a:gd name="T13" fmla="*/ 54 h 68"/>
                  <a:gd name="T14" fmla="*/ 34 w 68"/>
                  <a:gd name="T15" fmla="*/ 52 h 68"/>
                  <a:gd name="T16" fmla="*/ 32 w 68"/>
                  <a:gd name="T17" fmla="*/ 54 h 68"/>
                  <a:gd name="T18" fmla="*/ 32 w 68"/>
                  <a:gd name="T19" fmla="*/ 64 h 68"/>
                  <a:gd name="T20" fmla="*/ 4 w 68"/>
                  <a:gd name="T21" fmla="*/ 36 h 68"/>
                  <a:gd name="T22" fmla="*/ 14 w 68"/>
                  <a:gd name="T23" fmla="*/ 36 h 68"/>
                  <a:gd name="T24" fmla="*/ 16 w 68"/>
                  <a:gd name="T25" fmla="*/ 34 h 68"/>
                  <a:gd name="T26" fmla="*/ 14 w 68"/>
                  <a:gd name="T27" fmla="*/ 32 h 68"/>
                  <a:gd name="T28" fmla="*/ 4 w 68"/>
                  <a:gd name="T29" fmla="*/ 32 h 68"/>
                  <a:gd name="T30" fmla="*/ 32 w 68"/>
                  <a:gd name="T31" fmla="*/ 4 h 68"/>
                  <a:gd name="T32" fmla="*/ 32 w 68"/>
                  <a:gd name="T33" fmla="*/ 14 h 68"/>
                  <a:gd name="T34" fmla="*/ 34 w 68"/>
                  <a:gd name="T35" fmla="*/ 16 h 68"/>
                  <a:gd name="T36" fmla="*/ 36 w 68"/>
                  <a:gd name="T37" fmla="*/ 14 h 68"/>
                  <a:gd name="T38" fmla="*/ 36 w 68"/>
                  <a:gd name="T39" fmla="*/ 4 h 68"/>
                  <a:gd name="T40" fmla="*/ 64 w 68"/>
                  <a:gd name="T41" fmla="*/ 32 h 68"/>
                  <a:gd name="T42" fmla="*/ 54 w 68"/>
                  <a:gd name="T43" fmla="*/ 32 h 68"/>
                  <a:gd name="T44" fmla="*/ 52 w 68"/>
                  <a:gd name="T45" fmla="*/ 34 h 68"/>
                  <a:gd name="T46" fmla="*/ 54 w 68"/>
                  <a:gd name="T47" fmla="*/ 36 h 68"/>
                  <a:gd name="T48" fmla="*/ 64 w 68"/>
                  <a:gd name="T49" fmla="*/ 36 h 68"/>
                  <a:gd name="T50" fmla="*/ 36 w 68"/>
                  <a:gd name="T51" fmla="*/ 6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3"/>
                      <a:pt x="15" y="68"/>
                      <a:pt x="34" y="68"/>
                    </a:cubicBezTo>
                    <a:cubicBezTo>
                      <a:pt x="53" y="68"/>
                      <a:pt x="68" y="53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6" y="64"/>
                    </a:move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5" y="52"/>
                      <a:pt x="34" y="52"/>
                    </a:cubicBezTo>
                    <a:cubicBezTo>
                      <a:pt x="33" y="52"/>
                      <a:pt x="32" y="53"/>
                      <a:pt x="32" y="54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17" y="63"/>
                      <a:pt x="5" y="52"/>
                      <a:pt x="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5" y="36"/>
                      <a:pt x="16" y="35"/>
                      <a:pt x="16" y="34"/>
                    </a:cubicBezTo>
                    <a:cubicBezTo>
                      <a:pt x="16" y="33"/>
                      <a:pt x="15" y="32"/>
                      <a:pt x="14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16"/>
                      <a:pt x="17" y="5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5"/>
                      <a:pt x="33" y="16"/>
                      <a:pt x="34" y="16"/>
                    </a:cubicBezTo>
                    <a:cubicBezTo>
                      <a:pt x="35" y="16"/>
                      <a:pt x="36" y="15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1" y="5"/>
                      <a:pt x="63" y="16"/>
                      <a:pt x="64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3" y="32"/>
                      <a:pt x="52" y="33"/>
                      <a:pt x="52" y="34"/>
                    </a:cubicBezTo>
                    <a:cubicBezTo>
                      <a:pt x="52" y="35"/>
                      <a:pt x="53" y="36"/>
                      <a:pt x="54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3" y="52"/>
                      <a:pt x="51" y="63"/>
                      <a:pt x="36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/>
              <p:cNvSpPr>
                <a:spLocks noEditPoints="1"/>
              </p:cNvSpPr>
              <p:nvPr/>
            </p:nvSpPr>
            <p:spPr bwMode="auto">
              <a:xfrm>
                <a:off x="6350000" y="2533650"/>
                <a:ext cx="238125" cy="301625"/>
              </a:xfrm>
              <a:custGeom>
                <a:avLst/>
                <a:gdLst>
                  <a:gd name="T0" fmla="*/ 80 w 92"/>
                  <a:gd name="T1" fmla="*/ 39 h 116"/>
                  <a:gd name="T2" fmla="*/ 85 w 92"/>
                  <a:gd name="T3" fmla="*/ 34 h 116"/>
                  <a:gd name="T4" fmla="*/ 88 w 92"/>
                  <a:gd name="T5" fmla="*/ 37 h 116"/>
                  <a:gd name="T6" fmla="*/ 90 w 92"/>
                  <a:gd name="T7" fmla="*/ 34 h 116"/>
                  <a:gd name="T8" fmla="*/ 82 w 92"/>
                  <a:gd name="T9" fmla="*/ 26 h 116"/>
                  <a:gd name="T10" fmla="*/ 79 w 92"/>
                  <a:gd name="T11" fmla="*/ 28 h 116"/>
                  <a:gd name="T12" fmla="*/ 82 w 92"/>
                  <a:gd name="T13" fmla="*/ 31 h 116"/>
                  <a:gd name="T14" fmla="*/ 77 w 92"/>
                  <a:gd name="T15" fmla="*/ 36 h 116"/>
                  <a:gd name="T16" fmla="*/ 55 w 92"/>
                  <a:gd name="T17" fmla="*/ 25 h 116"/>
                  <a:gd name="T18" fmla="*/ 60 w 92"/>
                  <a:gd name="T19" fmla="*/ 14 h 116"/>
                  <a:gd name="T20" fmla="*/ 46 w 92"/>
                  <a:gd name="T21" fmla="*/ 0 h 116"/>
                  <a:gd name="T22" fmla="*/ 32 w 92"/>
                  <a:gd name="T23" fmla="*/ 14 h 116"/>
                  <a:gd name="T24" fmla="*/ 37 w 92"/>
                  <a:gd name="T25" fmla="*/ 25 h 116"/>
                  <a:gd name="T26" fmla="*/ 15 w 92"/>
                  <a:gd name="T27" fmla="*/ 36 h 116"/>
                  <a:gd name="T28" fmla="*/ 10 w 92"/>
                  <a:gd name="T29" fmla="*/ 31 h 116"/>
                  <a:gd name="T30" fmla="*/ 13 w 92"/>
                  <a:gd name="T31" fmla="*/ 28 h 116"/>
                  <a:gd name="T32" fmla="*/ 10 w 92"/>
                  <a:gd name="T33" fmla="*/ 26 h 116"/>
                  <a:gd name="T34" fmla="*/ 2 w 92"/>
                  <a:gd name="T35" fmla="*/ 34 h 116"/>
                  <a:gd name="T36" fmla="*/ 4 w 92"/>
                  <a:gd name="T37" fmla="*/ 37 h 116"/>
                  <a:gd name="T38" fmla="*/ 7 w 92"/>
                  <a:gd name="T39" fmla="*/ 34 h 116"/>
                  <a:gd name="T40" fmla="*/ 12 w 92"/>
                  <a:gd name="T41" fmla="*/ 39 h 116"/>
                  <a:gd name="T42" fmla="*/ 0 w 92"/>
                  <a:gd name="T43" fmla="*/ 70 h 116"/>
                  <a:gd name="T44" fmla="*/ 46 w 92"/>
                  <a:gd name="T45" fmla="*/ 116 h 116"/>
                  <a:gd name="T46" fmla="*/ 92 w 92"/>
                  <a:gd name="T47" fmla="*/ 70 h 116"/>
                  <a:gd name="T48" fmla="*/ 80 w 92"/>
                  <a:gd name="T49" fmla="*/ 39 h 116"/>
                  <a:gd name="T50" fmla="*/ 36 w 92"/>
                  <a:gd name="T51" fmla="*/ 14 h 116"/>
                  <a:gd name="T52" fmla="*/ 46 w 92"/>
                  <a:gd name="T53" fmla="*/ 4 h 116"/>
                  <a:gd name="T54" fmla="*/ 56 w 92"/>
                  <a:gd name="T55" fmla="*/ 14 h 116"/>
                  <a:gd name="T56" fmla="*/ 48 w 92"/>
                  <a:gd name="T57" fmla="*/ 24 h 116"/>
                  <a:gd name="T58" fmla="*/ 48 w 92"/>
                  <a:gd name="T59" fmla="*/ 16 h 116"/>
                  <a:gd name="T60" fmla="*/ 52 w 92"/>
                  <a:gd name="T61" fmla="*/ 16 h 116"/>
                  <a:gd name="T62" fmla="*/ 52 w 92"/>
                  <a:gd name="T63" fmla="*/ 12 h 116"/>
                  <a:gd name="T64" fmla="*/ 40 w 92"/>
                  <a:gd name="T65" fmla="*/ 12 h 116"/>
                  <a:gd name="T66" fmla="*/ 40 w 92"/>
                  <a:gd name="T67" fmla="*/ 16 h 116"/>
                  <a:gd name="T68" fmla="*/ 44 w 92"/>
                  <a:gd name="T69" fmla="*/ 16 h 116"/>
                  <a:gd name="T70" fmla="*/ 44 w 92"/>
                  <a:gd name="T71" fmla="*/ 24 h 116"/>
                  <a:gd name="T72" fmla="*/ 36 w 92"/>
                  <a:gd name="T73" fmla="*/ 14 h 116"/>
                  <a:gd name="T74" fmla="*/ 46 w 92"/>
                  <a:gd name="T75" fmla="*/ 112 h 116"/>
                  <a:gd name="T76" fmla="*/ 4 w 92"/>
                  <a:gd name="T77" fmla="*/ 70 h 116"/>
                  <a:gd name="T78" fmla="*/ 46 w 92"/>
                  <a:gd name="T79" fmla="*/ 28 h 116"/>
                  <a:gd name="T80" fmla="*/ 88 w 92"/>
                  <a:gd name="T81" fmla="*/ 70 h 116"/>
                  <a:gd name="T82" fmla="*/ 46 w 92"/>
                  <a:gd name="T8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" h="116">
                    <a:moveTo>
                      <a:pt x="80" y="39"/>
                    </a:moveTo>
                    <a:cubicBezTo>
                      <a:pt x="85" y="34"/>
                      <a:pt x="85" y="34"/>
                      <a:pt x="85" y="34"/>
                    </a:cubicBezTo>
                    <a:cubicBezTo>
                      <a:pt x="88" y="37"/>
                      <a:pt x="88" y="37"/>
                      <a:pt x="88" y="37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2" y="26"/>
                      <a:pt x="82" y="26"/>
                      <a:pt x="82" y="26"/>
                    </a:cubicBezTo>
                    <a:cubicBezTo>
                      <a:pt x="79" y="28"/>
                      <a:pt x="79" y="28"/>
                      <a:pt x="79" y="28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77" y="36"/>
                      <a:pt x="77" y="36"/>
                      <a:pt x="77" y="36"/>
                    </a:cubicBezTo>
                    <a:cubicBezTo>
                      <a:pt x="71" y="30"/>
                      <a:pt x="63" y="27"/>
                      <a:pt x="55" y="25"/>
                    </a:cubicBezTo>
                    <a:cubicBezTo>
                      <a:pt x="58" y="22"/>
                      <a:pt x="60" y="18"/>
                      <a:pt x="60" y="14"/>
                    </a:cubicBezTo>
                    <a:cubicBezTo>
                      <a:pt x="60" y="6"/>
                      <a:pt x="54" y="0"/>
                      <a:pt x="46" y="0"/>
                    </a:cubicBezTo>
                    <a:cubicBezTo>
                      <a:pt x="38" y="0"/>
                      <a:pt x="32" y="6"/>
                      <a:pt x="32" y="14"/>
                    </a:cubicBezTo>
                    <a:cubicBezTo>
                      <a:pt x="32" y="18"/>
                      <a:pt x="34" y="22"/>
                      <a:pt x="37" y="25"/>
                    </a:cubicBezTo>
                    <a:cubicBezTo>
                      <a:pt x="29" y="27"/>
                      <a:pt x="21" y="30"/>
                      <a:pt x="15" y="36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5" y="47"/>
                      <a:pt x="0" y="58"/>
                      <a:pt x="0" y="70"/>
                    </a:cubicBezTo>
                    <a:cubicBezTo>
                      <a:pt x="0" y="95"/>
                      <a:pt x="21" y="116"/>
                      <a:pt x="46" y="116"/>
                    </a:cubicBezTo>
                    <a:cubicBezTo>
                      <a:pt x="71" y="116"/>
                      <a:pt x="92" y="95"/>
                      <a:pt x="92" y="70"/>
                    </a:cubicBezTo>
                    <a:cubicBezTo>
                      <a:pt x="92" y="58"/>
                      <a:pt x="87" y="47"/>
                      <a:pt x="80" y="39"/>
                    </a:cubicBezTo>
                    <a:close/>
                    <a:moveTo>
                      <a:pt x="36" y="14"/>
                    </a:moveTo>
                    <a:cubicBezTo>
                      <a:pt x="36" y="8"/>
                      <a:pt x="40" y="4"/>
                      <a:pt x="46" y="4"/>
                    </a:cubicBezTo>
                    <a:cubicBezTo>
                      <a:pt x="52" y="4"/>
                      <a:pt x="56" y="8"/>
                      <a:pt x="56" y="14"/>
                    </a:cubicBezTo>
                    <a:cubicBezTo>
                      <a:pt x="56" y="19"/>
                      <a:pt x="53" y="23"/>
                      <a:pt x="48" y="2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39" y="23"/>
                      <a:pt x="36" y="19"/>
                      <a:pt x="36" y="14"/>
                    </a:cubicBezTo>
                    <a:close/>
                    <a:moveTo>
                      <a:pt x="46" y="112"/>
                    </a:moveTo>
                    <a:cubicBezTo>
                      <a:pt x="23" y="112"/>
                      <a:pt x="4" y="93"/>
                      <a:pt x="4" y="70"/>
                    </a:cubicBezTo>
                    <a:cubicBezTo>
                      <a:pt x="4" y="47"/>
                      <a:pt x="23" y="28"/>
                      <a:pt x="46" y="28"/>
                    </a:cubicBezTo>
                    <a:cubicBezTo>
                      <a:pt x="69" y="28"/>
                      <a:pt x="88" y="47"/>
                      <a:pt x="88" y="70"/>
                    </a:cubicBezTo>
                    <a:cubicBezTo>
                      <a:pt x="88" y="93"/>
                      <a:pt x="69" y="112"/>
                      <a:pt x="46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11075581" y="528361"/>
              <a:ext cx="462862" cy="508841"/>
              <a:chOff x="6983413" y="2554288"/>
              <a:chExt cx="239713" cy="263525"/>
            </a:xfrm>
            <a:grpFill/>
          </p:grpSpPr>
          <p:sp>
            <p:nvSpPr>
              <p:cNvPr id="189" name="Freeform 188"/>
              <p:cNvSpPr>
                <a:spLocks noEditPoints="1"/>
              </p:cNvSpPr>
              <p:nvPr/>
            </p:nvSpPr>
            <p:spPr bwMode="auto">
              <a:xfrm>
                <a:off x="7088188" y="2619375"/>
                <a:ext cx="30163" cy="114300"/>
              </a:xfrm>
              <a:custGeom>
                <a:avLst/>
                <a:gdLst>
                  <a:gd name="T0" fmla="*/ 8 w 12"/>
                  <a:gd name="T1" fmla="*/ 24 h 44"/>
                  <a:gd name="T2" fmla="*/ 8 w 12"/>
                  <a:gd name="T3" fmla="*/ 2 h 44"/>
                  <a:gd name="T4" fmla="*/ 6 w 12"/>
                  <a:gd name="T5" fmla="*/ 0 h 44"/>
                  <a:gd name="T6" fmla="*/ 4 w 12"/>
                  <a:gd name="T7" fmla="*/ 2 h 44"/>
                  <a:gd name="T8" fmla="*/ 4 w 12"/>
                  <a:gd name="T9" fmla="*/ 24 h 44"/>
                  <a:gd name="T10" fmla="*/ 0 w 12"/>
                  <a:gd name="T11" fmla="*/ 30 h 44"/>
                  <a:gd name="T12" fmla="*/ 4 w 12"/>
                  <a:gd name="T13" fmla="*/ 36 h 44"/>
                  <a:gd name="T14" fmla="*/ 4 w 12"/>
                  <a:gd name="T15" fmla="*/ 42 h 44"/>
                  <a:gd name="T16" fmla="*/ 6 w 12"/>
                  <a:gd name="T17" fmla="*/ 44 h 44"/>
                  <a:gd name="T18" fmla="*/ 8 w 12"/>
                  <a:gd name="T19" fmla="*/ 42 h 44"/>
                  <a:gd name="T20" fmla="*/ 8 w 12"/>
                  <a:gd name="T21" fmla="*/ 36 h 44"/>
                  <a:gd name="T22" fmla="*/ 12 w 12"/>
                  <a:gd name="T23" fmla="*/ 30 h 44"/>
                  <a:gd name="T24" fmla="*/ 8 w 12"/>
                  <a:gd name="T25" fmla="*/ 24 h 44"/>
                  <a:gd name="T26" fmla="*/ 6 w 12"/>
                  <a:gd name="T27" fmla="*/ 32 h 44"/>
                  <a:gd name="T28" fmla="*/ 4 w 12"/>
                  <a:gd name="T29" fmla="*/ 30 h 44"/>
                  <a:gd name="T30" fmla="*/ 6 w 12"/>
                  <a:gd name="T31" fmla="*/ 28 h 44"/>
                  <a:gd name="T32" fmla="*/ 8 w 12"/>
                  <a:gd name="T33" fmla="*/ 30 h 44"/>
                  <a:gd name="T34" fmla="*/ 6 w 12"/>
                  <a:gd name="T35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44">
                    <a:moveTo>
                      <a:pt x="8" y="24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4" y="1"/>
                      <a:pt x="4" y="2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2" y="25"/>
                      <a:pt x="0" y="27"/>
                      <a:pt x="0" y="30"/>
                    </a:cubicBezTo>
                    <a:cubicBezTo>
                      <a:pt x="0" y="33"/>
                      <a:pt x="2" y="35"/>
                      <a:pt x="4" y="36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3"/>
                      <a:pt x="5" y="44"/>
                      <a:pt x="6" y="44"/>
                    </a:cubicBezTo>
                    <a:cubicBezTo>
                      <a:pt x="7" y="44"/>
                      <a:pt x="8" y="43"/>
                      <a:pt x="8" y="4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0" y="35"/>
                      <a:pt x="12" y="33"/>
                      <a:pt x="12" y="30"/>
                    </a:cubicBezTo>
                    <a:cubicBezTo>
                      <a:pt x="12" y="27"/>
                      <a:pt x="10" y="25"/>
                      <a:pt x="8" y="24"/>
                    </a:cubicBezTo>
                    <a:close/>
                    <a:moveTo>
                      <a:pt x="6" y="32"/>
                    </a:moveTo>
                    <a:cubicBezTo>
                      <a:pt x="5" y="32"/>
                      <a:pt x="4" y="31"/>
                      <a:pt x="4" y="30"/>
                    </a:cubicBezTo>
                    <a:cubicBezTo>
                      <a:pt x="4" y="29"/>
                      <a:pt x="5" y="28"/>
                      <a:pt x="6" y="28"/>
                    </a:cubicBezTo>
                    <a:cubicBezTo>
                      <a:pt x="7" y="28"/>
                      <a:pt x="8" y="29"/>
                      <a:pt x="8" y="30"/>
                    </a:cubicBezTo>
                    <a:cubicBezTo>
                      <a:pt x="8" y="31"/>
                      <a:pt x="7" y="32"/>
                      <a:pt x="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/>
              <p:cNvSpPr>
                <a:spLocks noEditPoints="1"/>
              </p:cNvSpPr>
              <p:nvPr/>
            </p:nvSpPr>
            <p:spPr bwMode="auto">
              <a:xfrm>
                <a:off x="6983413" y="2554288"/>
                <a:ext cx="239713" cy="263525"/>
              </a:xfrm>
              <a:custGeom>
                <a:avLst/>
                <a:gdLst>
                  <a:gd name="T0" fmla="*/ 80 w 92"/>
                  <a:gd name="T1" fmla="*/ 24 h 101"/>
                  <a:gd name="T2" fmla="*/ 85 w 92"/>
                  <a:gd name="T3" fmla="*/ 19 h 101"/>
                  <a:gd name="T4" fmla="*/ 88 w 92"/>
                  <a:gd name="T5" fmla="*/ 22 h 101"/>
                  <a:gd name="T6" fmla="*/ 90 w 92"/>
                  <a:gd name="T7" fmla="*/ 19 h 101"/>
                  <a:gd name="T8" fmla="*/ 82 w 92"/>
                  <a:gd name="T9" fmla="*/ 11 h 101"/>
                  <a:gd name="T10" fmla="*/ 79 w 92"/>
                  <a:gd name="T11" fmla="*/ 13 h 101"/>
                  <a:gd name="T12" fmla="*/ 82 w 92"/>
                  <a:gd name="T13" fmla="*/ 16 h 101"/>
                  <a:gd name="T14" fmla="*/ 77 w 92"/>
                  <a:gd name="T15" fmla="*/ 21 h 101"/>
                  <a:gd name="T16" fmla="*/ 48 w 92"/>
                  <a:gd name="T17" fmla="*/ 9 h 101"/>
                  <a:gd name="T18" fmla="*/ 48 w 92"/>
                  <a:gd name="T19" fmla="*/ 4 h 101"/>
                  <a:gd name="T20" fmla="*/ 52 w 92"/>
                  <a:gd name="T21" fmla="*/ 4 h 101"/>
                  <a:gd name="T22" fmla="*/ 52 w 92"/>
                  <a:gd name="T23" fmla="*/ 0 h 101"/>
                  <a:gd name="T24" fmla="*/ 40 w 92"/>
                  <a:gd name="T25" fmla="*/ 0 h 101"/>
                  <a:gd name="T26" fmla="*/ 40 w 92"/>
                  <a:gd name="T27" fmla="*/ 4 h 101"/>
                  <a:gd name="T28" fmla="*/ 44 w 92"/>
                  <a:gd name="T29" fmla="*/ 4 h 101"/>
                  <a:gd name="T30" fmla="*/ 44 w 92"/>
                  <a:gd name="T31" fmla="*/ 9 h 101"/>
                  <a:gd name="T32" fmla="*/ 0 w 92"/>
                  <a:gd name="T33" fmla="*/ 55 h 101"/>
                  <a:gd name="T34" fmla="*/ 46 w 92"/>
                  <a:gd name="T35" fmla="*/ 101 h 101"/>
                  <a:gd name="T36" fmla="*/ 92 w 92"/>
                  <a:gd name="T37" fmla="*/ 55 h 101"/>
                  <a:gd name="T38" fmla="*/ 80 w 92"/>
                  <a:gd name="T39" fmla="*/ 24 h 101"/>
                  <a:gd name="T40" fmla="*/ 46 w 92"/>
                  <a:gd name="T41" fmla="*/ 97 h 101"/>
                  <a:gd name="T42" fmla="*/ 4 w 92"/>
                  <a:gd name="T43" fmla="*/ 55 h 101"/>
                  <a:gd name="T44" fmla="*/ 46 w 92"/>
                  <a:gd name="T45" fmla="*/ 13 h 101"/>
                  <a:gd name="T46" fmla="*/ 88 w 92"/>
                  <a:gd name="T47" fmla="*/ 55 h 101"/>
                  <a:gd name="T48" fmla="*/ 46 w 92"/>
                  <a:gd name="T49" fmla="*/ 9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2" h="101">
                    <a:moveTo>
                      <a:pt x="80" y="24"/>
                    </a:moveTo>
                    <a:cubicBezTo>
                      <a:pt x="85" y="19"/>
                      <a:pt x="85" y="19"/>
                      <a:pt x="85" y="19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77" y="21"/>
                      <a:pt x="77" y="21"/>
                      <a:pt x="77" y="21"/>
                    </a:cubicBezTo>
                    <a:cubicBezTo>
                      <a:pt x="69" y="14"/>
                      <a:pt x="59" y="10"/>
                      <a:pt x="48" y="9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20" y="10"/>
                      <a:pt x="0" y="30"/>
                      <a:pt x="0" y="55"/>
                    </a:cubicBezTo>
                    <a:cubicBezTo>
                      <a:pt x="0" y="80"/>
                      <a:pt x="21" y="101"/>
                      <a:pt x="46" y="101"/>
                    </a:cubicBezTo>
                    <a:cubicBezTo>
                      <a:pt x="71" y="101"/>
                      <a:pt x="92" y="80"/>
                      <a:pt x="92" y="55"/>
                    </a:cubicBezTo>
                    <a:cubicBezTo>
                      <a:pt x="92" y="43"/>
                      <a:pt x="87" y="32"/>
                      <a:pt x="80" y="24"/>
                    </a:cubicBezTo>
                    <a:close/>
                    <a:moveTo>
                      <a:pt x="46" y="97"/>
                    </a:moveTo>
                    <a:cubicBezTo>
                      <a:pt x="23" y="97"/>
                      <a:pt x="4" y="78"/>
                      <a:pt x="4" y="55"/>
                    </a:cubicBezTo>
                    <a:cubicBezTo>
                      <a:pt x="4" y="32"/>
                      <a:pt x="23" y="13"/>
                      <a:pt x="46" y="13"/>
                    </a:cubicBezTo>
                    <a:cubicBezTo>
                      <a:pt x="69" y="13"/>
                      <a:pt x="88" y="32"/>
                      <a:pt x="88" y="55"/>
                    </a:cubicBezTo>
                    <a:cubicBezTo>
                      <a:pt x="88" y="78"/>
                      <a:pt x="69" y="97"/>
                      <a:pt x="46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2480489" y="2779292"/>
              <a:ext cx="239713" cy="292100"/>
              <a:chOff x="1273175" y="3175000"/>
              <a:chExt cx="239713" cy="292100"/>
            </a:xfrm>
            <a:grpFill/>
          </p:grpSpPr>
          <p:sp>
            <p:nvSpPr>
              <p:cNvPr id="187" name="Oval 186"/>
              <p:cNvSpPr>
                <a:spLocks noChangeArrowheads="1"/>
              </p:cNvSpPr>
              <p:nvPr/>
            </p:nvSpPr>
            <p:spPr bwMode="auto">
              <a:xfrm>
                <a:off x="1419225" y="3403600"/>
                <a:ext cx="31750" cy="2063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/>
              <p:cNvSpPr>
                <a:spLocks noEditPoints="1"/>
              </p:cNvSpPr>
              <p:nvPr/>
            </p:nvSpPr>
            <p:spPr bwMode="auto">
              <a:xfrm>
                <a:off x="1273175" y="3175000"/>
                <a:ext cx="239713" cy="292100"/>
              </a:xfrm>
              <a:custGeom>
                <a:avLst/>
                <a:gdLst>
                  <a:gd name="T0" fmla="*/ 46 w 92"/>
                  <a:gd name="T1" fmla="*/ 76 h 112"/>
                  <a:gd name="T2" fmla="*/ 32 w 92"/>
                  <a:gd name="T3" fmla="*/ 77 h 112"/>
                  <a:gd name="T4" fmla="*/ 32 w 92"/>
                  <a:gd name="T5" fmla="*/ 46 h 112"/>
                  <a:gd name="T6" fmla="*/ 84 w 92"/>
                  <a:gd name="T7" fmla="*/ 24 h 112"/>
                  <a:gd name="T8" fmla="*/ 28 w 92"/>
                  <a:gd name="T9" fmla="*/ 0 h 112"/>
                  <a:gd name="T10" fmla="*/ 28 w 92"/>
                  <a:gd name="T11" fmla="*/ 26 h 112"/>
                  <a:gd name="T12" fmla="*/ 28 w 92"/>
                  <a:gd name="T13" fmla="*/ 77 h 112"/>
                  <a:gd name="T14" fmla="*/ 0 w 92"/>
                  <a:gd name="T15" fmla="*/ 94 h 112"/>
                  <a:gd name="T16" fmla="*/ 46 w 92"/>
                  <a:gd name="T17" fmla="*/ 112 h 112"/>
                  <a:gd name="T18" fmla="*/ 92 w 92"/>
                  <a:gd name="T19" fmla="*/ 94 h 112"/>
                  <a:gd name="T20" fmla="*/ 46 w 92"/>
                  <a:gd name="T21" fmla="*/ 76 h 112"/>
                  <a:gd name="T22" fmla="*/ 32 w 92"/>
                  <a:gd name="T23" fmla="*/ 6 h 112"/>
                  <a:gd name="T24" fmla="*/ 74 w 92"/>
                  <a:gd name="T25" fmla="*/ 24 h 112"/>
                  <a:gd name="T26" fmla="*/ 32 w 92"/>
                  <a:gd name="T27" fmla="*/ 42 h 112"/>
                  <a:gd name="T28" fmla="*/ 32 w 92"/>
                  <a:gd name="T29" fmla="*/ 6 h 112"/>
                  <a:gd name="T30" fmla="*/ 46 w 92"/>
                  <a:gd name="T31" fmla="*/ 108 h 112"/>
                  <a:gd name="T32" fmla="*/ 4 w 92"/>
                  <a:gd name="T33" fmla="*/ 94 h 112"/>
                  <a:gd name="T34" fmla="*/ 28 w 92"/>
                  <a:gd name="T35" fmla="*/ 81 h 112"/>
                  <a:gd name="T36" fmla="*/ 28 w 92"/>
                  <a:gd name="T37" fmla="*/ 88 h 112"/>
                  <a:gd name="T38" fmla="*/ 20 w 92"/>
                  <a:gd name="T39" fmla="*/ 94 h 112"/>
                  <a:gd name="T40" fmla="*/ 30 w 92"/>
                  <a:gd name="T41" fmla="*/ 100 h 112"/>
                  <a:gd name="T42" fmla="*/ 40 w 92"/>
                  <a:gd name="T43" fmla="*/ 94 h 112"/>
                  <a:gd name="T44" fmla="*/ 32 w 92"/>
                  <a:gd name="T45" fmla="*/ 88 h 112"/>
                  <a:gd name="T46" fmla="*/ 32 w 92"/>
                  <a:gd name="T47" fmla="*/ 81 h 112"/>
                  <a:gd name="T48" fmla="*/ 46 w 92"/>
                  <a:gd name="T49" fmla="*/ 80 h 112"/>
                  <a:gd name="T50" fmla="*/ 88 w 92"/>
                  <a:gd name="T51" fmla="*/ 94 h 112"/>
                  <a:gd name="T52" fmla="*/ 46 w 92"/>
                  <a:gd name="T53" fmla="*/ 10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2" h="112">
                    <a:moveTo>
                      <a:pt x="46" y="76"/>
                    </a:moveTo>
                    <a:cubicBezTo>
                      <a:pt x="41" y="76"/>
                      <a:pt x="36" y="76"/>
                      <a:pt x="32" y="7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84" y="24"/>
                      <a:pt x="84" y="24"/>
                      <a:pt x="84" y="2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12" y="80"/>
                      <a:pt x="0" y="87"/>
                      <a:pt x="0" y="94"/>
                    </a:cubicBezTo>
                    <a:cubicBezTo>
                      <a:pt x="0" y="104"/>
                      <a:pt x="21" y="112"/>
                      <a:pt x="46" y="112"/>
                    </a:cubicBezTo>
                    <a:cubicBezTo>
                      <a:pt x="71" y="112"/>
                      <a:pt x="92" y="104"/>
                      <a:pt x="92" y="94"/>
                    </a:cubicBezTo>
                    <a:cubicBezTo>
                      <a:pt x="92" y="84"/>
                      <a:pt x="71" y="76"/>
                      <a:pt x="46" y="76"/>
                    </a:cubicBezTo>
                    <a:close/>
                    <a:moveTo>
                      <a:pt x="32" y="6"/>
                    </a:moveTo>
                    <a:cubicBezTo>
                      <a:pt x="74" y="24"/>
                      <a:pt x="74" y="24"/>
                      <a:pt x="74" y="24"/>
                    </a:cubicBezTo>
                    <a:cubicBezTo>
                      <a:pt x="32" y="42"/>
                      <a:pt x="32" y="42"/>
                      <a:pt x="32" y="42"/>
                    </a:cubicBezTo>
                    <a:lnTo>
                      <a:pt x="32" y="6"/>
                    </a:lnTo>
                    <a:close/>
                    <a:moveTo>
                      <a:pt x="46" y="108"/>
                    </a:moveTo>
                    <a:cubicBezTo>
                      <a:pt x="23" y="108"/>
                      <a:pt x="4" y="102"/>
                      <a:pt x="4" y="94"/>
                    </a:cubicBezTo>
                    <a:cubicBezTo>
                      <a:pt x="4" y="88"/>
                      <a:pt x="14" y="84"/>
                      <a:pt x="28" y="81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3" y="89"/>
                      <a:pt x="20" y="91"/>
                      <a:pt x="20" y="94"/>
                    </a:cubicBezTo>
                    <a:cubicBezTo>
                      <a:pt x="20" y="97"/>
                      <a:pt x="24" y="100"/>
                      <a:pt x="30" y="100"/>
                    </a:cubicBezTo>
                    <a:cubicBezTo>
                      <a:pt x="36" y="100"/>
                      <a:pt x="40" y="97"/>
                      <a:pt x="40" y="94"/>
                    </a:cubicBezTo>
                    <a:cubicBezTo>
                      <a:pt x="40" y="91"/>
                      <a:pt x="37" y="89"/>
                      <a:pt x="32" y="8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6" y="80"/>
                      <a:pt x="41" y="80"/>
                      <a:pt x="46" y="80"/>
                    </a:cubicBezTo>
                    <a:cubicBezTo>
                      <a:pt x="69" y="80"/>
                      <a:pt x="88" y="86"/>
                      <a:pt x="88" y="94"/>
                    </a:cubicBezTo>
                    <a:cubicBezTo>
                      <a:pt x="88" y="102"/>
                      <a:pt x="69" y="108"/>
                      <a:pt x="46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0" name="Freeform 99"/>
            <p:cNvSpPr>
              <a:spLocks noEditPoints="1"/>
            </p:cNvSpPr>
            <p:nvPr/>
          </p:nvSpPr>
          <p:spPr bwMode="auto">
            <a:xfrm>
              <a:off x="9288758" y="231629"/>
              <a:ext cx="590966" cy="590964"/>
            </a:xfrm>
            <a:custGeom>
              <a:avLst/>
              <a:gdLst>
                <a:gd name="T0" fmla="*/ 16 w 96"/>
                <a:gd name="T1" fmla="*/ 83 h 96"/>
                <a:gd name="T2" fmla="*/ 16 w 96"/>
                <a:gd name="T3" fmla="*/ 84 h 96"/>
                <a:gd name="T4" fmla="*/ 16 w 96"/>
                <a:gd name="T5" fmla="*/ 96 h 96"/>
                <a:gd name="T6" fmla="*/ 12 w 96"/>
                <a:gd name="T7" fmla="*/ 87 h 96"/>
                <a:gd name="T8" fmla="*/ 4 w 96"/>
                <a:gd name="T9" fmla="*/ 89 h 96"/>
                <a:gd name="T10" fmla="*/ 0 w 96"/>
                <a:gd name="T11" fmla="*/ 84 h 96"/>
                <a:gd name="T12" fmla="*/ 13 w 96"/>
                <a:gd name="T13" fmla="*/ 80 h 96"/>
                <a:gd name="T14" fmla="*/ 17 w 96"/>
                <a:gd name="T15" fmla="*/ 76 h 96"/>
                <a:gd name="T16" fmla="*/ 8 w 96"/>
                <a:gd name="T17" fmla="*/ 72 h 96"/>
                <a:gd name="T18" fmla="*/ 43 w 96"/>
                <a:gd name="T19" fmla="*/ 51 h 96"/>
                <a:gd name="T20" fmla="*/ 40 w 96"/>
                <a:gd name="T21" fmla="*/ 48 h 96"/>
                <a:gd name="T22" fmla="*/ 48 w 96"/>
                <a:gd name="T23" fmla="*/ 56 h 96"/>
                <a:gd name="T24" fmla="*/ 24 w 96"/>
                <a:gd name="T25" fmla="*/ 75 h 96"/>
                <a:gd name="T26" fmla="*/ 24 w 96"/>
                <a:gd name="T27" fmla="*/ 88 h 96"/>
                <a:gd name="T28" fmla="*/ 20 w 96"/>
                <a:gd name="T29" fmla="*/ 79 h 96"/>
                <a:gd name="T30" fmla="*/ 8 w 96"/>
                <a:gd name="T31" fmla="*/ 44 h 96"/>
                <a:gd name="T32" fmla="*/ 96 w 96"/>
                <a:gd name="T33" fmla="*/ 44 h 96"/>
                <a:gd name="T34" fmla="*/ 28 w 96"/>
                <a:gd name="T35" fmla="*/ 81 h 96"/>
                <a:gd name="T36" fmla="*/ 28 w 96"/>
                <a:gd name="T37" fmla="*/ 76 h 96"/>
                <a:gd name="T38" fmla="*/ 92 w 96"/>
                <a:gd name="T39" fmla="*/ 44 h 96"/>
                <a:gd name="T40" fmla="*/ 12 w 96"/>
                <a:gd name="T41" fmla="*/ 44 h 96"/>
                <a:gd name="T42" fmla="*/ 20 w 96"/>
                <a:gd name="T43" fmla="*/ 68 h 96"/>
                <a:gd name="T44" fmla="*/ 15 w 96"/>
                <a:gd name="T45" fmla="*/ 68 h 96"/>
                <a:gd name="T46" fmla="*/ 40 w 96"/>
                <a:gd name="T47" fmla="*/ 44 h 96"/>
                <a:gd name="T48" fmla="*/ 64 w 96"/>
                <a:gd name="T49" fmla="*/ 44 h 96"/>
                <a:gd name="T50" fmla="*/ 51 w 96"/>
                <a:gd name="T51" fmla="*/ 56 h 96"/>
                <a:gd name="T52" fmla="*/ 53 w 96"/>
                <a:gd name="T53" fmla="*/ 52 h 96"/>
                <a:gd name="T54" fmla="*/ 52 w 96"/>
                <a:gd name="T55" fmla="*/ 36 h 96"/>
                <a:gd name="T56" fmla="*/ 40 w 96"/>
                <a:gd name="T57" fmla="*/ 45 h 96"/>
                <a:gd name="T58" fmla="*/ 28 w 96"/>
                <a:gd name="T59" fmla="*/ 59 h 96"/>
                <a:gd name="T60" fmla="*/ 52 w 96"/>
                <a:gd name="T61" fmla="*/ 16 h 96"/>
                <a:gd name="T62" fmla="*/ 52 w 96"/>
                <a:gd name="T63" fmla="*/ 72 h 96"/>
                <a:gd name="T64" fmla="*/ 40 w 96"/>
                <a:gd name="T65" fmla="*/ 65 h 96"/>
                <a:gd name="T66" fmla="*/ 76 w 96"/>
                <a:gd name="T67" fmla="*/ 44 h 96"/>
                <a:gd name="T68" fmla="*/ 28 w 96"/>
                <a:gd name="T69" fmla="*/ 44 h 96"/>
                <a:gd name="T70" fmla="*/ 28 w 96"/>
                <a:gd name="T71" fmla="*/ 5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96">
                  <a:moveTo>
                    <a:pt x="20" y="79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79"/>
                    <a:pt x="20" y="79"/>
                    <a:pt x="20" y="79"/>
                  </a:cubicBezTo>
                  <a:close/>
                  <a:moveTo>
                    <a:pt x="15" y="68"/>
                  </a:moveTo>
                  <a:cubicBezTo>
                    <a:pt x="11" y="61"/>
                    <a:pt x="8" y="53"/>
                    <a:pt x="8" y="44"/>
                  </a:cubicBezTo>
                  <a:cubicBezTo>
                    <a:pt x="8" y="20"/>
                    <a:pt x="28" y="0"/>
                    <a:pt x="52" y="0"/>
                  </a:cubicBezTo>
                  <a:cubicBezTo>
                    <a:pt x="76" y="0"/>
                    <a:pt x="96" y="20"/>
                    <a:pt x="96" y="44"/>
                  </a:cubicBezTo>
                  <a:cubicBezTo>
                    <a:pt x="96" y="68"/>
                    <a:pt x="76" y="88"/>
                    <a:pt x="52" y="88"/>
                  </a:cubicBezTo>
                  <a:cubicBezTo>
                    <a:pt x="43" y="88"/>
                    <a:pt x="35" y="85"/>
                    <a:pt x="28" y="81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5" y="81"/>
                    <a:pt x="43" y="84"/>
                    <a:pt x="52" y="84"/>
                  </a:cubicBezTo>
                  <a:cubicBezTo>
                    <a:pt x="74" y="84"/>
                    <a:pt x="92" y="66"/>
                    <a:pt x="92" y="44"/>
                  </a:cubicBezTo>
                  <a:cubicBezTo>
                    <a:pt x="92" y="22"/>
                    <a:pt x="74" y="4"/>
                    <a:pt x="52" y="4"/>
                  </a:cubicBezTo>
                  <a:cubicBezTo>
                    <a:pt x="30" y="4"/>
                    <a:pt x="12" y="22"/>
                    <a:pt x="12" y="44"/>
                  </a:cubicBezTo>
                  <a:cubicBezTo>
                    <a:pt x="12" y="53"/>
                    <a:pt x="15" y="61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8"/>
                    <a:pt x="15" y="68"/>
                    <a:pt x="15" y="68"/>
                  </a:cubicBezTo>
                  <a:close/>
                  <a:moveTo>
                    <a:pt x="40" y="45"/>
                  </a:move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45" y="32"/>
                    <a:pt x="52" y="32"/>
                  </a:cubicBezTo>
                  <a:cubicBezTo>
                    <a:pt x="59" y="32"/>
                    <a:pt x="64" y="37"/>
                    <a:pt x="64" y="44"/>
                  </a:cubicBezTo>
                  <a:cubicBezTo>
                    <a:pt x="64" y="51"/>
                    <a:pt x="59" y="56"/>
                    <a:pt x="52" y="56"/>
                  </a:cubicBezTo>
                  <a:cubicBezTo>
                    <a:pt x="52" y="56"/>
                    <a:pt x="52" y="56"/>
                    <a:pt x="51" y="56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7" y="52"/>
                    <a:pt x="60" y="48"/>
                    <a:pt x="60" y="44"/>
                  </a:cubicBezTo>
                  <a:cubicBezTo>
                    <a:pt x="60" y="40"/>
                    <a:pt x="56" y="36"/>
                    <a:pt x="52" y="36"/>
                  </a:cubicBezTo>
                  <a:cubicBezTo>
                    <a:pt x="48" y="36"/>
                    <a:pt x="44" y="39"/>
                    <a:pt x="44" y="43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  <a:moveTo>
                    <a:pt x="28" y="59"/>
                  </a:moveTo>
                  <a:cubicBezTo>
                    <a:pt x="26" y="55"/>
                    <a:pt x="24" y="50"/>
                    <a:pt x="24" y="44"/>
                  </a:cubicBezTo>
                  <a:cubicBezTo>
                    <a:pt x="24" y="29"/>
                    <a:pt x="37" y="16"/>
                    <a:pt x="52" y="16"/>
                  </a:cubicBezTo>
                  <a:cubicBezTo>
                    <a:pt x="67" y="16"/>
                    <a:pt x="80" y="29"/>
                    <a:pt x="80" y="44"/>
                  </a:cubicBezTo>
                  <a:cubicBezTo>
                    <a:pt x="80" y="59"/>
                    <a:pt x="67" y="72"/>
                    <a:pt x="52" y="72"/>
                  </a:cubicBezTo>
                  <a:cubicBezTo>
                    <a:pt x="46" y="72"/>
                    <a:pt x="41" y="70"/>
                    <a:pt x="37" y="68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3" y="67"/>
                    <a:pt x="48" y="68"/>
                    <a:pt x="52" y="68"/>
                  </a:cubicBezTo>
                  <a:cubicBezTo>
                    <a:pt x="65" y="68"/>
                    <a:pt x="76" y="57"/>
                    <a:pt x="76" y="44"/>
                  </a:cubicBezTo>
                  <a:cubicBezTo>
                    <a:pt x="76" y="31"/>
                    <a:pt x="65" y="20"/>
                    <a:pt x="52" y="20"/>
                  </a:cubicBezTo>
                  <a:cubicBezTo>
                    <a:pt x="39" y="20"/>
                    <a:pt x="28" y="31"/>
                    <a:pt x="28" y="44"/>
                  </a:cubicBezTo>
                  <a:cubicBezTo>
                    <a:pt x="28" y="48"/>
                    <a:pt x="29" y="53"/>
                    <a:pt x="31" y="56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2623073" y="5695915"/>
              <a:ext cx="636112" cy="640528"/>
              <a:chOff x="1908175" y="3841750"/>
              <a:chExt cx="228600" cy="230187"/>
            </a:xfrm>
            <a:grpFill/>
          </p:grpSpPr>
          <p:sp>
            <p:nvSpPr>
              <p:cNvPr id="184" name="Freeform 183"/>
              <p:cNvSpPr>
                <a:spLocks noEditPoints="1"/>
              </p:cNvSpPr>
              <p:nvPr/>
            </p:nvSpPr>
            <p:spPr bwMode="auto">
              <a:xfrm>
                <a:off x="1990725" y="3925888"/>
                <a:ext cx="63500" cy="61912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/>
              <p:cNvSpPr>
                <a:spLocks noEditPoints="1"/>
              </p:cNvSpPr>
              <p:nvPr/>
            </p:nvSpPr>
            <p:spPr bwMode="auto">
              <a:xfrm>
                <a:off x="1908175" y="3841750"/>
                <a:ext cx="228600" cy="230187"/>
              </a:xfrm>
              <a:custGeom>
                <a:avLst/>
                <a:gdLst>
                  <a:gd name="T0" fmla="*/ 44 w 88"/>
                  <a:gd name="T1" fmla="*/ 0 h 88"/>
                  <a:gd name="T2" fmla="*/ 0 w 88"/>
                  <a:gd name="T3" fmla="*/ 44 h 88"/>
                  <a:gd name="T4" fmla="*/ 44 w 88"/>
                  <a:gd name="T5" fmla="*/ 88 h 88"/>
                  <a:gd name="T6" fmla="*/ 88 w 88"/>
                  <a:gd name="T7" fmla="*/ 44 h 88"/>
                  <a:gd name="T8" fmla="*/ 44 w 88"/>
                  <a:gd name="T9" fmla="*/ 0 h 88"/>
                  <a:gd name="T10" fmla="*/ 44 w 88"/>
                  <a:gd name="T11" fmla="*/ 84 h 88"/>
                  <a:gd name="T12" fmla="*/ 4 w 88"/>
                  <a:gd name="T13" fmla="*/ 44 h 88"/>
                  <a:gd name="T14" fmla="*/ 44 w 88"/>
                  <a:gd name="T15" fmla="*/ 4 h 88"/>
                  <a:gd name="T16" fmla="*/ 84 w 88"/>
                  <a:gd name="T17" fmla="*/ 44 h 88"/>
                  <a:gd name="T18" fmla="*/ 44 w 88"/>
                  <a:gd name="T19" fmla="*/ 8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8"/>
                      <a:pt x="44" y="88"/>
                    </a:cubicBezTo>
                    <a:cubicBezTo>
                      <a:pt x="68" y="88"/>
                      <a:pt x="88" y="68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44" y="84"/>
                    </a:moveTo>
                    <a:cubicBezTo>
                      <a:pt x="22" y="84"/>
                      <a:pt x="4" y="66"/>
                      <a:pt x="4" y="44"/>
                    </a:cubicBezTo>
                    <a:cubicBezTo>
                      <a:pt x="4" y="22"/>
                      <a:pt x="22" y="4"/>
                      <a:pt x="44" y="4"/>
                    </a:cubicBezTo>
                    <a:cubicBezTo>
                      <a:pt x="66" y="4"/>
                      <a:pt x="84" y="22"/>
                      <a:pt x="84" y="44"/>
                    </a:cubicBezTo>
                    <a:cubicBezTo>
                      <a:pt x="84" y="66"/>
                      <a:pt x="66" y="84"/>
                      <a:pt x="44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/>
              <p:cNvSpPr>
                <a:spLocks noEditPoints="1"/>
              </p:cNvSpPr>
              <p:nvPr/>
            </p:nvSpPr>
            <p:spPr bwMode="auto">
              <a:xfrm>
                <a:off x="1949450" y="3884613"/>
                <a:ext cx="146050" cy="146050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2 h 56"/>
                  <a:gd name="T12" fmla="*/ 4 w 56"/>
                  <a:gd name="T13" fmla="*/ 28 h 56"/>
                  <a:gd name="T14" fmla="*/ 28 w 56"/>
                  <a:gd name="T15" fmla="*/ 4 h 56"/>
                  <a:gd name="T16" fmla="*/ 52 w 56"/>
                  <a:gd name="T17" fmla="*/ 28 h 56"/>
                  <a:gd name="T18" fmla="*/ 28 w 56"/>
                  <a:gd name="T19" fmla="*/ 5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2"/>
                    </a:moveTo>
                    <a:cubicBezTo>
                      <a:pt x="15" y="52"/>
                      <a:pt x="4" y="41"/>
                      <a:pt x="4" y="28"/>
                    </a:cubicBezTo>
                    <a:cubicBezTo>
                      <a:pt x="4" y="15"/>
                      <a:pt x="15" y="4"/>
                      <a:pt x="28" y="4"/>
                    </a:cubicBezTo>
                    <a:cubicBezTo>
                      <a:pt x="41" y="4"/>
                      <a:pt x="52" y="15"/>
                      <a:pt x="52" y="28"/>
                    </a:cubicBezTo>
                    <a:cubicBezTo>
                      <a:pt x="52" y="41"/>
                      <a:pt x="41" y="52"/>
                      <a:pt x="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51"/>
            <p:cNvSpPr>
              <a:spLocks noEditPoints="1"/>
            </p:cNvSpPr>
            <p:nvPr/>
          </p:nvSpPr>
          <p:spPr bwMode="auto">
            <a:xfrm>
              <a:off x="8087826" y="2246792"/>
              <a:ext cx="100260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6 w 176"/>
                <a:gd name="T13" fmla="*/ 149 h 176"/>
                <a:gd name="T14" fmla="*/ 64 w 176"/>
                <a:gd name="T15" fmla="*/ 131 h 176"/>
                <a:gd name="T16" fmla="*/ 77 w 176"/>
                <a:gd name="T17" fmla="*/ 102 h 176"/>
                <a:gd name="T18" fmla="*/ 73 w 176"/>
                <a:gd name="T19" fmla="*/ 95 h 176"/>
                <a:gd name="T20" fmla="*/ 64 w 176"/>
                <a:gd name="T21" fmla="*/ 59 h 176"/>
                <a:gd name="T22" fmla="*/ 84 w 176"/>
                <a:gd name="T23" fmla="*/ 35 h 176"/>
                <a:gd name="T24" fmla="*/ 96 w 176"/>
                <a:gd name="T25" fmla="*/ 33 h 176"/>
                <a:gd name="T26" fmla="*/ 100 w 176"/>
                <a:gd name="T27" fmla="*/ 32 h 176"/>
                <a:gd name="T28" fmla="*/ 116 w 176"/>
                <a:gd name="T29" fmla="*/ 60 h 176"/>
                <a:gd name="T30" fmla="*/ 108 w 176"/>
                <a:gd name="T31" fmla="*/ 94 h 176"/>
                <a:gd name="T32" fmla="*/ 104 w 176"/>
                <a:gd name="T33" fmla="*/ 102 h 176"/>
                <a:gd name="T34" fmla="*/ 102 w 176"/>
                <a:gd name="T35" fmla="*/ 117 h 176"/>
                <a:gd name="T36" fmla="*/ 120 w 176"/>
                <a:gd name="T37" fmla="*/ 133 h 176"/>
                <a:gd name="T38" fmla="*/ 141 w 176"/>
                <a:gd name="T39" fmla="*/ 148 h 176"/>
                <a:gd name="T40" fmla="*/ 88 w 176"/>
                <a:gd name="T41" fmla="*/ 168 h 176"/>
                <a:gd name="T42" fmla="*/ 146 w 176"/>
                <a:gd name="T43" fmla="*/ 143 h 176"/>
                <a:gd name="T44" fmla="*/ 123 w 176"/>
                <a:gd name="T45" fmla="*/ 126 h 176"/>
                <a:gd name="T46" fmla="*/ 110 w 176"/>
                <a:gd name="T47" fmla="*/ 115 h 176"/>
                <a:gd name="T48" fmla="*/ 111 w 176"/>
                <a:gd name="T49" fmla="*/ 105 h 176"/>
                <a:gd name="T50" fmla="*/ 115 w 176"/>
                <a:gd name="T51" fmla="*/ 98 h 176"/>
                <a:gd name="T52" fmla="*/ 124 w 176"/>
                <a:gd name="T53" fmla="*/ 60 h 176"/>
                <a:gd name="T54" fmla="*/ 100 w 176"/>
                <a:gd name="T55" fmla="*/ 24 h 176"/>
                <a:gd name="T56" fmla="*/ 93 w 176"/>
                <a:gd name="T57" fmla="*/ 25 h 176"/>
                <a:gd name="T58" fmla="*/ 84 w 176"/>
                <a:gd name="T59" fmla="*/ 27 h 176"/>
                <a:gd name="T60" fmla="*/ 56 w 176"/>
                <a:gd name="T61" fmla="*/ 59 h 176"/>
                <a:gd name="T62" fmla="*/ 66 w 176"/>
                <a:gd name="T63" fmla="*/ 99 h 176"/>
                <a:gd name="T64" fmla="*/ 69 w 176"/>
                <a:gd name="T65" fmla="*/ 105 h 176"/>
                <a:gd name="T66" fmla="*/ 61 w 176"/>
                <a:gd name="T67" fmla="*/ 124 h 176"/>
                <a:gd name="T68" fmla="*/ 30 w 176"/>
                <a:gd name="T69" fmla="*/ 143 h 176"/>
                <a:gd name="T70" fmla="*/ 8 w 176"/>
                <a:gd name="T71" fmla="*/ 88 h 176"/>
                <a:gd name="T72" fmla="*/ 88 w 176"/>
                <a:gd name="T73" fmla="*/ 8 h 176"/>
                <a:gd name="T74" fmla="*/ 168 w 176"/>
                <a:gd name="T75" fmla="*/ 88 h 176"/>
                <a:gd name="T76" fmla="*/ 146 w 176"/>
                <a:gd name="T77" fmla="*/ 14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8" y="168"/>
                    <a:pt x="50" y="161"/>
                    <a:pt x="36" y="149"/>
                  </a:cubicBezTo>
                  <a:cubicBezTo>
                    <a:pt x="47" y="139"/>
                    <a:pt x="52" y="137"/>
                    <a:pt x="64" y="131"/>
                  </a:cubicBezTo>
                  <a:cubicBezTo>
                    <a:pt x="78" y="125"/>
                    <a:pt x="82" y="114"/>
                    <a:pt x="77" y="102"/>
                  </a:cubicBezTo>
                  <a:cubicBezTo>
                    <a:pt x="76" y="99"/>
                    <a:pt x="74" y="97"/>
                    <a:pt x="73" y="95"/>
                  </a:cubicBezTo>
                  <a:cubicBezTo>
                    <a:pt x="69" y="87"/>
                    <a:pt x="64" y="79"/>
                    <a:pt x="64" y="59"/>
                  </a:cubicBezTo>
                  <a:cubicBezTo>
                    <a:pt x="64" y="35"/>
                    <a:pt x="75" y="35"/>
                    <a:pt x="84" y="35"/>
                  </a:cubicBezTo>
                  <a:cubicBezTo>
                    <a:pt x="90" y="35"/>
                    <a:pt x="93" y="34"/>
                    <a:pt x="96" y="33"/>
                  </a:cubicBezTo>
                  <a:cubicBezTo>
                    <a:pt x="97" y="32"/>
                    <a:pt x="98" y="32"/>
                    <a:pt x="100" y="32"/>
                  </a:cubicBezTo>
                  <a:cubicBezTo>
                    <a:pt x="108" y="32"/>
                    <a:pt x="116" y="39"/>
                    <a:pt x="116" y="60"/>
                  </a:cubicBezTo>
                  <a:cubicBezTo>
                    <a:pt x="116" y="81"/>
                    <a:pt x="113" y="86"/>
                    <a:pt x="108" y="94"/>
                  </a:cubicBezTo>
                  <a:cubicBezTo>
                    <a:pt x="107" y="96"/>
                    <a:pt x="105" y="99"/>
                    <a:pt x="104" y="102"/>
                  </a:cubicBezTo>
                  <a:cubicBezTo>
                    <a:pt x="101" y="107"/>
                    <a:pt x="101" y="112"/>
                    <a:pt x="102" y="117"/>
                  </a:cubicBezTo>
                  <a:cubicBezTo>
                    <a:pt x="105" y="123"/>
                    <a:pt x="110" y="128"/>
                    <a:pt x="120" y="133"/>
                  </a:cubicBezTo>
                  <a:cubicBezTo>
                    <a:pt x="128" y="137"/>
                    <a:pt x="136" y="144"/>
                    <a:pt x="141" y="148"/>
                  </a:cubicBezTo>
                  <a:cubicBezTo>
                    <a:pt x="127" y="160"/>
                    <a:pt x="108" y="168"/>
                    <a:pt x="88" y="168"/>
                  </a:cubicBezTo>
                  <a:moveTo>
                    <a:pt x="146" y="143"/>
                  </a:moveTo>
                  <a:cubicBezTo>
                    <a:pt x="142" y="138"/>
                    <a:pt x="132" y="130"/>
                    <a:pt x="123" y="126"/>
                  </a:cubicBezTo>
                  <a:cubicBezTo>
                    <a:pt x="116" y="122"/>
                    <a:pt x="111" y="118"/>
                    <a:pt x="110" y="115"/>
                  </a:cubicBezTo>
                  <a:cubicBezTo>
                    <a:pt x="109" y="112"/>
                    <a:pt x="109" y="109"/>
                    <a:pt x="111" y="105"/>
                  </a:cubicBezTo>
                  <a:cubicBezTo>
                    <a:pt x="113" y="102"/>
                    <a:pt x="114" y="100"/>
                    <a:pt x="115" y="98"/>
                  </a:cubicBezTo>
                  <a:cubicBezTo>
                    <a:pt x="120" y="89"/>
                    <a:pt x="124" y="83"/>
                    <a:pt x="124" y="60"/>
                  </a:cubicBezTo>
                  <a:cubicBezTo>
                    <a:pt x="124" y="26"/>
                    <a:pt x="104" y="24"/>
                    <a:pt x="100" y="24"/>
                  </a:cubicBezTo>
                  <a:cubicBezTo>
                    <a:pt x="97" y="24"/>
                    <a:pt x="95" y="25"/>
                    <a:pt x="93" y="25"/>
                  </a:cubicBezTo>
                  <a:cubicBezTo>
                    <a:pt x="91" y="26"/>
                    <a:pt x="89" y="27"/>
                    <a:pt x="84" y="27"/>
                  </a:cubicBezTo>
                  <a:cubicBezTo>
                    <a:pt x="75" y="27"/>
                    <a:pt x="56" y="28"/>
                    <a:pt x="56" y="59"/>
                  </a:cubicBezTo>
                  <a:cubicBezTo>
                    <a:pt x="56" y="81"/>
                    <a:pt x="62" y="91"/>
                    <a:pt x="66" y="99"/>
                  </a:cubicBezTo>
                  <a:cubicBezTo>
                    <a:pt x="67" y="101"/>
                    <a:pt x="68" y="103"/>
                    <a:pt x="69" y="105"/>
                  </a:cubicBezTo>
                  <a:cubicBezTo>
                    <a:pt x="73" y="114"/>
                    <a:pt x="70" y="120"/>
                    <a:pt x="61" y="124"/>
                  </a:cubicBezTo>
                  <a:cubicBezTo>
                    <a:pt x="48" y="130"/>
                    <a:pt x="42" y="132"/>
                    <a:pt x="30" y="143"/>
                  </a:cubicBezTo>
                  <a:cubicBezTo>
                    <a:pt x="16" y="129"/>
                    <a:pt x="8" y="109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09"/>
                    <a:pt x="160" y="128"/>
                    <a:pt x="146" y="1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3" name="Freeform 152"/>
            <p:cNvSpPr>
              <a:spLocks noEditPoints="1"/>
            </p:cNvSpPr>
            <p:nvPr/>
          </p:nvSpPr>
          <p:spPr bwMode="auto">
            <a:xfrm>
              <a:off x="608526" y="399766"/>
              <a:ext cx="100747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8 w 176"/>
                <a:gd name="T13" fmla="*/ 151 h 176"/>
                <a:gd name="T14" fmla="*/ 64 w 176"/>
                <a:gd name="T15" fmla="*/ 133 h 176"/>
                <a:gd name="T16" fmla="*/ 74 w 176"/>
                <a:gd name="T17" fmla="*/ 124 h 176"/>
                <a:gd name="T18" fmla="*/ 71 w 176"/>
                <a:gd name="T19" fmla="*/ 116 h 176"/>
                <a:gd name="T20" fmla="*/ 67 w 176"/>
                <a:gd name="T21" fmla="*/ 115 h 176"/>
                <a:gd name="T22" fmla="*/ 50 w 176"/>
                <a:gd name="T23" fmla="*/ 112 h 176"/>
                <a:gd name="T24" fmla="*/ 56 w 176"/>
                <a:gd name="T25" fmla="*/ 72 h 176"/>
                <a:gd name="T26" fmla="*/ 90 w 176"/>
                <a:gd name="T27" fmla="*/ 32 h 176"/>
                <a:gd name="T28" fmla="*/ 120 w 176"/>
                <a:gd name="T29" fmla="*/ 74 h 176"/>
                <a:gd name="T30" fmla="*/ 126 w 176"/>
                <a:gd name="T31" fmla="*/ 111 h 176"/>
                <a:gd name="T32" fmla="*/ 107 w 176"/>
                <a:gd name="T33" fmla="*/ 114 h 176"/>
                <a:gd name="T34" fmla="*/ 103 w 176"/>
                <a:gd name="T35" fmla="*/ 116 h 176"/>
                <a:gd name="T36" fmla="*/ 111 w 176"/>
                <a:gd name="T37" fmla="*/ 132 h 176"/>
                <a:gd name="T38" fmla="*/ 137 w 176"/>
                <a:gd name="T39" fmla="*/ 151 h 176"/>
                <a:gd name="T40" fmla="*/ 88 w 176"/>
                <a:gd name="T41" fmla="*/ 168 h 176"/>
                <a:gd name="T42" fmla="*/ 143 w 176"/>
                <a:gd name="T43" fmla="*/ 146 h 176"/>
                <a:gd name="T44" fmla="*/ 115 w 176"/>
                <a:gd name="T45" fmla="*/ 125 h 176"/>
                <a:gd name="T46" fmla="*/ 111 w 176"/>
                <a:gd name="T47" fmla="*/ 122 h 176"/>
                <a:gd name="T48" fmla="*/ 135 w 176"/>
                <a:gd name="T49" fmla="*/ 116 h 176"/>
                <a:gd name="T50" fmla="*/ 137 w 176"/>
                <a:gd name="T51" fmla="*/ 112 h 176"/>
                <a:gd name="T52" fmla="*/ 135 w 176"/>
                <a:gd name="T53" fmla="*/ 109 h 176"/>
                <a:gd name="T54" fmla="*/ 128 w 176"/>
                <a:gd name="T55" fmla="*/ 74 h 176"/>
                <a:gd name="T56" fmla="*/ 90 w 176"/>
                <a:gd name="T57" fmla="*/ 24 h 176"/>
                <a:gd name="T58" fmla="*/ 48 w 176"/>
                <a:gd name="T59" fmla="*/ 72 h 176"/>
                <a:gd name="T60" fmla="*/ 42 w 176"/>
                <a:gd name="T61" fmla="*/ 109 h 176"/>
                <a:gd name="T62" fmla="*/ 39 w 176"/>
                <a:gd name="T63" fmla="*/ 112 h 176"/>
                <a:gd name="T64" fmla="*/ 41 w 176"/>
                <a:gd name="T65" fmla="*/ 116 h 176"/>
                <a:gd name="T66" fmla="*/ 66 w 176"/>
                <a:gd name="T67" fmla="*/ 123 h 176"/>
                <a:gd name="T68" fmla="*/ 62 w 176"/>
                <a:gd name="T69" fmla="*/ 125 h 176"/>
                <a:gd name="T70" fmla="*/ 32 w 176"/>
                <a:gd name="T71" fmla="*/ 145 h 176"/>
                <a:gd name="T72" fmla="*/ 8 w 176"/>
                <a:gd name="T73" fmla="*/ 88 h 176"/>
                <a:gd name="T74" fmla="*/ 88 w 176"/>
                <a:gd name="T75" fmla="*/ 8 h 176"/>
                <a:gd name="T76" fmla="*/ 168 w 176"/>
                <a:gd name="T77" fmla="*/ 88 h 176"/>
                <a:gd name="T78" fmla="*/ 143 w 176"/>
                <a:gd name="T79" fmla="*/ 14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9" y="168"/>
                    <a:pt x="52" y="161"/>
                    <a:pt x="38" y="151"/>
                  </a:cubicBezTo>
                  <a:cubicBezTo>
                    <a:pt x="44" y="143"/>
                    <a:pt x="55" y="136"/>
                    <a:pt x="64" y="133"/>
                  </a:cubicBezTo>
                  <a:cubicBezTo>
                    <a:pt x="70" y="131"/>
                    <a:pt x="73" y="128"/>
                    <a:pt x="74" y="124"/>
                  </a:cubicBezTo>
                  <a:cubicBezTo>
                    <a:pt x="75" y="119"/>
                    <a:pt x="72" y="116"/>
                    <a:pt x="71" y="116"/>
                  </a:cubicBezTo>
                  <a:cubicBezTo>
                    <a:pt x="70" y="115"/>
                    <a:pt x="69" y="114"/>
                    <a:pt x="67" y="115"/>
                  </a:cubicBezTo>
                  <a:cubicBezTo>
                    <a:pt x="67" y="115"/>
                    <a:pt x="60" y="117"/>
                    <a:pt x="50" y="112"/>
                  </a:cubicBezTo>
                  <a:cubicBezTo>
                    <a:pt x="53" y="106"/>
                    <a:pt x="56" y="95"/>
                    <a:pt x="56" y="72"/>
                  </a:cubicBezTo>
                  <a:cubicBezTo>
                    <a:pt x="56" y="35"/>
                    <a:pt x="72" y="32"/>
                    <a:pt x="90" y="32"/>
                  </a:cubicBezTo>
                  <a:cubicBezTo>
                    <a:pt x="103" y="32"/>
                    <a:pt x="120" y="36"/>
                    <a:pt x="120" y="74"/>
                  </a:cubicBezTo>
                  <a:cubicBezTo>
                    <a:pt x="120" y="95"/>
                    <a:pt x="123" y="106"/>
                    <a:pt x="126" y="111"/>
                  </a:cubicBezTo>
                  <a:cubicBezTo>
                    <a:pt x="122" y="113"/>
                    <a:pt x="115" y="115"/>
                    <a:pt x="107" y="114"/>
                  </a:cubicBezTo>
                  <a:cubicBezTo>
                    <a:pt x="105" y="114"/>
                    <a:pt x="103" y="115"/>
                    <a:pt x="103" y="116"/>
                  </a:cubicBezTo>
                  <a:cubicBezTo>
                    <a:pt x="101" y="120"/>
                    <a:pt x="101" y="128"/>
                    <a:pt x="111" y="132"/>
                  </a:cubicBezTo>
                  <a:cubicBezTo>
                    <a:pt x="120" y="136"/>
                    <a:pt x="129" y="141"/>
                    <a:pt x="137" y="151"/>
                  </a:cubicBezTo>
                  <a:cubicBezTo>
                    <a:pt x="124" y="162"/>
                    <a:pt x="107" y="168"/>
                    <a:pt x="88" y="168"/>
                  </a:cubicBezTo>
                  <a:moveTo>
                    <a:pt x="143" y="146"/>
                  </a:moveTo>
                  <a:cubicBezTo>
                    <a:pt x="135" y="135"/>
                    <a:pt x="124" y="129"/>
                    <a:pt x="115" y="125"/>
                  </a:cubicBezTo>
                  <a:cubicBezTo>
                    <a:pt x="113" y="124"/>
                    <a:pt x="112" y="123"/>
                    <a:pt x="111" y="122"/>
                  </a:cubicBezTo>
                  <a:cubicBezTo>
                    <a:pt x="124" y="122"/>
                    <a:pt x="135" y="116"/>
                    <a:pt x="135" y="116"/>
                  </a:cubicBezTo>
                  <a:cubicBezTo>
                    <a:pt x="136" y="115"/>
                    <a:pt x="137" y="113"/>
                    <a:pt x="137" y="112"/>
                  </a:cubicBezTo>
                  <a:cubicBezTo>
                    <a:pt x="137" y="110"/>
                    <a:pt x="136" y="109"/>
                    <a:pt x="135" y="109"/>
                  </a:cubicBezTo>
                  <a:cubicBezTo>
                    <a:pt x="134" y="108"/>
                    <a:pt x="128" y="103"/>
                    <a:pt x="128" y="74"/>
                  </a:cubicBezTo>
                  <a:cubicBezTo>
                    <a:pt x="128" y="41"/>
                    <a:pt x="115" y="24"/>
                    <a:pt x="90" y="24"/>
                  </a:cubicBezTo>
                  <a:cubicBezTo>
                    <a:pt x="69" y="24"/>
                    <a:pt x="48" y="30"/>
                    <a:pt x="48" y="72"/>
                  </a:cubicBezTo>
                  <a:cubicBezTo>
                    <a:pt x="48" y="102"/>
                    <a:pt x="43" y="108"/>
                    <a:pt x="42" y="109"/>
                  </a:cubicBezTo>
                  <a:cubicBezTo>
                    <a:pt x="40" y="109"/>
                    <a:pt x="39" y="110"/>
                    <a:pt x="39" y="112"/>
                  </a:cubicBezTo>
                  <a:cubicBezTo>
                    <a:pt x="39" y="114"/>
                    <a:pt x="39" y="115"/>
                    <a:pt x="41" y="116"/>
                  </a:cubicBezTo>
                  <a:cubicBezTo>
                    <a:pt x="52" y="123"/>
                    <a:pt x="61" y="123"/>
                    <a:pt x="66" y="123"/>
                  </a:cubicBezTo>
                  <a:cubicBezTo>
                    <a:pt x="65" y="123"/>
                    <a:pt x="64" y="124"/>
                    <a:pt x="62" y="125"/>
                  </a:cubicBezTo>
                  <a:cubicBezTo>
                    <a:pt x="51" y="129"/>
                    <a:pt x="39" y="137"/>
                    <a:pt x="32" y="145"/>
                  </a:cubicBezTo>
                  <a:cubicBezTo>
                    <a:pt x="17" y="131"/>
                    <a:pt x="8" y="110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11"/>
                    <a:pt x="159" y="131"/>
                    <a:pt x="143" y="14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 153"/>
            <p:cNvSpPr>
              <a:spLocks noEditPoints="1"/>
            </p:cNvSpPr>
            <p:nvPr/>
          </p:nvSpPr>
          <p:spPr bwMode="auto">
            <a:xfrm>
              <a:off x="1519359" y="3906624"/>
              <a:ext cx="1002610" cy="910140"/>
            </a:xfrm>
            <a:custGeom>
              <a:avLst/>
              <a:gdLst>
                <a:gd name="T0" fmla="*/ 132 w 176"/>
                <a:gd name="T1" fmla="*/ 98 h 160"/>
                <a:gd name="T2" fmla="*/ 143 w 176"/>
                <a:gd name="T3" fmla="*/ 60 h 160"/>
                <a:gd name="T4" fmla="*/ 131 w 176"/>
                <a:gd name="T5" fmla="*/ 11 h 160"/>
                <a:gd name="T6" fmla="*/ 104 w 176"/>
                <a:gd name="T7" fmla="*/ 11 h 160"/>
                <a:gd name="T8" fmla="*/ 107 w 176"/>
                <a:gd name="T9" fmla="*/ 18 h 160"/>
                <a:gd name="T10" fmla="*/ 127 w 176"/>
                <a:gd name="T11" fmla="*/ 18 h 160"/>
                <a:gd name="T12" fmla="*/ 137 w 176"/>
                <a:gd name="T13" fmla="*/ 55 h 160"/>
                <a:gd name="T14" fmla="*/ 136 w 176"/>
                <a:gd name="T15" fmla="*/ 72 h 160"/>
                <a:gd name="T16" fmla="*/ 134 w 176"/>
                <a:gd name="T17" fmla="*/ 74 h 160"/>
                <a:gd name="T18" fmla="*/ 145 w 176"/>
                <a:gd name="T19" fmla="*/ 125 h 160"/>
                <a:gd name="T20" fmla="*/ 142 w 176"/>
                <a:gd name="T21" fmla="*/ 144 h 160"/>
                <a:gd name="T22" fmla="*/ 172 w 176"/>
                <a:gd name="T23" fmla="*/ 152 h 160"/>
                <a:gd name="T24" fmla="*/ 147 w 176"/>
                <a:gd name="T25" fmla="*/ 117 h 160"/>
                <a:gd name="T26" fmla="*/ 88 w 176"/>
                <a:gd name="T27" fmla="*/ 101 h 160"/>
                <a:gd name="T28" fmla="*/ 99 w 176"/>
                <a:gd name="T29" fmla="*/ 58 h 160"/>
                <a:gd name="T30" fmla="*/ 86 w 176"/>
                <a:gd name="T31" fmla="*/ 3 h 160"/>
                <a:gd name="T32" fmla="*/ 55 w 176"/>
                <a:gd name="T33" fmla="*/ 5 h 160"/>
                <a:gd name="T34" fmla="*/ 37 w 176"/>
                <a:gd name="T35" fmla="*/ 57 h 160"/>
                <a:gd name="T36" fmla="*/ 48 w 176"/>
                <a:gd name="T37" fmla="*/ 101 h 160"/>
                <a:gd name="T38" fmla="*/ 0 w 176"/>
                <a:gd name="T39" fmla="*/ 156 h 160"/>
                <a:gd name="T40" fmla="*/ 132 w 176"/>
                <a:gd name="T41" fmla="*/ 160 h 160"/>
                <a:gd name="T42" fmla="*/ 104 w 176"/>
                <a:gd name="T43" fmla="*/ 121 h 160"/>
                <a:gd name="T44" fmla="*/ 34 w 176"/>
                <a:gd name="T45" fmla="*/ 129 h 160"/>
                <a:gd name="T46" fmla="*/ 46 w 176"/>
                <a:gd name="T47" fmla="*/ 74 h 160"/>
                <a:gd name="T48" fmla="*/ 45 w 176"/>
                <a:gd name="T49" fmla="*/ 72 h 160"/>
                <a:gd name="T50" fmla="*/ 45 w 176"/>
                <a:gd name="T51" fmla="*/ 54 h 160"/>
                <a:gd name="T52" fmla="*/ 58 w 176"/>
                <a:gd name="T53" fmla="*/ 12 h 160"/>
                <a:gd name="T54" fmla="*/ 74 w 176"/>
                <a:gd name="T55" fmla="*/ 8 h 160"/>
                <a:gd name="T56" fmla="*/ 92 w 176"/>
                <a:gd name="T57" fmla="*/ 24 h 160"/>
                <a:gd name="T58" fmla="*/ 91 w 176"/>
                <a:gd name="T59" fmla="*/ 60 h 160"/>
                <a:gd name="T60" fmla="*/ 91 w 176"/>
                <a:gd name="T61" fmla="*/ 72 h 160"/>
                <a:gd name="T62" fmla="*/ 80 w 176"/>
                <a:gd name="T63" fmla="*/ 101 h 160"/>
                <a:gd name="T64" fmla="*/ 128 w 176"/>
                <a:gd name="T65" fmla="*/ 15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6" h="160">
                  <a:moveTo>
                    <a:pt x="147" y="117"/>
                  </a:moveTo>
                  <a:cubicBezTo>
                    <a:pt x="147" y="117"/>
                    <a:pt x="132" y="113"/>
                    <a:pt x="132" y="98"/>
                  </a:cubicBezTo>
                  <a:cubicBezTo>
                    <a:pt x="132" y="85"/>
                    <a:pt x="139" y="81"/>
                    <a:pt x="142" y="77"/>
                  </a:cubicBezTo>
                  <a:cubicBezTo>
                    <a:pt x="142" y="77"/>
                    <a:pt x="146" y="73"/>
                    <a:pt x="143" y="60"/>
                  </a:cubicBezTo>
                  <a:cubicBezTo>
                    <a:pt x="149" y="53"/>
                    <a:pt x="150" y="40"/>
                    <a:pt x="144" y="27"/>
                  </a:cubicBezTo>
                  <a:cubicBezTo>
                    <a:pt x="140" y="18"/>
                    <a:pt x="136" y="13"/>
                    <a:pt x="131" y="11"/>
                  </a:cubicBezTo>
                  <a:cubicBezTo>
                    <a:pt x="127" y="9"/>
                    <a:pt x="123" y="8"/>
                    <a:pt x="119" y="8"/>
                  </a:cubicBezTo>
                  <a:cubicBezTo>
                    <a:pt x="113" y="8"/>
                    <a:pt x="107" y="10"/>
                    <a:pt x="104" y="11"/>
                  </a:cubicBezTo>
                  <a:cubicBezTo>
                    <a:pt x="105" y="13"/>
                    <a:pt x="106" y="15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9" y="17"/>
                    <a:pt x="114" y="16"/>
                    <a:pt x="119" y="16"/>
                  </a:cubicBezTo>
                  <a:cubicBezTo>
                    <a:pt x="122" y="16"/>
                    <a:pt x="125" y="17"/>
                    <a:pt x="127" y="18"/>
                  </a:cubicBezTo>
                  <a:cubicBezTo>
                    <a:pt x="129" y="19"/>
                    <a:pt x="133" y="22"/>
                    <a:pt x="137" y="30"/>
                  </a:cubicBezTo>
                  <a:cubicBezTo>
                    <a:pt x="142" y="41"/>
                    <a:pt x="140" y="51"/>
                    <a:pt x="137" y="55"/>
                  </a:cubicBezTo>
                  <a:cubicBezTo>
                    <a:pt x="135" y="57"/>
                    <a:pt x="135" y="60"/>
                    <a:pt x="135" y="62"/>
                  </a:cubicBezTo>
                  <a:cubicBezTo>
                    <a:pt x="137" y="69"/>
                    <a:pt x="136" y="71"/>
                    <a:pt x="136" y="72"/>
                  </a:cubicBezTo>
                  <a:cubicBezTo>
                    <a:pt x="136" y="72"/>
                    <a:pt x="135" y="72"/>
                    <a:pt x="135" y="73"/>
                  </a:cubicBezTo>
                  <a:cubicBezTo>
                    <a:pt x="135" y="73"/>
                    <a:pt x="134" y="74"/>
                    <a:pt x="134" y="74"/>
                  </a:cubicBezTo>
                  <a:cubicBezTo>
                    <a:pt x="131" y="78"/>
                    <a:pt x="124" y="85"/>
                    <a:pt x="124" y="98"/>
                  </a:cubicBezTo>
                  <a:cubicBezTo>
                    <a:pt x="124" y="115"/>
                    <a:pt x="137" y="123"/>
                    <a:pt x="145" y="125"/>
                  </a:cubicBezTo>
                  <a:cubicBezTo>
                    <a:pt x="155" y="128"/>
                    <a:pt x="166" y="133"/>
                    <a:pt x="168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6"/>
                    <a:pt x="144" y="149"/>
                    <a:pt x="144" y="152"/>
                  </a:cubicBezTo>
                  <a:cubicBezTo>
                    <a:pt x="172" y="152"/>
                    <a:pt x="172" y="152"/>
                    <a:pt x="172" y="152"/>
                  </a:cubicBezTo>
                  <a:cubicBezTo>
                    <a:pt x="176" y="152"/>
                    <a:pt x="176" y="148"/>
                    <a:pt x="176" y="148"/>
                  </a:cubicBezTo>
                  <a:cubicBezTo>
                    <a:pt x="176" y="127"/>
                    <a:pt x="156" y="120"/>
                    <a:pt x="147" y="117"/>
                  </a:cubicBezTo>
                  <a:moveTo>
                    <a:pt x="104" y="121"/>
                  </a:moveTo>
                  <a:cubicBezTo>
                    <a:pt x="104" y="121"/>
                    <a:pt x="88" y="117"/>
                    <a:pt x="88" y="101"/>
                  </a:cubicBezTo>
                  <a:cubicBezTo>
                    <a:pt x="88" y="86"/>
                    <a:pt x="95" y="81"/>
                    <a:pt x="97" y="77"/>
                  </a:cubicBezTo>
                  <a:cubicBezTo>
                    <a:pt x="97" y="77"/>
                    <a:pt x="102" y="73"/>
                    <a:pt x="99" y="58"/>
                  </a:cubicBezTo>
                  <a:cubicBezTo>
                    <a:pt x="105" y="50"/>
                    <a:pt x="106" y="36"/>
                    <a:pt x="100" y="21"/>
                  </a:cubicBezTo>
                  <a:cubicBezTo>
                    <a:pt x="95" y="11"/>
                    <a:pt x="92" y="6"/>
                    <a:pt x="86" y="3"/>
                  </a:cubicBezTo>
                  <a:cubicBezTo>
                    <a:pt x="82" y="1"/>
                    <a:pt x="78" y="0"/>
                    <a:pt x="74" y="0"/>
                  </a:cubicBezTo>
                  <a:cubicBezTo>
                    <a:pt x="65" y="0"/>
                    <a:pt x="58" y="3"/>
                    <a:pt x="55" y="5"/>
                  </a:cubicBezTo>
                  <a:cubicBezTo>
                    <a:pt x="45" y="9"/>
                    <a:pt x="39" y="12"/>
                    <a:pt x="34" y="26"/>
                  </a:cubicBezTo>
                  <a:cubicBezTo>
                    <a:pt x="29" y="38"/>
                    <a:pt x="35" y="51"/>
                    <a:pt x="37" y="57"/>
                  </a:cubicBezTo>
                  <a:cubicBezTo>
                    <a:pt x="34" y="72"/>
                    <a:pt x="39" y="77"/>
                    <a:pt x="39" y="77"/>
                  </a:cubicBezTo>
                  <a:cubicBezTo>
                    <a:pt x="41" y="81"/>
                    <a:pt x="48" y="86"/>
                    <a:pt x="48" y="101"/>
                  </a:cubicBezTo>
                  <a:cubicBezTo>
                    <a:pt x="48" y="117"/>
                    <a:pt x="32" y="121"/>
                    <a:pt x="32" y="121"/>
                  </a:cubicBezTo>
                  <a:cubicBezTo>
                    <a:pt x="22" y="125"/>
                    <a:pt x="0" y="132"/>
                    <a:pt x="0" y="156"/>
                  </a:cubicBezTo>
                  <a:cubicBezTo>
                    <a:pt x="0" y="156"/>
                    <a:pt x="0" y="160"/>
                    <a:pt x="4" y="160"/>
                  </a:cubicBezTo>
                  <a:cubicBezTo>
                    <a:pt x="132" y="160"/>
                    <a:pt x="132" y="160"/>
                    <a:pt x="132" y="160"/>
                  </a:cubicBezTo>
                  <a:cubicBezTo>
                    <a:pt x="136" y="160"/>
                    <a:pt x="136" y="156"/>
                    <a:pt x="136" y="156"/>
                  </a:cubicBezTo>
                  <a:cubicBezTo>
                    <a:pt x="136" y="132"/>
                    <a:pt x="114" y="125"/>
                    <a:pt x="104" y="121"/>
                  </a:cubicBezTo>
                  <a:moveTo>
                    <a:pt x="8" y="152"/>
                  </a:moveTo>
                  <a:cubicBezTo>
                    <a:pt x="10" y="138"/>
                    <a:pt x="22" y="133"/>
                    <a:pt x="34" y="129"/>
                  </a:cubicBezTo>
                  <a:cubicBezTo>
                    <a:pt x="42" y="127"/>
                    <a:pt x="56" y="118"/>
                    <a:pt x="56" y="101"/>
                  </a:cubicBezTo>
                  <a:cubicBezTo>
                    <a:pt x="56" y="85"/>
                    <a:pt x="50" y="78"/>
                    <a:pt x="46" y="74"/>
                  </a:cubicBezTo>
                  <a:cubicBezTo>
                    <a:pt x="46" y="73"/>
                    <a:pt x="46" y="73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3" y="68"/>
                    <a:pt x="45" y="59"/>
                  </a:cubicBezTo>
                  <a:cubicBezTo>
                    <a:pt x="46" y="58"/>
                    <a:pt x="45" y="56"/>
                    <a:pt x="45" y="54"/>
                  </a:cubicBezTo>
                  <a:cubicBezTo>
                    <a:pt x="43" y="50"/>
                    <a:pt x="38" y="38"/>
                    <a:pt x="41" y="30"/>
                  </a:cubicBezTo>
                  <a:cubicBezTo>
                    <a:pt x="46" y="18"/>
                    <a:pt x="50" y="16"/>
                    <a:pt x="58" y="12"/>
                  </a:cubicBezTo>
                  <a:cubicBezTo>
                    <a:pt x="58" y="12"/>
                    <a:pt x="58" y="12"/>
                    <a:pt x="59" y="12"/>
                  </a:cubicBezTo>
                  <a:cubicBezTo>
                    <a:pt x="61" y="10"/>
                    <a:pt x="67" y="8"/>
                    <a:pt x="74" y="8"/>
                  </a:cubicBezTo>
                  <a:cubicBezTo>
                    <a:pt x="77" y="8"/>
                    <a:pt x="80" y="9"/>
                    <a:pt x="83" y="10"/>
                  </a:cubicBezTo>
                  <a:cubicBezTo>
                    <a:pt x="85" y="12"/>
                    <a:pt x="88" y="15"/>
                    <a:pt x="92" y="24"/>
                  </a:cubicBezTo>
                  <a:cubicBezTo>
                    <a:pt x="98" y="37"/>
                    <a:pt x="96" y="48"/>
                    <a:pt x="92" y="53"/>
                  </a:cubicBezTo>
                  <a:cubicBezTo>
                    <a:pt x="91" y="55"/>
                    <a:pt x="91" y="58"/>
                    <a:pt x="91" y="60"/>
                  </a:cubicBezTo>
                  <a:cubicBezTo>
                    <a:pt x="93" y="68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86" y="78"/>
                    <a:pt x="80" y="85"/>
                    <a:pt x="80" y="101"/>
                  </a:cubicBezTo>
                  <a:cubicBezTo>
                    <a:pt x="80" y="118"/>
                    <a:pt x="94" y="127"/>
                    <a:pt x="102" y="129"/>
                  </a:cubicBezTo>
                  <a:cubicBezTo>
                    <a:pt x="113" y="133"/>
                    <a:pt x="126" y="138"/>
                    <a:pt x="128" y="152"/>
                  </a:cubicBezTo>
                  <a:lnTo>
                    <a:pt x="8" y="1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 154"/>
            <p:cNvSpPr>
              <a:spLocks noEditPoints="1"/>
            </p:cNvSpPr>
            <p:nvPr/>
          </p:nvSpPr>
          <p:spPr bwMode="auto">
            <a:xfrm>
              <a:off x="6918672" y="207220"/>
              <a:ext cx="1002608" cy="822532"/>
            </a:xfrm>
            <a:custGeom>
              <a:avLst/>
              <a:gdLst>
                <a:gd name="T0" fmla="*/ 34 w 176"/>
                <a:gd name="T1" fmla="*/ 86 h 144"/>
                <a:gd name="T2" fmla="*/ 28 w 176"/>
                <a:gd name="T3" fmla="*/ 65 h 144"/>
                <a:gd name="T4" fmla="*/ 28 w 176"/>
                <a:gd name="T5" fmla="*/ 58 h 144"/>
                <a:gd name="T6" fmla="*/ 25 w 176"/>
                <a:gd name="T7" fmla="*/ 38 h 144"/>
                <a:gd name="T8" fmla="*/ 35 w 176"/>
                <a:gd name="T9" fmla="*/ 26 h 144"/>
                <a:gd name="T10" fmla="*/ 49 w 176"/>
                <a:gd name="T11" fmla="*/ 25 h 144"/>
                <a:gd name="T12" fmla="*/ 52 w 176"/>
                <a:gd name="T13" fmla="*/ 18 h 144"/>
                <a:gd name="T14" fmla="*/ 30 w 176"/>
                <a:gd name="T15" fmla="*/ 19 h 144"/>
                <a:gd name="T16" fmla="*/ 20 w 176"/>
                <a:gd name="T17" fmla="*/ 56 h 144"/>
                <a:gd name="T18" fmla="*/ 26 w 176"/>
                <a:gd name="T19" fmla="*/ 86 h 144"/>
                <a:gd name="T20" fmla="*/ 0 w 176"/>
                <a:gd name="T21" fmla="*/ 124 h 144"/>
                <a:gd name="T22" fmla="*/ 22 w 176"/>
                <a:gd name="T23" fmla="*/ 128 h 144"/>
                <a:gd name="T24" fmla="*/ 8 w 176"/>
                <a:gd name="T25" fmla="*/ 120 h 144"/>
                <a:gd name="T26" fmla="*/ 159 w 176"/>
                <a:gd name="T27" fmla="*/ 100 h 144"/>
                <a:gd name="T28" fmla="*/ 155 w 176"/>
                <a:gd name="T29" fmla="*/ 70 h 144"/>
                <a:gd name="T30" fmla="*/ 159 w 176"/>
                <a:gd name="T31" fmla="*/ 35 h 144"/>
                <a:gd name="T32" fmla="*/ 132 w 176"/>
                <a:gd name="T33" fmla="*/ 16 h 144"/>
                <a:gd name="T34" fmla="*/ 126 w 176"/>
                <a:gd name="T35" fmla="*/ 25 h 144"/>
                <a:gd name="T36" fmla="*/ 132 w 176"/>
                <a:gd name="T37" fmla="*/ 24 h 144"/>
                <a:gd name="T38" fmla="*/ 142 w 176"/>
                <a:gd name="T39" fmla="*/ 27 h 144"/>
                <a:gd name="T40" fmla="*/ 149 w 176"/>
                <a:gd name="T41" fmla="*/ 53 h 144"/>
                <a:gd name="T42" fmla="*/ 149 w 176"/>
                <a:gd name="T43" fmla="*/ 65 h 144"/>
                <a:gd name="T44" fmla="*/ 148 w 176"/>
                <a:gd name="T45" fmla="*/ 66 h 144"/>
                <a:gd name="T46" fmla="*/ 157 w 176"/>
                <a:gd name="T47" fmla="*/ 108 h 144"/>
                <a:gd name="T48" fmla="*/ 150 w 176"/>
                <a:gd name="T49" fmla="*/ 120 h 144"/>
                <a:gd name="T50" fmla="*/ 172 w 176"/>
                <a:gd name="T51" fmla="*/ 128 h 144"/>
                <a:gd name="T52" fmla="*/ 159 w 176"/>
                <a:gd name="T53" fmla="*/ 100 h 144"/>
                <a:gd name="T54" fmla="*/ 106 w 176"/>
                <a:gd name="T55" fmla="*/ 90 h 144"/>
                <a:gd name="T56" fmla="*/ 115 w 176"/>
                <a:gd name="T57" fmla="*/ 52 h 144"/>
                <a:gd name="T58" fmla="*/ 104 w 176"/>
                <a:gd name="T59" fmla="*/ 3 h 144"/>
                <a:gd name="T60" fmla="*/ 76 w 176"/>
                <a:gd name="T61" fmla="*/ 4 h 144"/>
                <a:gd name="T62" fmla="*/ 61 w 176"/>
                <a:gd name="T63" fmla="*/ 52 h 144"/>
                <a:gd name="T64" fmla="*/ 70 w 176"/>
                <a:gd name="T65" fmla="*/ 90 h 144"/>
                <a:gd name="T66" fmla="*/ 28 w 176"/>
                <a:gd name="T67" fmla="*/ 140 h 144"/>
                <a:gd name="T68" fmla="*/ 144 w 176"/>
                <a:gd name="T69" fmla="*/ 144 h 144"/>
                <a:gd name="T70" fmla="*/ 120 w 176"/>
                <a:gd name="T71" fmla="*/ 109 h 144"/>
                <a:gd name="T72" fmla="*/ 58 w 176"/>
                <a:gd name="T73" fmla="*/ 117 h 144"/>
                <a:gd name="T74" fmla="*/ 78 w 176"/>
                <a:gd name="T75" fmla="*/ 90 h 144"/>
                <a:gd name="T76" fmla="*/ 69 w 176"/>
                <a:gd name="T77" fmla="*/ 65 h 144"/>
                <a:gd name="T78" fmla="*/ 68 w 176"/>
                <a:gd name="T79" fmla="*/ 48 h 144"/>
                <a:gd name="T80" fmla="*/ 79 w 176"/>
                <a:gd name="T81" fmla="*/ 12 h 144"/>
                <a:gd name="T82" fmla="*/ 93 w 176"/>
                <a:gd name="T83" fmla="*/ 8 h 144"/>
                <a:gd name="T84" fmla="*/ 108 w 176"/>
                <a:gd name="T85" fmla="*/ 22 h 144"/>
                <a:gd name="T86" fmla="*/ 107 w 176"/>
                <a:gd name="T87" fmla="*/ 54 h 144"/>
                <a:gd name="T88" fmla="*/ 106 w 176"/>
                <a:gd name="T89" fmla="*/ 66 h 144"/>
                <a:gd name="T90" fmla="*/ 118 w 176"/>
                <a:gd name="T91" fmla="*/ 117 h 144"/>
                <a:gd name="T92" fmla="*/ 140 w 176"/>
                <a:gd name="T93" fmla="*/ 13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6" h="144">
                  <a:moveTo>
                    <a:pt x="19" y="108"/>
                  </a:moveTo>
                  <a:cubicBezTo>
                    <a:pt x="25" y="106"/>
                    <a:pt x="34" y="100"/>
                    <a:pt x="34" y="86"/>
                  </a:cubicBezTo>
                  <a:cubicBezTo>
                    <a:pt x="34" y="74"/>
                    <a:pt x="30" y="69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7" y="65"/>
                    <a:pt x="27" y="63"/>
                    <a:pt x="28" y="58"/>
                  </a:cubicBezTo>
                  <a:cubicBezTo>
                    <a:pt x="28" y="56"/>
                    <a:pt x="28" y="54"/>
                    <a:pt x="27" y="53"/>
                  </a:cubicBezTo>
                  <a:cubicBezTo>
                    <a:pt x="26" y="49"/>
                    <a:pt x="23" y="43"/>
                    <a:pt x="25" y="38"/>
                  </a:cubicBezTo>
                  <a:cubicBezTo>
                    <a:pt x="28" y="29"/>
                    <a:pt x="30" y="28"/>
                    <a:pt x="34" y="27"/>
                  </a:cubicBezTo>
                  <a:cubicBezTo>
                    <a:pt x="34" y="27"/>
                    <a:pt x="34" y="26"/>
                    <a:pt x="35" y="26"/>
                  </a:cubicBezTo>
                  <a:cubicBezTo>
                    <a:pt x="36" y="25"/>
                    <a:pt x="40" y="24"/>
                    <a:pt x="44" y="24"/>
                  </a:cubicBezTo>
                  <a:cubicBezTo>
                    <a:pt x="46" y="24"/>
                    <a:pt x="48" y="24"/>
                    <a:pt x="49" y="25"/>
                  </a:cubicBezTo>
                  <a:cubicBezTo>
                    <a:pt x="49" y="24"/>
                    <a:pt x="50" y="22"/>
                    <a:pt x="50" y="21"/>
                  </a:cubicBezTo>
                  <a:cubicBezTo>
                    <a:pt x="51" y="20"/>
                    <a:pt x="51" y="19"/>
                    <a:pt x="52" y="18"/>
                  </a:cubicBezTo>
                  <a:cubicBezTo>
                    <a:pt x="49" y="16"/>
                    <a:pt x="47" y="16"/>
                    <a:pt x="44" y="16"/>
                  </a:cubicBezTo>
                  <a:cubicBezTo>
                    <a:pt x="38" y="16"/>
                    <a:pt x="33" y="18"/>
                    <a:pt x="30" y="19"/>
                  </a:cubicBezTo>
                  <a:cubicBezTo>
                    <a:pt x="24" y="22"/>
                    <a:pt x="21" y="25"/>
                    <a:pt x="17" y="35"/>
                  </a:cubicBezTo>
                  <a:cubicBezTo>
                    <a:pt x="14" y="43"/>
                    <a:pt x="18" y="52"/>
                    <a:pt x="20" y="56"/>
                  </a:cubicBezTo>
                  <a:cubicBezTo>
                    <a:pt x="18" y="66"/>
                    <a:pt x="21" y="70"/>
                    <a:pt x="21" y="70"/>
                  </a:cubicBezTo>
                  <a:cubicBezTo>
                    <a:pt x="23" y="73"/>
                    <a:pt x="26" y="76"/>
                    <a:pt x="26" y="86"/>
                  </a:cubicBezTo>
                  <a:cubicBezTo>
                    <a:pt x="26" y="98"/>
                    <a:pt x="17" y="100"/>
                    <a:pt x="17" y="100"/>
                  </a:cubicBezTo>
                  <a:cubicBezTo>
                    <a:pt x="10" y="103"/>
                    <a:pt x="0" y="108"/>
                    <a:pt x="0" y="124"/>
                  </a:cubicBezTo>
                  <a:cubicBezTo>
                    <a:pt x="0" y="124"/>
                    <a:pt x="0" y="128"/>
                    <a:pt x="4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3" y="125"/>
                    <a:pt x="24" y="122"/>
                    <a:pt x="26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9" y="112"/>
                    <a:pt x="14" y="110"/>
                    <a:pt x="19" y="108"/>
                  </a:cubicBezTo>
                  <a:moveTo>
                    <a:pt x="159" y="100"/>
                  </a:moveTo>
                  <a:cubicBezTo>
                    <a:pt x="159" y="100"/>
                    <a:pt x="150" y="98"/>
                    <a:pt x="150" y="86"/>
                  </a:cubicBezTo>
                  <a:cubicBezTo>
                    <a:pt x="150" y="76"/>
                    <a:pt x="153" y="73"/>
                    <a:pt x="155" y="70"/>
                  </a:cubicBezTo>
                  <a:cubicBezTo>
                    <a:pt x="155" y="70"/>
                    <a:pt x="158" y="66"/>
                    <a:pt x="156" y="56"/>
                  </a:cubicBezTo>
                  <a:cubicBezTo>
                    <a:pt x="158" y="52"/>
                    <a:pt x="162" y="43"/>
                    <a:pt x="159" y="35"/>
                  </a:cubicBezTo>
                  <a:cubicBezTo>
                    <a:pt x="155" y="25"/>
                    <a:pt x="152" y="22"/>
                    <a:pt x="146" y="19"/>
                  </a:cubicBezTo>
                  <a:cubicBezTo>
                    <a:pt x="143" y="18"/>
                    <a:pt x="138" y="16"/>
                    <a:pt x="132" y="16"/>
                  </a:cubicBezTo>
                  <a:cubicBezTo>
                    <a:pt x="129" y="16"/>
                    <a:pt x="127" y="16"/>
                    <a:pt x="124" y="18"/>
                  </a:cubicBezTo>
                  <a:cubicBezTo>
                    <a:pt x="125" y="20"/>
                    <a:pt x="126" y="23"/>
                    <a:pt x="126" y="25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8" y="24"/>
                    <a:pt x="130" y="24"/>
                    <a:pt x="132" y="24"/>
                  </a:cubicBezTo>
                  <a:cubicBezTo>
                    <a:pt x="136" y="24"/>
                    <a:pt x="140" y="25"/>
                    <a:pt x="141" y="26"/>
                  </a:cubicBezTo>
                  <a:cubicBezTo>
                    <a:pt x="142" y="26"/>
                    <a:pt x="142" y="27"/>
                    <a:pt x="142" y="27"/>
                  </a:cubicBezTo>
                  <a:cubicBezTo>
                    <a:pt x="146" y="28"/>
                    <a:pt x="148" y="29"/>
                    <a:pt x="151" y="38"/>
                  </a:cubicBezTo>
                  <a:cubicBezTo>
                    <a:pt x="153" y="43"/>
                    <a:pt x="150" y="49"/>
                    <a:pt x="149" y="53"/>
                  </a:cubicBezTo>
                  <a:cubicBezTo>
                    <a:pt x="148" y="54"/>
                    <a:pt x="148" y="56"/>
                    <a:pt x="148" y="58"/>
                  </a:cubicBezTo>
                  <a:cubicBezTo>
                    <a:pt x="149" y="63"/>
                    <a:pt x="149" y="65"/>
                    <a:pt x="149" y="65"/>
                  </a:cubicBezTo>
                  <a:cubicBezTo>
                    <a:pt x="149" y="65"/>
                    <a:pt x="149" y="65"/>
                    <a:pt x="148" y="65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46" y="69"/>
                    <a:pt x="142" y="74"/>
                    <a:pt x="142" y="86"/>
                  </a:cubicBezTo>
                  <a:cubicBezTo>
                    <a:pt x="142" y="100"/>
                    <a:pt x="151" y="106"/>
                    <a:pt x="157" y="108"/>
                  </a:cubicBezTo>
                  <a:cubicBezTo>
                    <a:pt x="162" y="110"/>
                    <a:pt x="167" y="112"/>
                    <a:pt x="168" y="120"/>
                  </a:cubicBezTo>
                  <a:cubicBezTo>
                    <a:pt x="150" y="120"/>
                    <a:pt x="150" y="120"/>
                    <a:pt x="150" y="120"/>
                  </a:cubicBezTo>
                  <a:cubicBezTo>
                    <a:pt x="152" y="122"/>
                    <a:pt x="153" y="125"/>
                    <a:pt x="154" y="128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6" y="128"/>
                    <a:pt x="176" y="124"/>
                    <a:pt x="176" y="124"/>
                  </a:cubicBezTo>
                  <a:cubicBezTo>
                    <a:pt x="176" y="108"/>
                    <a:pt x="166" y="103"/>
                    <a:pt x="159" y="100"/>
                  </a:cubicBezTo>
                  <a:moveTo>
                    <a:pt x="120" y="109"/>
                  </a:moveTo>
                  <a:cubicBezTo>
                    <a:pt x="120" y="109"/>
                    <a:pt x="106" y="105"/>
                    <a:pt x="106" y="90"/>
                  </a:cubicBezTo>
                  <a:cubicBezTo>
                    <a:pt x="106" y="77"/>
                    <a:pt x="111" y="73"/>
                    <a:pt x="114" y="69"/>
                  </a:cubicBezTo>
                  <a:cubicBezTo>
                    <a:pt x="114" y="69"/>
                    <a:pt x="118" y="65"/>
                    <a:pt x="115" y="52"/>
                  </a:cubicBezTo>
                  <a:cubicBezTo>
                    <a:pt x="120" y="45"/>
                    <a:pt x="122" y="33"/>
                    <a:pt x="116" y="19"/>
                  </a:cubicBezTo>
                  <a:cubicBezTo>
                    <a:pt x="112" y="10"/>
                    <a:pt x="109" y="5"/>
                    <a:pt x="104" y="3"/>
                  </a:cubicBezTo>
                  <a:cubicBezTo>
                    <a:pt x="101" y="1"/>
                    <a:pt x="97" y="0"/>
                    <a:pt x="93" y="0"/>
                  </a:cubicBezTo>
                  <a:cubicBezTo>
                    <a:pt x="86" y="0"/>
                    <a:pt x="79" y="3"/>
                    <a:pt x="76" y="4"/>
                  </a:cubicBezTo>
                  <a:cubicBezTo>
                    <a:pt x="68" y="8"/>
                    <a:pt x="63" y="11"/>
                    <a:pt x="58" y="24"/>
                  </a:cubicBezTo>
                  <a:cubicBezTo>
                    <a:pt x="53" y="34"/>
                    <a:pt x="58" y="46"/>
                    <a:pt x="61" y="52"/>
                  </a:cubicBezTo>
                  <a:cubicBezTo>
                    <a:pt x="58" y="65"/>
                    <a:pt x="62" y="69"/>
                    <a:pt x="62" y="69"/>
                  </a:cubicBezTo>
                  <a:cubicBezTo>
                    <a:pt x="65" y="73"/>
                    <a:pt x="70" y="77"/>
                    <a:pt x="70" y="90"/>
                  </a:cubicBezTo>
                  <a:cubicBezTo>
                    <a:pt x="70" y="105"/>
                    <a:pt x="56" y="109"/>
                    <a:pt x="56" y="109"/>
                  </a:cubicBezTo>
                  <a:cubicBezTo>
                    <a:pt x="47" y="112"/>
                    <a:pt x="28" y="118"/>
                    <a:pt x="28" y="140"/>
                  </a:cubicBezTo>
                  <a:cubicBezTo>
                    <a:pt x="28" y="140"/>
                    <a:pt x="28" y="144"/>
                    <a:pt x="32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8" y="144"/>
                    <a:pt x="148" y="140"/>
                    <a:pt x="148" y="140"/>
                  </a:cubicBezTo>
                  <a:cubicBezTo>
                    <a:pt x="148" y="118"/>
                    <a:pt x="129" y="112"/>
                    <a:pt x="120" y="109"/>
                  </a:cubicBezTo>
                  <a:moveTo>
                    <a:pt x="36" y="136"/>
                  </a:moveTo>
                  <a:cubicBezTo>
                    <a:pt x="38" y="125"/>
                    <a:pt x="48" y="120"/>
                    <a:pt x="58" y="117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66" y="115"/>
                    <a:pt x="78" y="107"/>
                    <a:pt x="78" y="90"/>
                  </a:cubicBezTo>
                  <a:cubicBezTo>
                    <a:pt x="78" y="76"/>
                    <a:pt x="73" y="70"/>
                    <a:pt x="70" y="66"/>
                  </a:cubicBezTo>
                  <a:cubicBezTo>
                    <a:pt x="69" y="65"/>
                    <a:pt x="68" y="64"/>
                    <a:pt x="69" y="65"/>
                  </a:cubicBezTo>
                  <a:cubicBezTo>
                    <a:pt x="68" y="64"/>
                    <a:pt x="67" y="61"/>
                    <a:pt x="69" y="54"/>
                  </a:cubicBezTo>
                  <a:cubicBezTo>
                    <a:pt x="70" y="50"/>
                    <a:pt x="68" y="48"/>
                    <a:pt x="68" y="48"/>
                  </a:cubicBezTo>
                  <a:cubicBezTo>
                    <a:pt x="66" y="43"/>
                    <a:pt x="62" y="34"/>
                    <a:pt x="65" y="27"/>
                  </a:cubicBezTo>
                  <a:cubicBezTo>
                    <a:pt x="69" y="17"/>
                    <a:pt x="73" y="15"/>
                    <a:pt x="79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0"/>
                    <a:pt x="87" y="8"/>
                    <a:pt x="93" y="8"/>
                  </a:cubicBezTo>
                  <a:cubicBezTo>
                    <a:pt x="96" y="8"/>
                    <a:pt x="98" y="9"/>
                    <a:pt x="100" y="10"/>
                  </a:cubicBezTo>
                  <a:cubicBezTo>
                    <a:pt x="103" y="11"/>
                    <a:pt x="105" y="14"/>
                    <a:pt x="108" y="22"/>
                  </a:cubicBezTo>
                  <a:cubicBezTo>
                    <a:pt x="115" y="36"/>
                    <a:pt x="111" y="45"/>
                    <a:pt x="109" y="47"/>
                  </a:cubicBezTo>
                  <a:cubicBezTo>
                    <a:pt x="107" y="49"/>
                    <a:pt x="107" y="52"/>
                    <a:pt x="107" y="54"/>
                  </a:cubicBezTo>
                  <a:cubicBezTo>
                    <a:pt x="109" y="61"/>
                    <a:pt x="108" y="64"/>
                    <a:pt x="108" y="64"/>
                  </a:cubicBezTo>
                  <a:cubicBezTo>
                    <a:pt x="108" y="64"/>
                    <a:pt x="107" y="65"/>
                    <a:pt x="106" y="66"/>
                  </a:cubicBezTo>
                  <a:cubicBezTo>
                    <a:pt x="103" y="70"/>
                    <a:pt x="98" y="76"/>
                    <a:pt x="98" y="90"/>
                  </a:cubicBezTo>
                  <a:cubicBezTo>
                    <a:pt x="98" y="107"/>
                    <a:pt x="110" y="115"/>
                    <a:pt x="118" y="117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28" y="120"/>
                    <a:pt x="138" y="125"/>
                    <a:pt x="140" y="136"/>
                  </a:cubicBezTo>
                  <a:lnTo>
                    <a:pt x="36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11585614" y="1493587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79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0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1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2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3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7" name="Group 106"/>
            <p:cNvGrpSpPr/>
            <p:nvPr/>
          </p:nvGrpSpPr>
          <p:grpSpPr>
            <a:xfrm>
              <a:off x="10480502" y="207492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177" name="Freeform 238"/>
              <p:cNvSpPr/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8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0666781" y="1478614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173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4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5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6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11720135" y="195770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69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0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2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11534193" y="6376915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163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6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7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4838688" y="6491061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9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0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2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5166934" y="266108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5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6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8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295825" y="4072051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149" name="Freeform 114"/>
              <p:cNvSpPr/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0" name="Freeform 115"/>
              <p:cNvSpPr/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1" name="Freeform 116"/>
              <p:cNvSpPr/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2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4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5729642" y="3419615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45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6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8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15" name="Freeform 114"/>
            <p:cNvSpPr>
              <a:spLocks noEditPoints="1"/>
            </p:cNvSpPr>
            <p:nvPr/>
          </p:nvSpPr>
          <p:spPr bwMode="auto">
            <a:xfrm>
              <a:off x="7744559" y="5866193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6" name="Freeform 115"/>
            <p:cNvSpPr>
              <a:spLocks noEditPoints="1"/>
            </p:cNvSpPr>
            <p:nvPr/>
          </p:nvSpPr>
          <p:spPr bwMode="auto">
            <a:xfrm>
              <a:off x="470756" y="4536601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7" name="Freeform 116"/>
            <p:cNvSpPr>
              <a:spLocks noEditPoints="1"/>
            </p:cNvSpPr>
            <p:nvPr/>
          </p:nvSpPr>
          <p:spPr bwMode="auto">
            <a:xfrm>
              <a:off x="11478799" y="3631863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11221394" y="1876194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3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4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4797147" y="511176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1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2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0742529" y="4103554"/>
              <a:ext cx="371620" cy="373885"/>
              <a:chOff x="6061716" y="3185154"/>
              <a:chExt cx="218527" cy="219859"/>
            </a:xfrm>
            <a:grpFill/>
          </p:grpSpPr>
          <p:sp>
            <p:nvSpPr>
              <p:cNvPr id="137" name="Freeform 232"/>
              <p:cNvSpPr/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8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9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0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8425950" y="195769"/>
              <a:ext cx="353212" cy="355365"/>
              <a:chOff x="3396750" y="3185154"/>
              <a:chExt cx="218527" cy="219859"/>
            </a:xfrm>
            <a:grpFill/>
          </p:grpSpPr>
          <p:sp>
            <p:nvSpPr>
              <p:cNvPr id="133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4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5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6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2429891" y="6569679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2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2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9442085" y="4437671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124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5" name="Freeform 111"/>
              <p:cNvSpPr/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6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7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359727" y="1307205"/>
            <a:ext cx="4512508" cy="4243590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" grpId="0"/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2167984" y="3958814"/>
            <a:ext cx="1946048" cy="1447413"/>
          </a:xfrm>
          <a:noFill/>
          <a:effectLst>
            <a:outerShdw blurRad="5715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297230" y="3958814"/>
            <a:ext cx="3459034" cy="14474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939462" y="3958814"/>
            <a:ext cx="2151212" cy="1447413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10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10" grpId="0"/>
          <p:bldP spid="6" grpId="0"/>
        </p:bldLst>
      </p:timing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55707" y="91494"/>
            <a:ext cx="11833095" cy="6698044"/>
            <a:chOff x="155707" y="91494"/>
            <a:chExt cx="11833095" cy="6698044"/>
          </a:xfrm>
          <a:solidFill>
            <a:schemeClr val="tx1">
              <a:alpha val="20000"/>
            </a:schemeClr>
          </a:solidFill>
        </p:grpSpPr>
        <p:grpSp>
          <p:nvGrpSpPr>
            <p:cNvPr id="3" name="Group 2"/>
            <p:cNvGrpSpPr/>
            <p:nvPr/>
          </p:nvGrpSpPr>
          <p:grpSpPr>
            <a:xfrm>
              <a:off x="1264778" y="1582176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464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5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6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7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8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9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746370" y="3550345"/>
              <a:ext cx="218527" cy="218527"/>
              <a:chOff x="1797771" y="1582176"/>
              <a:chExt cx="218527" cy="218527"/>
            </a:xfrm>
            <a:grpFill/>
          </p:grpSpPr>
          <p:sp>
            <p:nvSpPr>
              <p:cNvPr id="458" name="Freeform 11"/>
              <p:cNvSpPr>
                <a:spLocks noEditPoints="1"/>
              </p:cNvSpPr>
              <p:nvPr/>
            </p:nvSpPr>
            <p:spPr bwMode="auto">
              <a:xfrm>
                <a:off x="1884383" y="1714092"/>
                <a:ext cx="43972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9" name="Freeform 12"/>
              <p:cNvSpPr>
                <a:spLocks noEditPoints="1"/>
              </p:cNvSpPr>
              <p:nvPr/>
            </p:nvSpPr>
            <p:spPr bwMode="auto">
              <a:xfrm>
                <a:off x="1841743" y="1634143"/>
                <a:ext cx="51967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0" name="Oval 13"/>
              <p:cNvSpPr>
                <a:spLocks noChangeArrowheads="1"/>
              </p:cNvSpPr>
              <p:nvPr/>
            </p:nvSpPr>
            <p:spPr bwMode="auto">
              <a:xfrm>
                <a:off x="185906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1" name="Freeform 14"/>
              <p:cNvSpPr>
                <a:spLocks noEditPoints="1"/>
              </p:cNvSpPr>
              <p:nvPr/>
            </p:nvSpPr>
            <p:spPr bwMode="auto">
              <a:xfrm>
                <a:off x="1797771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2" name="Freeform 15"/>
              <p:cNvSpPr>
                <a:spLocks noEditPoints="1"/>
              </p:cNvSpPr>
              <p:nvPr/>
            </p:nvSpPr>
            <p:spPr bwMode="auto">
              <a:xfrm>
                <a:off x="1920359" y="1634143"/>
                <a:ext cx="51967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3" name="Oval 16"/>
              <p:cNvSpPr>
                <a:spLocks noChangeArrowheads="1"/>
              </p:cNvSpPr>
              <p:nvPr/>
            </p:nvSpPr>
            <p:spPr bwMode="auto">
              <a:xfrm>
                <a:off x="193768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3104088" y="817980"/>
              <a:ext cx="473986" cy="476875"/>
              <a:chOff x="2330764" y="1579511"/>
              <a:chExt cx="218527" cy="219859"/>
            </a:xfrm>
            <a:grpFill/>
          </p:grpSpPr>
          <p:sp>
            <p:nvSpPr>
              <p:cNvPr id="454" name="Freeform 17"/>
              <p:cNvSpPr>
                <a:spLocks noEditPoints="1"/>
              </p:cNvSpPr>
              <p:nvPr/>
            </p:nvSpPr>
            <p:spPr bwMode="auto">
              <a:xfrm>
                <a:off x="2330764" y="1579511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9 w 100"/>
                  <a:gd name="T13" fmla="*/ 25 h 100"/>
                  <a:gd name="T14" fmla="*/ 79 w 100"/>
                  <a:gd name="T15" fmla="*/ 31 h 100"/>
                  <a:gd name="T16" fmla="*/ 68 w 100"/>
                  <a:gd name="T17" fmla="*/ 24 h 100"/>
                  <a:gd name="T18" fmla="*/ 57 w 100"/>
                  <a:gd name="T19" fmla="*/ 33 h 100"/>
                  <a:gd name="T20" fmla="*/ 43 w 100"/>
                  <a:gd name="T21" fmla="*/ 33 h 100"/>
                  <a:gd name="T22" fmla="*/ 32 w 100"/>
                  <a:gd name="T23" fmla="*/ 24 h 100"/>
                  <a:gd name="T24" fmla="*/ 21 w 100"/>
                  <a:gd name="T25" fmla="*/ 31 h 100"/>
                  <a:gd name="T26" fmla="*/ 11 w 100"/>
                  <a:gd name="T27" fmla="*/ 25 h 100"/>
                  <a:gd name="T28" fmla="*/ 50 w 100"/>
                  <a:gd name="T29" fmla="*/ 4 h 100"/>
                  <a:gd name="T30" fmla="*/ 76 w 100"/>
                  <a:gd name="T31" fmla="*/ 36 h 100"/>
                  <a:gd name="T32" fmla="*/ 68 w 100"/>
                  <a:gd name="T33" fmla="*/ 44 h 100"/>
                  <a:gd name="T34" fmla="*/ 60 w 100"/>
                  <a:gd name="T35" fmla="*/ 36 h 100"/>
                  <a:gd name="T36" fmla="*/ 68 w 100"/>
                  <a:gd name="T37" fmla="*/ 28 h 100"/>
                  <a:gd name="T38" fmla="*/ 76 w 100"/>
                  <a:gd name="T39" fmla="*/ 36 h 100"/>
                  <a:gd name="T40" fmla="*/ 40 w 100"/>
                  <a:gd name="T41" fmla="*/ 36 h 100"/>
                  <a:gd name="T42" fmla="*/ 32 w 100"/>
                  <a:gd name="T43" fmla="*/ 44 h 100"/>
                  <a:gd name="T44" fmla="*/ 24 w 100"/>
                  <a:gd name="T45" fmla="*/ 36 h 100"/>
                  <a:gd name="T46" fmla="*/ 32 w 100"/>
                  <a:gd name="T47" fmla="*/ 28 h 100"/>
                  <a:gd name="T48" fmla="*/ 40 w 100"/>
                  <a:gd name="T49" fmla="*/ 36 h 100"/>
                  <a:gd name="T50" fmla="*/ 50 w 100"/>
                  <a:gd name="T51" fmla="*/ 96 h 100"/>
                  <a:gd name="T52" fmla="*/ 4 w 100"/>
                  <a:gd name="T53" fmla="*/ 50 h 100"/>
                  <a:gd name="T54" fmla="*/ 9 w 100"/>
                  <a:gd name="T55" fmla="*/ 28 h 100"/>
                  <a:gd name="T56" fmla="*/ 20 w 100"/>
                  <a:gd name="T57" fmla="*/ 35 h 100"/>
                  <a:gd name="T58" fmla="*/ 20 w 100"/>
                  <a:gd name="T59" fmla="*/ 36 h 100"/>
                  <a:gd name="T60" fmla="*/ 32 w 100"/>
                  <a:gd name="T61" fmla="*/ 48 h 100"/>
                  <a:gd name="T62" fmla="*/ 44 w 100"/>
                  <a:gd name="T63" fmla="*/ 37 h 100"/>
                  <a:gd name="T64" fmla="*/ 56 w 100"/>
                  <a:gd name="T65" fmla="*/ 37 h 100"/>
                  <a:gd name="T66" fmla="*/ 68 w 100"/>
                  <a:gd name="T67" fmla="*/ 48 h 100"/>
                  <a:gd name="T68" fmla="*/ 80 w 100"/>
                  <a:gd name="T69" fmla="*/ 36 h 100"/>
                  <a:gd name="T70" fmla="*/ 80 w 100"/>
                  <a:gd name="T71" fmla="*/ 35 h 100"/>
                  <a:gd name="T72" fmla="*/ 91 w 100"/>
                  <a:gd name="T73" fmla="*/ 28 h 100"/>
                  <a:gd name="T74" fmla="*/ 96 w 100"/>
                  <a:gd name="T75" fmla="*/ 50 h 100"/>
                  <a:gd name="T76" fmla="*/ 50 w 100"/>
                  <a:gd name="T77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7"/>
                      <a:pt x="22" y="100"/>
                      <a:pt x="50" y="100"/>
                    </a:cubicBezTo>
                    <a:cubicBezTo>
                      <a:pt x="78" y="100"/>
                      <a:pt x="100" y="77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9" y="25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77" y="27"/>
                      <a:pt x="73" y="24"/>
                      <a:pt x="68" y="24"/>
                    </a:cubicBezTo>
                    <a:cubicBezTo>
                      <a:pt x="63" y="24"/>
                      <a:pt x="58" y="29"/>
                      <a:pt x="57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2" y="29"/>
                      <a:pt x="37" y="24"/>
                      <a:pt x="32" y="24"/>
                    </a:cubicBezTo>
                    <a:cubicBezTo>
                      <a:pt x="27" y="24"/>
                      <a:pt x="23" y="27"/>
                      <a:pt x="21" y="31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76" y="36"/>
                    </a:moveTo>
                    <a:cubicBezTo>
                      <a:pt x="76" y="40"/>
                      <a:pt x="72" y="44"/>
                      <a:pt x="68" y="44"/>
                    </a:cubicBezTo>
                    <a:cubicBezTo>
                      <a:pt x="64" y="44"/>
                      <a:pt x="60" y="40"/>
                      <a:pt x="60" y="36"/>
                    </a:cubicBezTo>
                    <a:cubicBezTo>
                      <a:pt x="60" y="31"/>
                      <a:pt x="64" y="28"/>
                      <a:pt x="68" y="28"/>
                    </a:cubicBezTo>
                    <a:cubicBezTo>
                      <a:pt x="72" y="28"/>
                      <a:pt x="76" y="31"/>
                      <a:pt x="76" y="36"/>
                    </a:cubicBezTo>
                    <a:close/>
                    <a:moveTo>
                      <a:pt x="40" y="36"/>
                    </a:moveTo>
                    <a:cubicBezTo>
                      <a:pt x="40" y="40"/>
                      <a:pt x="36" y="44"/>
                      <a:pt x="32" y="44"/>
                    </a:cubicBezTo>
                    <a:cubicBezTo>
                      <a:pt x="28" y="44"/>
                      <a:pt x="24" y="40"/>
                      <a:pt x="24" y="36"/>
                    </a:cubicBezTo>
                    <a:cubicBezTo>
                      <a:pt x="24" y="31"/>
                      <a:pt x="28" y="28"/>
                      <a:pt x="32" y="28"/>
                    </a:cubicBezTo>
                    <a:cubicBezTo>
                      <a:pt x="36" y="28"/>
                      <a:pt x="40" y="31"/>
                      <a:pt x="40" y="36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2"/>
                      <a:pt x="6" y="35"/>
                      <a:pt x="9" y="28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0" y="35"/>
                      <a:pt x="20" y="35"/>
                      <a:pt x="20" y="36"/>
                    </a:cubicBezTo>
                    <a:cubicBezTo>
                      <a:pt x="20" y="42"/>
                      <a:pt x="25" y="48"/>
                      <a:pt x="32" y="48"/>
                    </a:cubicBezTo>
                    <a:cubicBezTo>
                      <a:pt x="39" y="48"/>
                      <a:pt x="44" y="41"/>
                      <a:pt x="44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41"/>
                      <a:pt x="61" y="48"/>
                      <a:pt x="68" y="48"/>
                    </a:cubicBezTo>
                    <a:cubicBezTo>
                      <a:pt x="75" y="48"/>
                      <a:pt x="80" y="43"/>
                      <a:pt x="80" y="36"/>
                    </a:cubicBezTo>
                    <a:cubicBezTo>
                      <a:pt x="80" y="36"/>
                      <a:pt x="80" y="35"/>
                      <a:pt x="80" y="35"/>
                    </a:cubicBezTo>
                    <a:cubicBezTo>
                      <a:pt x="91" y="28"/>
                      <a:pt x="91" y="28"/>
                      <a:pt x="91" y="28"/>
                    </a:cubicBezTo>
                    <a:cubicBezTo>
                      <a:pt x="94" y="35"/>
                      <a:pt x="96" y="42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5" name="Oval 18"/>
              <p:cNvSpPr>
                <a:spLocks noChangeArrowheads="1"/>
              </p:cNvSpPr>
              <p:nvPr/>
            </p:nvSpPr>
            <p:spPr bwMode="auto">
              <a:xfrm>
                <a:off x="2392058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6" name="Oval 19"/>
              <p:cNvSpPr>
                <a:spLocks noChangeArrowheads="1"/>
              </p:cNvSpPr>
              <p:nvPr/>
            </p:nvSpPr>
            <p:spPr bwMode="auto">
              <a:xfrm>
                <a:off x="2470675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7" name="Freeform 20"/>
              <p:cNvSpPr>
                <a:spLocks noEditPoints="1"/>
              </p:cNvSpPr>
              <p:nvPr/>
            </p:nvSpPr>
            <p:spPr bwMode="auto">
              <a:xfrm>
                <a:off x="2417376" y="1711427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20"/>
                      <a:pt x="10" y="20"/>
                    </a:cubicBezTo>
                    <a:cubicBezTo>
                      <a:pt x="16" y="20"/>
                      <a:pt x="20" y="15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6"/>
                      <a:pt x="7" y="4"/>
                      <a:pt x="10" y="4"/>
                    </a:cubicBezTo>
                    <a:cubicBezTo>
                      <a:pt x="13" y="4"/>
                      <a:pt x="16" y="6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574717" y="245562"/>
              <a:ext cx="218527" cy="218527"/>
              <a:chOff x="2863757" y="1582176"/>
              <a:chExt cx="218527" cy="218527"/>
            </a:xfrm>
            <a:grpFill/>
          </p:grpSpPr>
          <p:sp>
            <p:nvSpPr>
              <p:cNvPr id="451" name="Oval 450"/>
              <p:cNvSpPr>
                <a:spLocks noChangeArrowheads="1"/>
              </p:cNvSpPr>
              <p:nvPr/>
            </p:nvSpPr>
            <p:spPr bwMode="auto">
              <a:xfrm>
                <a:off x="3003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2" name="Oval 451"/>
              <p:cNvSpPr>
                <a:spLocks noChangeArrowheads="1"/>
              </p:cNvSpPr>
              <p:nvPr/>
            </p:nvSpPr>
            <p:spPr bwMode="auto">
              <a:xfrm>
                <a:off x="292505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/>
              <p:cNvSpPr>
                <a:spLocks noEditPoints="1"/>
              </p:cNvSpPr>
              <p:nvPr/>
            </p:nvSpPr>
            <p:spPr bwMode="auto">
              <a:xfrm>
                <a:off x="2863757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396750" y="1582176"/>
              <a:ext cx="218527" cy="218527"/>
              <a:chOff x="3396750" y="1582176"/>
              <a:chExt cx="218527" cy="218527"/>
            </a:xfrm>
            <a:grpFill/>
          </p:grpSpPr>
          <p:sp>
            <p:nvSpPr>
              <p:cNvPr id="447" name="Rectangle 24"/>
              <p:cNvSpPr>
                <a:spLocks noChangeArrowheads="1"/>
              </p:cNvSpPr>
              <p:nvPr/>
            </p:nvSpPr>
            <p:spPr bwMode="auto">
              <a:xfrm>
                <a:off x="3466039" y="1731414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8" name="Oval 25"/>
              <p:cNvSpPr>
                <a:spLocks noChangeArrowheads="1"/>
              </p:cNvSpPr>
              <p:nvPr/>
            </p:nvSpPr>
            <p:spPr bwMode="auto">
              <a:xfrm>
                <a:off x="345804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9" name="Freeform 26"/>
              <p:cNvSpPr>
                <a:spLocks noEditPoints="1"/>
              </p:cNvSpPr>
              <p:nvPr/>
            </p:nvSpPr>
            <p:spPr bwMode="auto">
              <a:xfrm>
                <a:off x="3396750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0" name="Oval 27"/>
              <p:cNvSpPr>
                <a:spLocks noChangeArrowheads="1"/>
              </p:cNvSpPr>
              <p:nvPr/>
            </p:nvSpPr>
            <p:spPr bwMode="auto">
              <a:xfrm>
                <a:off x="353666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55707" y="1147908"/>
              <a:ext cx="218527" cy="218527"/>
              <a:chOff x="3929743" y="1582176"/>
              <a:chExt cx="218527" cy="218527"/>
            </a:xfrm>
            <a:grpFill/>
          </p:grpSpPr>
          <p:sp>
            <p:nvSpPr>
              <p:cNvPr id="443" name="Freeform 28"/>
              <p:cNvSpPr/>
              <p:nvPr/>
            </p:nvSpPr>
            <p:spPr bwMode="auto">
              <a:xfrm>
                <a:off x="3991038" y="1722087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4" name="Oval 29"/>
              <p:cNvSpPr>
                <a:spLocks noChangeArrowheads="1"/>
              </p:cNvSpPr>
              <p:nvPr/>
            </p:nvSpPr>
            <p:spPr bwMode="auto">
              <a:xfrm>
                <a:off x="399103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5" name="Freeform 30"/>
              <p:cNvSpPr>
                <a:spLocks noEditPoints="1"/>
              </p:cNvSpPr>
              <p:nvPr/>
            </p:nvSpPr>
            <p:spPr bwMode="auto">
              <a:xfrm>
                <a:off x="3929743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6" name="Oval 31"/>
              <p:cNvSpPr>
                <a:spLocks noChangeArrowheads="1"/>
              </p:cNvSpPr>
              <p:nvPr/>
            </p:nvSpPr>
            <p:spPr bwMode="auto">
              <a:xfrm>
                <a:off x="406965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828906" y="3733030"/>
              <a:ext cx="218527" cy="218527"/>
              <a:chOff x="4462736" y="1582176"/>
              <a:chExt cx="218527" cy="218527"/>
            </a:xfrm>
            <a:grpFill/>
          </p:grpSpPr>
          <p:sp>
            <p:nvSpPr>
              <p:cNvPr id="439" name="Freeform 32"/>
              <p:cNvSpPr/>
              <p:nvPr/>
            </p:nvSpPr>
            <p:spPr bwMode="auto">
              <a:xfrm>
                <a:off x="4524031" y="1722087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0" name="Oval 33"/>
              <p:cNvSpPr>
                <a:spLocks noChangeArrowheads="1"/>
              </p:cNvSpPr>
              <p:nvPr/>
            </p:nvSpPr>
            <p:spPr bwMode="auto">
              <a:xfrm>
                <a:off x="4602648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1" name="Oval 34"/>
              <p:cNvSpPr>
                <a:spLocks noChangeArrowheads="1"/>
              </p:cNvSpPr>
              <p:nvPr/>
            </p:nvSpPr>
            <p:spPr bwMode="auto">
              <a:xfrm>
                <a:off x="4524031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2" name="Freeform 35"/>
              <p:cNvSpPr>
                <a:spLocks noEditPoints="1"/>
              </p:cNvSpPr>
              <p:nvPr/>
            </p:nvSpPr>
            <p:spPr bwMode="auto">
              <a:xfrm>
                <a:off x="446273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221164" y="161006"/>
              <a:ext cx="218527" cy="218527"/>
              <a:chOff x="4995729" y="1582176"/>
              <a:chExt cx="218527" cy="218527"/>
            </a:xfrm>
            <a:grpFill/>
          </p:grpSpPr>
          <p:sp>
            <p:nvSpPr>
              <p:cNvPr id="435" name="Freeform 36"/>
              <p:cNvSpPr>
                <a:spLocks noEditPoints="1"/>
              </p:cNvSpPr>
              <p:nvPr/>
            </p:nvSpPr>
            <p:spPr bwMode="auto">
              <a:xfrm>
                <a:off x="5083673" y="1714092"/>
                <a:ext cx="42639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6" name="Oval 37"/>
              <p:cNvSpPr>
                <a:spLocks noChangeArrowheads="1"/>
              </p:cNvSpPr>
              <p:nvPr/>
            </p:nvSpPr>
            <p:spPr bwMode="auto">
              <a:xfrm>
                <a:off x="505702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7" name="Freeform 38"/>
              <p:cNvSpPr>
                <a:spLocks noEditPoints="1"/>
              </p:cNvSpPr>
              <p:nvPr/>
            </p:nvSpPr>
            <p:spPr bwMode="auto">
              <a:xfrm>
                <a:off x="4995729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8" name="Oval 39"/>
              <p:cNvSpPr>
                <a:spLocks noChangeArrowheads="1"/>
              </p:cNvSpPr>
              <p:nvPr/>
            </p:nvSpPr>
            <p:spPr bwMode="auto">
              <a:xfrm>
                <a:off x="513564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528723" y="1578179"/>
              <a:ext cx="218527" cy="218527"/>
              <a:chOff x="5528723" y="1578179"/>
              <a:chExt cx="218527" cy="218527"/>
            </a:xfrm>
            <a:grpFill/>
          </p:grpSpPr>
          <p:sp>
            <p:nvSpPr>
              <p:cNvPr id="431" name="Oval 40"/>
              <p:cNvSpPr>
                <a:spLocks noChangeArrowheads="1"/>
              </p:cNvSpPr>
              <p:nvPr/>
            </p:nvSpPr>
            <p:spPr bwMode="auto">
              <a:xfrm>
                <a:off x="5590017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2" name="Freeform 41"/>
              <p:cNvSpPr>
                <a:spLocks noEditPoints="1"/>
              </p:cNvSpPr>
              <p:nvPr/>
            </p:nvSpPr>
            <p:spPr bwMode="auto">
              <a:xfrm>
                <a:off x="5599345" y="1708762"/>
                <a:ext cx="78617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5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5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3" name="Freeform 42"/>
              <p:cNvSpPr>
                <a:spLocks noEditPoints="1"/>
              </p:cNvSpPr>
              <p:nvPr/>
            </p:nvSpPr>
            <p:spPr bwMode="auto">
              <a:xfrm>
                <a:off x="5528723" y="1578179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4" name="Oval 43"/>
              <p:cNvSpPr>
                <a:spLocks noChangeArrowheads="1"/>
              </p:cNvSpPr>
              <p:nvPr/>
            </p:nvSpPr>
            <p:spPr bwMode="auto">
              <a:xfrm>
                <a:off x="5668634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131671" y="245562"/>
              <a:ext cx="218527" cy="218527"/>
              <a:chOff x="6061716" y="1582176"/>
              <a:chExt cx="218527" cy="218527"/>
            </a:xfrm>
            <a:grpFill/>
          </p:grpSpPr>
          <p:sp>
            <p:nvSpPr>
              <p:cNvPr id="427" name="Freeform 44"/>
              <p:cNvSpPr/>
              <p:nvPr/>
            </p:nvSpPr>
            <p:spPr bwMode="auto">
              <a:xfrm>
                <a:off x="6132338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8" name="Rectangle 45"/>
              <p:cNvSpPr>
                <a:spLocks noChangeArrowheads="1"/>
              </p:cNvSpPr>
              <p:nvPr/>
            </p:nvSpPr>
            <p:spPr bwMode="auto">
              <a:xfrm>
                <a:off x="6123010" y="1660793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9" name="Oval 46"/>
              <p:cNvSpPr>
                <a:spLocks noChangeArrowheads="1"/>
              </p:cNvSpPr>
              <p:nvPr/>
            </p:nvSpPr>
            <p:spPr bwMode="auto">
              <a:xfrm>
                <a:off x="6201627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0" name="Freeform 47"/>
              <p:cNvSpPr>
                <a:spLocks noEditPoints="1"/>
              </p:cNvSpPr>
              <p:nvPr/>
            </p:nvSpPr>
            <p:spPr bwMode="auto">
              <a:xfrm>
                <a:off x="606171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986140" y="1302986"/>
              <a:ext cx="382203" cy="382203"/>
              <a:chOff x="6597374" y="1582176"/>
              <a:chExt cx="218527" cy="218527"/>
            </a:xfrm>
            <a:grpFill/>
          </p:grpSpPr>
          <p:sp>
            <p:nvSpPr>
              <p:cNvPr id="423" name="Oval 48"/>
              <p:cNvSpPr>
                <a:spLocks noChangeArrowheads="1"/>
              </p:cNvSpPr>
              <p:nvPr/>
            </p:nvSpPr>
            <p:spPr bwMode="auto">
              <a:xfrm>
                <a:off x="6658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4" name="Oval 49"/>
              <p:cNvSpPr>
                <a:spLocks noChangeArrowheads="1"/>
              </p:cNvSpPr>
              <p:nvPr/>
            </p:nvSpPr>
            <p:spPr bwMode="auto">
              <a:xfrm>
                <a:off x="673728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5" name="Freeform 50"/>
              <p:cNvSpPr>
                <a:spLocks noEditPoints="1"/>
              </p:cNvSpPr>
              <p:nvPr/>
            </p:nvSpPr>
            <p:spPr bwMode="auto">
              <a:xfrm>
                <a:off x="6597374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6" name="Freeform 51"/>
              <p:cNvSpPr>
                <a:spLocks noEditPoints="1"/>
              </p:cNvSpPr>
              <p:nvPr/>
            </p:nvSpPr>
            <p:spPr bwMode="auto">
              <a:xfrm>
                <a:off x="6641346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6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6" y="4"/>
                      <a:pt x="6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632609" y="2123120"/>
              <a:ext cx="218527" cy="218527"/>
              <a:chOff x="7127702" y="1582176"/>
              <a:chExt cx="218527" cy="218527"/>
            </a:xfrm>
            <a:grpFill/>
          </p:grpSpPr>
          <p:sp>
            <p:nvSpPr>
              <p:cNvPr id="419" name="Rectangle 52"/>
              <p:cNvSpPr>
                <a:spLocks noChangeArrowheads="1"/>
              </p:cNvSpPr>
              <p:nvPr/>
            </p:nvSpPr>
            <p:spPr bwMode="auto">
              <a:xfrm>
                <a:off x="7181001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0" name="Rectangle 53"/>
              <p:cNvSpPr>
                <a:spLocks noChangeArrowheads="1"/>
              </p:cNvSpPr>
              <p:nvPr/>
            </p:nvSpPr>
            <p:spPr bwMode="auto">
              <a:xfrm>
                <a:off x="7259618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1" name="Freeform 54"/>
              <p:cNvSpPr>
                <a:spLocks noEditPoints="1"/>
              </p:cNvSpPr>
              <p:nvPr/>
            </p:nvSpPr>
            <p:spPr bwMode="auto">
              <a:xfrm>
                <a:off x="7171674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2" name="Freeform 55"/>
              <p:cNvSpPr>
                <a:spLocks noEditPoints="1"/>
              </p:cNvSpPr>
              <p:nvPr/>
            </p:nvSpPr>
            <p:spPr bwMode="auto">
              <a:xfrm>
                <a:off x="7127702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920440" y="1337989"/>
              <a:ext cx="218527" cy="218527"/>
              <a:chOff x="7660695" y="1582176"/>
              <a:chExt cx="218527" cy="218527"/>
            </a:xfrm>
            <a:grpFill/>
          </p:grpSpPr>
          <p:sp>
            <p:nvSpPr>
              <p:cNvPr id="415" name="Freeform 56"/>
              <p:cNvSpPr/>
              <p:nvPr/>
            </p:nvSpPr>
            <p:spPr bwMode="auto">
              <a:xfrm>
                <a:off x="7721989" y="1652798"/>
                <a:ext cx="35977" cy="17322"/>
              </a:xfrm>
              <a:custGeom>
                <a:avLst/>
                <a:gdLst>
                  <a:gd name="T0" fmla="*/ 12 w 16"/>
                  <a:gd name="T1" fmla="*/ 8 h 8"/>
                  <a:gd name="T2" fmla="*/ 16 w 16"/>
                  <a:gd name="T3" fmla="*/ 4 h 8"/>
                  <a:gd name="T4" fmla="*/ 12 w 16"/>
                  <a:gd name="T5" fmla="*/ 0 h 8"/>
                  <a:gd name="T6" fmla="*/ 0 w 16"/>
                  <a:gd name="T7" fmla="*/ 0 h 8"/>
                  <a:gd name="T8" fmla="*/ 0 w 16"/>
                  <a:gd name="T9" fmla="*/ 4 h 8"/>
                  <a:gd name="T10" fmla="*/ 8 w 16"/>
                  <a:gd name="T11" fmla="*/ 4 h 8"/>
                  <a:gd name="T12" fmla="*/ 12 w 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8"/>
                    </a:move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6" name="Freeform 57"/>
              <p:cNvSpPr>
                <a:spLocks noEditPoints="1"/>
              </p:cNvSpPr>
              <p:nvPr/>
            </p:nvSpPr>
            <p:spPr bwMode="auto">
              <a:xfrm>
                <a:off x="7660695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7" name="Freeform 58"/>
              <p:cNvSpPr/>
              <p:nvPr/>
            </p:nvSpPr>
            <p:spPr bwMode="auto">
              <a:xfrm>
                <a:off x="7731317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8" name="Freeform 59"/>
              <p:cNvSpPr/>
              <p:nvPr/>
            </p:nvSpPr>
            <p:spPr bwMode="auto">
              <a:xfrm>
                <a:off x="7783283" y="1652798"/>
                <a:ext cx="34645" cy="17322"/>
              </a:xfrm>
              <a:custGeom>
                <a:avLst/>
                <a:gdLst>
                  <a:gd name="T0" fmla="*/ 12 w 16"/>
                  <a:gd name="T1" fmla="*/ 0 h 8"/>
                  <a:gd name="T2" fmla="*/ 0 w 16"/>
                  <a:gd name="T3" fmla="*/ 0 h 8"/>
                  <a:gd name="T4" fmla="*/ 0 w 16"/>
                  <a:gd name="T5" fmla="*/ 4 h 8"/>
                  <a:gd name="T6" fmla="*/ 8 w 16"/>
                  <a:gd name="T7" fmla="*/ 4 h 8"/>
                  <a:gd name="T8" fmla="*/ 12 w 16"/>
                  <a:gd name="T9" fmla="*/ 8 h 8"/>
                  <a:gd name="T10" fmla="*/ 16 w 16"/>
                  <a:gd name="T11" fmla="*/ 4 h 8"/>
                  <a:gd name="T12" fmla="*/ 12 w 1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49929" y="6210355"/>
              <a:ext cx="218527" cy="218527"/>
              <a:chOff x="1264778" y="2116502"/>
              <a:chExt cx="218527" cy="218527"/>
            </a:xfrm>
            <a:grpFill/>
          </p:grpSpPr>
          <p:sp>
            <p:nvSpPr>
              <p:cNvPr id="411" name="Freeform 60"/>
              <p:cNvSpPr/>
              <p:nvPr/>
            </p:nvSpPr>
            <p:spPr bwMode="auto">
              <a:xfrm>
                <a:off x="1395361" y="2177796"/>
                <a:ext cx="34645" cy="26650"/>
              </a:xfrm>
              <a:custGeom>
                <a:avLst/>
                <a:gdLst>
                  <a:gd name="T0" fmla="*/ 0 w 26"/>
                  <a:gd name="T1" fmla="*/ 15 h 20"/>
                  <a:gd name="T2" fmla="*/ 3 w 26"/>
                  <a:gd name="T3" fmla="*/ 20 h 20"/>
                  <a:gd name="T4" fmla="*/ 26 w 26"/>
                  <a:gd name="T5" fmla="*/ 5 h 20"/>
                  <a:gd name="T6" fmla="*/ 23 w 26"/>
                  <a:gd name="T7" fmla="*/ 0 h 20"/>
                  <a:gd name="T8" fmla="*/ 0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15"/>
                    </a:move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2" name="Rectangle 61"/>
              <p:cNvSpPr>
                <a:spLocks noChangeArrowheads="1"/>
              </p:cNvSpPr>
              <p:nvPr/>
            </p:nvSpPr>
            <p:spPr bwMode="auto">
              <a:xfrm>
                <a:off x="1334067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3" name="Freeform 62"/>
              <p:cNvSpPr/>
              <p:nvPr/>
            </p:nvSpPr>
            <p:spPr bwMode="auto">
              <a:xfrm>
                <a:off x="1316745" y="2177796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4" name="Freeform 63"/>
              <p:cNvSpPr>
                <a:spLocks noEditPoints="1"/>
              </p:cNvSpPr>
              <p:nvPr/>
            </p:nvSpPr>
            <p:spPr bwMode="auto">
              <a:xfrm>
                <a:off x="126477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797771" y="2116502"/>
              <a:ext cx="218527" cy="218527"/>
              <a:chOff x="1797771" y="2116502"/>
              <a:chExt cx="218527" cy="218527"/>
            </a:xfrm>
            <a:grpFill/>
          </p:grpSpPr>
          <p:sp>
            <p:nvSpPr>
              <p:cNvPr id="407" name="Rectangle 64"/>
              <p:cNvSpPr>
                <a:spLocks noChangeArrowheads="1"/>
              </p:cNvSpPr>
              <p:nvPr/>
            </p:nvSpPr>
            <p:spPr bwMode="auto">
              <a:xfrm>
                <a:off x="1849738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8" name="Rectangle 65"/>
              <p:cNvSpPr>
                <a:spLocks noChangeArrowheads="1"/>
              </p:cNvSpPr>
              <p:nvPr/>
            </p:nvSpPr>
            <p:spPr bwMode="auto">
              <a:xfrm>
                <a:off x="192835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9" name="Rectangle 66"/>
              <p:cNvSpPr>
                <a:spLocks noChangeArrowheads="1"/>
              </p:cNvSpPr>
              <p:nvPr/>
            </p:nvSpPr>
            <p:spPr bwMode="auto">
              <a:xfrm>
                <a:off x="1867060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0" name="Freeform 67"/>
              <p:cNvSpPr>
                <a:spLocks noEditPoints="1"/>
              </p:cNvSpPr>
              <p:nvPr/>
            </p:nvSpPr>
            <p:spPr bwMode="auto">
              <a:xfrm>
                <a:off x="1797771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1477149" y="2626842"/>
              <a:ext cx="218527" cy="218527"/>
              <a:chOff x="2330764" y="2116502"/>
              <a:chExt cx="218527" cy="218527"/>
            </a:xfrm>
            <a:grpFill/>
          </p:grpSpPr>
          <p:sp>
            <p:nvSpPr>
              <p:cNvPr id="403" name="Rectangle 68"/>
              <p:cNvSpPr>
                <a:spLocks noChangeArrowheads="1"/>
              </p:cNvSpPr>
              <p:nvPr/>
            </p:nvSpPr>
            <p:spPr bwMode="auto">
              <a:xfrm>
                <a:off x="238273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4" name="Freeform 69"/>
              <p:cNvSpPr/>
              <p:nvPr/>
            </p:nvSpPr>
            <p:spPr bwMode="auto">
              <a:xfrm>
                <a:off x="2392058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5" name="Freeform 70"/>
              <p:cNvSpPr>
                <a:spLocks noEditPoints="1"/>
              </p:cNvSpPr>
              <p:nvPr/>
            </p:nvSpPr>
            <p:spPr bwMode="auto">
              <a:xfrm>
                <a:off x="2330764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6" name="Rectangle 71"/>
              <p:cNvSpPr>
                <a:spLocks noChangeArrowheads="1"/>
              </p:cNvSpPr>
              <p:nvPr/>
            </p:nvSpPr>
            <p:spPr bwMode="auto">
              <a:xfrm>
                <a:off x="2461347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8486318" y="6291379"/>
              <a:ext cx="218527" cy="218527"/>
              <a:chOff x="2863757" y="2116502"/>
              <a:chExt cx="218527" cy="218527"/>
            </a:xfrm>
            <a:grpFill/>
          </p:grpSpPr>
          <p:sp>
            <p:nvSpPr>
              <p:cNvPr id="399" name="Rectangle 72"/>
              <p:cNvSpPr>
                <a:spLocks noChangeArrowheads="1"/>
              </p:cNvSpPr>
              <p:nvPr/>
            </p:nvSpPr>
            <p:spPr bwMode="auto">
              <a:xfrm>
                <a:off x="299434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0" name="Freeform 73"/>
              <p:cNvSpPr/>
              <p:nvPr/>
            </p:nvSpPr>
            <p:spPr bwMode="auto">
              <a:xfrm>
                <a:off x="2925051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1" name="Rectangle 74"/>
              <p:cNvSpPr>
                <a:spLocks noChangeArrowheads="1"/>
              </p:cNvSpPr>
              <p:nvPr/>
            </p:nvSpPr>
            <p:spPr bwMode="auto">
              <a:xfrm>
                <a:off x="291572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2" name="Freeform 75"/>
              <p:cNvSpPr>
                <a:spLocks noEditPoints="1"/>
              </p:cNvSpPr>
              <p:nvPr/>
            </p:nvSpPr>
            <p:spPr bwMode="auto">
              <a:xfrm>
                <a:off x="286375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10052307" y="1932705"/>
              <a:ext cx="485603" cy="485603"/>
              <a:chOff x="3396750" y="2116502"/>
              <a:chExt cx="218527" cy="218527"/>
            </a:xfrm>
            <a:grpFill/>
          </p:grpSpPr>
          <p:sp>
            <p:nvSpPr>
              <p:cNvPr id="393" name="Freeform 76"/>
              <p:cNvSpPr/>
              <p:nvPr/>
            </p:nvSpPr>
            <p:spPr bwMode="auto">
              <a:xfrm>
                <a:off x="3458044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4" name="Oval 77"/>
              <p:cNvSpPr>
                <a:spLocks noChangeArrowheads="1"/>
              </p:cNvSpPr>
              <p:nvPr/>
            </p:nvSpPr>
            <p:spPr bwMode="auto">
              <a:xfrm>
                <a:off x="345804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5" name="Freeform 78"/>
              <p:cNvSpPr/>
              <p:nvPr/>
            </p:nvSpPr>
            <p:spPr bwMode="auto">
              <a:xfrm>
                <a:off x="3440723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6" name="Freeform 79"/>
              <p:cNvSpPr/>
              <p:nvPr/>
            </p:nvSpPr>
            <p:spPr bwMode="auto">
              <a:xfrm>
                <a:off x="353666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7" name="Freeform 80"/>
              <p:cNvSpPr>
                <a:spLocks noEditPoints="1"/>
              </p:cNvSpPr>
              <p:nvPr/>
            </p:nvSpPr>
            <p:spPr bwMode="auto">
              <a:xfrm>
                <a:off x="3396750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8" name="Oval 81"/>
              <p:cNvSpPr>
                <a:spLocks noChangeArrowheads="1"/>
              </p:cNvSpPr>
              <p:nvPr/>
            </p:nvSpPr>
            <p:spPr bwMode="auto">
              <a:xfrm>
                <a:off x="353666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3886558" y="3523100"/>
              <a:ext cx="218527" cy="218527"/>
              <a:chOff x="3932408" y="2116502"/>
              <a:chExt cx="218527" cy="218527"/>
            </a:xfrm>
            <a:grpFill/>
          </p:grpSpPr>
          <p:sp>
            <p:nvSpPr>
              <p:cNvPr id="389" name="Freeform 82"/>
              <p:cNvSpPr/>
              <p:nvPr/>
            </p:nvSpPr>
            <p:spPr bwMode="auto">
              <a:xfrm>
                <a:off x="400169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0" name="Rectangle 83"/>
              <p:cNvSpPr>
                <a:spLocks noChangeArrowheads="1"/>
              </p:cNvSpPr>
              <p:nvPr/>
            </p:nvSpPr>
            <p:spPr bwMode="auto">
              <a:xfrm>
                <a:off x="3981711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1" name="Rectangle 84"/>
              <p:cNvSpPr>
                <a:spLocks noChangeArrowheads="1"/>
              </p:cNvSpPr>
              <p:nvPr/>
            </p:nvSpPr>
            <p:spPr bwMode="auto">
              <a:xfrm>
                <a:off x="4060327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2" name="Freeform 85"/>
              <p:cNvSpPr>
                <a:spLocks noEditPoints="1"/>
              </p:cNvSpPr>
              <p:nvPr/>
            </p:nvSpPr>
            <p:spPr bwMode="auto">
              <a:xfrm>
                <a:off x="393240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462736" y="2116502"/>
              <a:ext cx="218527" cy="218527"/>
              <a:chOff x="4462736" y="2116502"/>
              <a:chExt cx="218527" cy="218527"/>
            </a:xfrm>
            <a:grpFill/>
          </p:grpSpPr>
          <p:sp>
            <p:nvSpPr>
              <p:cNvPr id="383" name="Freeform 86"/>
              <p:cNvSpPr/>
              <p:nvPr/>
            </p:nvSpPr>
            <p:spPr bwMode="auto">
              <a:xfrm>
                <a:off x="4524031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4" name="Freeform 87"/>
              <p:cNvSpPr/>
              <p:nvPr/>
            </p:nvSpPr>
            <p:spPr bwMode="auto">
              <a:xfrm>
                <a:off x="4506709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5" name="Oval 88"/>
              <p:cNvSpPr>
                <a:spLocks noChangeArrowheads="1"/>
              </p:cNvSpPr>
              <p:nvPr/>
            </p:nvSpPr>
            <p:spPr bwMode="auto">
              <a:xfrm>
                <a:off x="4602648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6" name="Oval 89"/>
              <p:cNvSpPr>
                <a:spLocks noChangeArrowheads="1"/>
              </p:cNvSpPr>
              <p:nvPr/>
            </p:nvSpPr>
            <p:spPr bwMode="auto">
              <a:xfrm>
                <a:off x="452403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7" name="Freeform 90"/>
              <p:cNvSpPr/>
              <p:nvPr/>
            </p:nvSpPr>
            <p:spPr bwMode="auto">
              <a:xfrm>
                <a:off x="4602648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8" name="Freeform 91"/>
              <p:cNvSpPr>
                <a:spLocks noEditPoints="1"/>
              </p:cNvSpPr>
              <p:nvPr/>
            </p:nvSpPr>
            <p:spPr bwMode="auto">
              <a:xfrm>
                <a:off x="446273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8337080" y="5632647"/>
              <a:ext cx="218527" cy="218527"/>
              <a:chOff x="4995729" y="2116502"/>
              <a:chExt cx="218527" cy="218527"/>
            </a:xfrm>
            <a:grpFill/>
          </p:grpSpPr>
          <p:sp>
            <p:nvSpPr>
              <p:cNvPr id="377" name="Rectangle 92"/>
              <p:cNvSpPr>
                <a:spLocks noChangeArrowheads="1"/>
              </p:cNvSpPr>
              <p:nvPr/>
            </p:nvSpPr>
            <p:spPr bwMode="auto">
              <a:xfrm>
                <a:off x="5066351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8" name="Oval 93"/>
              <p:cNvSpPr>
                <a:spLocks noChangeArrowheads="1"/>
              </p:cNvSpPr>
              <p:nvPr/>
            </p:nvSpPr>
            <p:spPr bwMode="auto">
              <a:xfrm>
                <a:off x="505702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9" name="Freeform 94"/>
              <p:cNvSpPr/>
              <p:nvPr/>
            </p:nvSpPr>
            <p:spPr bwMode="auto">
              <a:xfrm>
                <a:off x="5039702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0" name="Freeform 95"/>
              <p:cNvSpPr/>
              <p:nvPr/>
            </p:nvSpPr>
            <p:spPr bwMode="auto">
              <a:xfrm>
                <a:off x="513564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1" name="Freeform 96"/>
              <p:cNvSpPr>
                <a:spLocks noEditPoints="1"/>
              </p:cNvSpPr>
              <p:nvPr/>
            </p:nvSpPr>
            <p:spPr bwMode="auto">
              <a:xfrm>
                <a:off x="4995729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2" name="Oval 97"/>
              <p:cNvSpPr>
                <a:spLocks noChangeArrowheads="1"/>
              </p:cNvSpPr>
              <p:nvPr/>
            </p:nvSpPr>
            <p:spPr bwMode="auto">
              <a:xfrm>
                <a:off x="513564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528723" y="2116502"/>
              <a:ext cx="218527" cy="218527"/>
              <a:chOff x="5528723" y="2116502"/>
              <a:chExt cx="218527" cy="218527"/>
            </a:xfrm>
            <a:grpFill/>
          </p:grpSpPr>
          <p:sp>
            <p:nvSpPr>
              <p:cNvPr id="371" name="Oval 98"/>
              <p:cNvSpPr>
                <a:spLocks noChangeArrowheads="1"/>
              </p:cNvSpPr>
              <p:nvPr/>
            </p:nvSpPr>
            <p:spPr bwMode="auto">
              <a:xfrm>
                <a:off x="559001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2" name="Freeform 99"/>
              <p:cNvSpPr/>
              <p:nvPr/>
            </p:nvSpPr>
            <p:spPr bwMode="auto">
              <a:xfrm>
                <a:off x="5651311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3" name="Freeform 100"/>
              <p:cNvSpPr/>
              <p:nvPr/>
            </p:nvSpPr>
            <p:spPr bwMode="auto">
              <a:xfrm>
                <a:off x="5590017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4" name="Rectangle 101"/>
              <p:cNvSpPr>
                <a:spLocks noChangeArrowheads="1"/>
              </p:cNvSpPr>
              <p:nvPr/>
            </p:nvSpPr>
            <p:spPr bwMode="auto">
              <a:xfrm>
                <a:off x="5599345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5" name="Oval 102"/>
              <p:cNvSpPr>
                <a:spLocks noChangeArrowheads="1"/>
              </p:cNvSpPr>
              <p:nvPr/>
            </p:nvSpPr>
            <p:spPr bwMode="auto">
              <a:xfrm>
                <a:off x="566863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6" name="Freeform 103"/>
              <p:cNvSpPr>
                <a:spLocks noEditPoints="1"/>
              </p:cNvSpPr>
              <p:nvPr/>
            </p:nvSpPr>
            <p:spPr bwMode="auto">
              <a:xfrm>
                <a:off x="5528723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629923" y="3662071"/>
              <a:ext cx="218527" cy="218527"/>
              <a:chOff x="6061716" y="2116502"/>
              <a:chExt cx="218527" cy="218527"/>
            </a:xfrm>
            <a:grpFill/>
          </p:grpSpPr>
          <p:sp>
            <p:nvSpPr>
              <p:cNvPr id="365" name="Oval 104"/>
              <p:cNvSpPr>
                <a:spLocks noChangeArrowheads="1"/>
              </p:cNvSpPr>
              <p:nvPr/>
            </p:nvSpPr>
            <p:spPr bwMode="auto">
              <a:xfrm>
                <a:off x="6123010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6" name="Freeform 105"/>
              <p:cNvSpPr/>
              <p:nvPr/>
            </p:nvSpPr>
            <p:spPr bwMode="auto">
              <a:xfrm>
                <a:off x="6132338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7" name="Rectangle 106"/>
              <p:cNvSpPr>
                <a:spLocks noChangeArrowheads="1"/>
              </p:cNvSpPr>
              <p:nvPr/>
            </p:nvSpPr>
            <p:spPr bwMode="auto">
              <a:xfrm>
                <a:off x="6115015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8" name="Oval 107"/>
              <p:cNvSpPr>
                <a:spLocks noChangeArrowheads="1"/>
              </p:cNvSpPr>
              <p:nvPr/>
            </p:nvSpPr>
            <p:spPr bwMode="auto">
              <a:xfrm>
                <a:off x="620162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9" name="Freeform 108"/>
              <p:cNvSpPr>
                <a:spLocks noEditPoints="1"/>
              </p:cNvSpPr>
              <p:nvPr/>
            </p:nvSpPr>
            <p:spPr bwMode="auto">
              <a:xfrm>
                <a:off x="606171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0" name="Rectangle 109"/>
              <p:cNvSpPr>
                <a:spLocks noChangeArrowheads="1"/>
              </p:cNvSpPr>
              <p:nvPr/>
            </p:nvSpPr>
            <p:spPr bwMode="auto">
              <a:xfrm>
                <a:off x="6193632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6593377" y="2116502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361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2" name="Freeform 111"/>
              <p:cNvSpPr/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3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4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083487" y="3016974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355" name="Freeform 114"/>
              <p:cNvSpPr/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6" name="Freeform 115"/>
              <p:cNvSpPr/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7" name="Freeform 116"/>
              <p:cNvSpPr/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8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9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0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0076581" y="3680007"/>
              <a:ext cx="218527" cy="218527"/>
              <a:chOff x="7660695" y="2116502"/>
              <a:chExt cx="218527" cy="218527"/>
            </a:xfrm>
            <a:grpFill/>
          </p:grpSpPr>
          <p:sp>
            <p:nvSpPr>
              <p:cNvPr id="351" name="Oval 120"/>
              <p:cNvSpPr>
                <a:spLocks noChangeArrowheads="1"/>
              </p:cNvSpPr>
              <p:nvPr/>
            </p:nvSpPr>
            <p:spPr bwMode="auto">
              <a:xfrm>
                <a:off x="7800606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2" name="Oval 121"/>
              <p:cNvSpPr>
                <a:spLocks noChangeArrowheads="1"/>
              </p:cNvSpPr>
              <p:nvPr/>
            </p:nvSpPr>
            <p:spPr bwMode="auto">
              <a:xfrm>
                <a:off x="7721989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3" name="Freeform 122"/>
              <p:cNvSpPr/>
              <p:nvPr/>
            </p:nvSpPr>
            <p:spPr bwMode="auto">
              <a:xfrm>
                <a:off x="773131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4" name="Freeform 123"/>
              <p:cNvSpPr>
                <a:spLocks noEditPoints="1"/>
              </p:cNvSpPr>
              <p:nvPr/>
            </p:nvSpPr>
            <p:spPr bwMode="auto">
              <a:xfrm>
                <a:off x="7660695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264778" y="2649495"/>
              <a:ext cx="218527" cy="218527"/>
              <a:chOff x="1264778" y="2649495"/>
              <a:chExt cx="218527" cy="218527"/>
            </a:xfrm>
            <a:grpFill/>
          </p:grpSpPr>
          <p:sp>
            <p:nvSpPr>
              <p:cNvPr id="347" name="Freeform 124"/>
              <p:cNvSpPr/>
              <p:nvPr/>
            </p:nvSpPr>
            <p:spPr bwMode="auto">
              <a:xfrm>
                <a:off x="1334067" y="2789406"/>
                <a:ext cx="78617" cy="25317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8" name="Oval 125"/>
              <p:cNvSpPr>
                <a:spLocks noChangeArrowheads="1"/>
              </p:cNvSpPr>
              <p:nvPr/>
            </p:nvSpPr>
            <p:spPr bwMode="auto">
              <a:xfrm>
                <a:off x="1326072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9" name="Oval 126"/>
              <p:cNvSpPr>
                <a:spLocks noChangeArrowheads="1"/>
              </p:cNvSpPr>
              <p:nvPr/>
            </p:nvSpPr>
            <p:spPr bwMode="auto">
              <a:xfrm>
                <a:off x="1404689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0" name="Freeform 127"/>
              <p:cNvSpPr>
                <a:spLocks noEditPoints="1"/>
              </p:cNvSpPr>
              <p:nvPr/>
            </p:nvSpPr>
            <p:spPr bwMode="auto">
              <a:xfrm>
                <a:off x="1264778" y="2649495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3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3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6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6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9048348" y="1118811"/>
              <a:ext cx="218527" cy="219859"/>
              <a:chOff x="1797771" y="2650828"/>
              <a:chExt cx="218527" cy="219859"/>
            </a:xfrm>
            <a:grpFill/>
          </p:grpSpPr>
          <p:sp>
            <p:nvSpPr>
              <p:cNvPr id="341" name="Freeform 128"/>
              <p:cNvSpPr/>
              <p:nvPr/>
            </p:nvSpPr>
            <p:spPr bwMode="auto">
              <a:xfrm>
                <a:off x="1867060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2" name="Freeform 129"/>
              <p:cNvSpPr>
                <a:spLocks noEditPoints="1"/>
              </p:cNvSpPr>
              <p:nvPr/>
            </p:nvSpPr>
            <p:spPr bwMode="auto">
              <a:xfrm>
                <a:off x="1797771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3" name="Rectangle 130"/>
              <p:cNvSpPr>
                <a:spLocks noChangeArrowheads="1"/>
              </p:cNvSpPr>
              <p:nvPr/>
            </p:nvSpPr>
            <p:spPr bwMode="auto">
              <a:xfrm>
                <a:off x="1849738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4" name="Oval 131"/>
              <p:cNvSpPr>
                <a:spLocks noChangeArrowheads="1"/>
              </p:cNvSpPr>
              <p:nvPr/>
            </p:nvSpPr>
            <p:spPr bwMode="auto">
              <a:xfrm>
                <a:off x="185906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5" name="Oval 132"/>
              <p:cNvSpPr>
                <a:spLocks noChangeArrowheads="1"/>
              </p:cNvSpPr>
              <p:nvPr/>
            </p:nvSpPr>
            <p:spPr bwMode="auto">
              <a:xfrm>
                <a:off x="1937682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6" name="Rectangle 133"/>
              <p:cNvSpPr>
                <a:spLocks noChangeArrowheads="1"/>
              </p:cNvSpPr>
              <p:nvPr/>
            </p:nvSpPr>
            <p:spPr bwMode="auto">
              <a:xfrm>
                <a:off x="1928354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783421" y="5204209"/>
              <a:ext cx="218527" cy="219859"/>
              <a:chOff x="2330764" y="2650828"/>
              <a:chExt cx="218527" cy="219859"/>
            </a:xfrm>
            <a:grpFill/>
          </p:grpSpPr>
          <p:sp>
            <p:nvSpPr>
              <p:cNvPr id="335" name="Freeform 134"/>
              <p:cNvSpPr/>
              <p:nvPr/>
            </p:nvSpPr>
            <p:spPr bwMode="auto">
              <a:xfrm>
                <a:off x="2374736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6" name="Oval 135"/>
              <p:cNvSpPr>
                <a:spLocks noChangeArrowheads="1"/>
              </p:cNvSpPr>
              <p:nvPr/>
            </p:nvSpPr>
            <p:spPr bwMode="auto">
              <a:xfrm>
                <a:off x="239205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7" name="Freeform 136"/>
              <p:cNvSpPr/>
              <p:nvPr/>
            </p:nvSpPr>
            <p:spPr bwMode="auto">
              <a:xfrm>
                <a:off x="2400053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8" name="Freeform 137"/>
              <p:cNvSpPr>
                <a:spLocks noEditPoints="1"/>
              </p:cNvSpPr>
              <p:nvPr/>
            </p:nvSpPr>
            <p:spPr bwMode="auto">
              <a:xfrm>
                <a:off x="2330764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9" name="Oval 138"/>
              <p:cNvSpPr>
                <a:spLocks noChangeArrowheads="1"/>
              </p:cNvSpPr>
              <p:nvPr/>
            </p:nvSpPr>
            <p:spPr bwMode="auto">
              <a:xfrm>
                <a:off x="247067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0" name="Freeform 139"/>
              <p:cNvSpPr/>
              <p:nvPr/>
            </p:nvSpPr>
            <p:spPr bwMode="auto">
              <a:xfrm>
                <a:off x="2470675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4401443" y="5888928"/>
              <a:ext cx="218527" cy="219859"/>
              <a:chOff x="2863757" y="2650828"/>
              <a:chExt cx="218527" cy="219859"/>
            </a:xfrm>
            <a:grpFill/>
          </p:grpSpPr>
          <p:sp>
            <p:nvSpPr>
              <p:cNvPr id="329" name="Oval 140"/>
              <p:cNvSpPr>
                <a:spLocks noChangeArrowheads="1"/>
              </p:cNvSpPr>
              <p:nvPr/>
            </p:nvSpPr>
            <p:spPr bwMode="auto">
              <a:xfrm>
                <a:off x="292505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0" name="Freeform 141"/>
              <p:cNvSpPr/>
              <p:nvPr/>
            </p:nvSpPr>
            <p:spPr bwMode="auto">
              <a:xfrm>
                <a:off x="2907730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1" name="Freeform 142"/>
              <p:cNvSpPr/>
              <p:nvPr/>
            </p:nvSpPr>
            <p:spPr bwMode="auto">
              <a:xfrm>
                <a:off x="2933046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2" name="Freeform 143"/>
              <p:cNvSpPr>
                <a:spLocks noEditPoints="1"/>
              </p:cNvSpPr>
              <p:nvPr/>
            </p:nvSpPr>
            <p:spPr bwMode="auto">
              <a:xfrm>
                <a:off x="2863757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3" name="Oval 144"/>
              <p:cNvSpPr>
                <a:spLocks noChangeArrowheads="1"/>
              </p:cNvSpPr>
              <p:nvPr/>
            </p:nvSpPr>
            <p:spPr bwMode="auto">
              <a:xfrm>
                <a:off x="300366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4" name="Freeform 145"/>
              <p:cNvSpPr/>
              <p:nvPr/>
            </p:nvSpPr>
            <p:spPr bwMode="auto">
              <a:xfrm>
                <a:off x="3003668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9869" y="2107404"/>
              <a:ext cx="722470" cy="726874"/>
              <a:chOff x="3396750" y="2650828"/>
              <a:chExt cx="218527" cy="219859"/>
            </a:xfrm>
            <a:grpFill/>
          </p:grpSpPr>
          <p:sp>
            <p:nvSpPr>
              <p:cNvPr id="325" name="Oval 146"/>
              <p:cNvSpPr>
                <a:spLocks noChangeArrowheads="1"/>
              </p:cNvSpPr>
              <p:nvPr/>
            </p:nvSpPr>
            <p:spPr bwMode="auto">
              <a:xfrm>
                <a:off x="345804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6" name="Freeform 147"/>
              <p:cNvSpPr>
                <a:spLocks noEditPoints="1"/>
              </p:cNvSpPr>
              <p:nvPr/>
            </p:nvSpPr>
            <p:spPr bwMode="auto">
              <a:xfrm>
                <a:off x="3458044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7" name="Oval 148"/>
              <p:cNvSpPr>
                <a:spLocks noChangeArrowheads="1"/>
              </p:cNvSpPr>
              <p:nvPr/>
            </p:nvSpPr>
            <p:spPr bwMode="auto">
              <a:xfrm>
                <a:off x="353666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8" name="Freeform 149"/>
              <p:cNvSpPr>
                <a:spLocks noEditPoints="1"/>
              </p:cNvSpPr>
              <p:nvPr/>
            </p:nvSpPr>
            <p:spPr bwMode="auto">
              <a:xfrm>
                <a:off x="3396750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0279919" y="5722368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321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2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3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4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4977992" y="2656823"/>
              <a:ext cx="218527" cy="219859"/>
              <a:chOff x="4462736" y="2650828"/>
              <a:chExt cx="218527" cy="219859"/>
            </a:xfrm>
            <a:grpFill/>
          </p:grpSpPr>
          <p:sp>
            <p:nvSpPr>
              <p:cNvPr id="317" name="Oval 154"/>
              <p:cNvSpPr>
                <a:spLocks noChangeArrowheads="1"/>
              </p:cNvSpPr>
              <p:nvPr/>
            </p:nvSpPr>
            <p:spPr bwMode="auto">
              <a:xfrm>
                <a:off x="4602648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8" name="Oval 155"/>
              <p:cNvSpPr>
                <a:spLocks noChangeArrowheads="1"/>
              </p:cNvSpPr>
              <p:nvPr/>
            </p:nvSpPr>
            <p:spPr bwMode="auto">
              <a:xfrm>
                <a:off x="452403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9" name="Freeform 156"/>
              <p:cNvSpPr/>
              <p:nvPr/>
            </p:nvSpPr>
            <p:spPr bwMode="auto">
              <a:xfrm>
                <a:off x="4524031" y="2786741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0" name="Freeform 157"/>
              <p:cNvSpPr>
                <a:spLocks noEditPoints="1"/>
              </p:cNvSpPr>
              <p:nvPr/>
            </p:nvSpPr>
            <p:spPr bwMode="auto">
              <a:xfrm>
                <a:off x="446273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6182520" y="5292152"/>
              <a:ext cx="218527" cy="219859"/>
              <a:chOff x="4995729" y="2650828"/>
              <a:chExt cx="218527" cy="219859"/>
            </a:xfrm>
            <a:grpFill/>
          </p:grpSpPr>
          <p:sp>
            <p:nvSpPr>
              <p:cNvPr id="311" name="Rectangle 158"/>
              <p:cNvSpPr>
                <a:spLocks noChangeArrowheads="1"/>
              </p:cNvSpPr>
              <p:nvPr/>
            </p:nvSpPr>
            <p:spPr bwMode="auto">
              <a:xfrm>
                <a:off x="5047697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2" name="Oval 159"/>
              <p:cNvSpPr>
                <a:spLocks noChangeArrowheads="1"/>
              </p:cNvSpPr>
              <p:nvPr/>
            </p:nvSpPr>
            <p:spPr bwMode="auto">
              <a:xfrm>
                <a:off x="505702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3" name="Rectangle 160"/>
              <p:cNvSpPr>
                <a:spLocks noChangeArrowheads="1"/>
              </p:cNvSpPr>
              <p:nvPr/>
            </p:nvSpPr>
            <p:spPr bwMode="auto">
              <a:xfrm>
                <a:off x="5126313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4" name="Oval 161"/>
              <p:cNvSpPr>
                <a:spLocks noChangeArrowheads="1"/>
              </p:cNvSpPr>
              <p:nvPr/>
            </p:nvSpPr>
            <p:spPr bwMode="auto">
              <a:xfrm>
                <a:off x="513564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5" name="Freeform 162"/>
              <p:cNvSpPr>
                <a:spLocks noEditPoints="1"/>
              </p:cNvSpPr>
              <p:nvPr/>
            </p:nvSpPr>
            <p:spPr bwMode="auto">
              <a:xfrm>
                <a:off x="499572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6" name="Freeform 163"/>
              <p:cNvSpPr>
                <a:spLocks noEditPoints="1"/>
              </p:cNvSpPr>
              <p:nvPr/>
            </p:nvSpPr>
            <p:spPr bwMode="auto">
              <a:xfrm>
                <a:off x="5047697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7532778" y="6479095"/>
              <a:ext cx="218527" cy="219859"/>
              <a:chOff x="5528723" y="2650828"/>
              <a:chExt cx="218527" cy="219859"/>
            </a:xfrm>
            <a:grpFill/>
          </p:grpSpPr>
          <p:sp>
            <p:nvSpPr>
              <p:cNvPr id="305" name="Freeform 164"/>
              <p:cNvSpPr/>
              <p:nvPr/>
            </p:nvSpPr>
            <p:spPr bwMode="auto">
              <a:xfrm>
                <a:off x="5590017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6" name="Oval 165"/>
              <p:cNvSpPr>
                <a:spLocks noChangeArrowheads="1"/>
              </p:cNvSpPr>
              <p:nvPr/>
            </p:nvSpPr>
            <p:spPr bwMode="auto">
              <a:xfrm>
                <a:off x="559001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7" name="Freeform 166"/>
              <p:cNvSpPr/>
              <p:nvPr/>
            </p:nvSpPr>
            <p:spPr bwMode="auto">
              <a:xfrm>
                <a:off x="5651311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8" name="Oval 167"/>
              <p:cNvSpPr>
                <a:spLocks noChangeArrowheads="1"/>
              </p:cNvSpPr>
              <p:nvPr/>
            </p:nvSpPr>
            <p:spPr bwMode="auto">
              <a:xfrm>
                <a:off x="566863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9" name="Freeform 168"/>
              <p:cNvSpPr>
                <a:spLocks noEditPoints="1"/>
              </p:cNvSpPr>
              <p:nvPr/>
            </p:nvSpPr>
            <p:spPr bwMode="auto">
              <a:xfrm>
                <a:off x="5580690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0" name="Freeform 169"/>
              <p:cNvSpPr>
                <a:spLocks noEditPoints="1"/>
              </p:cNvSpPr>
              <p:nvPr/>
            </p:nvSpPr>
            <p:spPr bwMode="auto">
              <a:xfrm>
                <a:off x="552872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10266595" y="2929031"/>
              <a:ext cx="218527" cy="219859"/>
              <a:chOff x="6061716" y="2650828"/>
              <a:chExt cx="218527" cy="219859"/>
            </a:xfrm>
            <a:grpFill/>
          </p:grpSpPr>
          <p:sp>
            <p:nvSpPr>
              <p:cNvPr id="299" name="Oval 170"/>
              <p:cNvSpPr>
                <a:spLocks noChangeArrowheads="1"/>
              </p:cNvSpPr>
              <p:nvPr/>
            </p:nvSpPr>
            <p:spPr bwMode="auto">
              <a:xfrm>
                <a:off x="612301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0" name="Rectangle 171"/>
              <p:cNvSpPr>
                <a:spLocks noChangeArrowheads="1"/>
              </p:cNvSpPr>
              <p:nvPr/>
            </p:nvSpPr>
            <p:spPr bwMode="auto">
              <a:xfrm>
                <a:off x="6115015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1" name="Freeform 172"/>
              <p:cNvSpPr>
                <a:spLocks noEditPoints="1"/>
              </p:cNvSpPr>
              <p:nvPr/>
            </p:nvSpPr>
            <p:spPr bwMode="auto">
              <a:xfrm>
                <a:off x="6149659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2" name="Freeform 173"/>
              <p:cNvSpPr>
                <a:spLocks noEditPoints="1"/>
              </p:cNvSpPr>
              <p:nvPr/>
            </p:nvSpPr>
            <p:spPr bwMode="auto">
              <a:xfrm>
                <a:off x="606171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3" name="Oval 174"/>
              <p:cNvSpPr>
                <a:spLocks noChangeArrowheads="1"/>
              </p:cNvSpPr>
              <p:nvPr/>
            </p:nvSpPr>
            <p:spPr bwMode="auto">
              <a:xfrm>
                <a:off x="620162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4" name="Rectangle 175"/>
              <p:cNvSpPr>
                <a:spLocks noChangeArrowheads="1"/>
              </p:cNvSpPr>
              <p:nvPr/>
            </p:nvSpPr>
            <p:spPr bwMode="auto">
              <a:xfrm>
                <a:off x="6193632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11319916" y="5170755"/>
              <a:ext cx="218527" cy="219859"/>
              <a:chOff x="6594709" y="2650828"/>
              <a:chExt cx="218527" cy="219859"/>
            </a:xfrm>
            <a:grpFill/>
          </p:grpSpPr>
          <p:sp>
            <p:nvSpPr>
              <p:cNvPr id="293" name="Oval 176"/>
              <p:cNvSpPr>
                <a:spLocks noChangeArrowheads="1"/>
              </p:cNvSpPr>
              <p:nvPr/>
            </p:nvSpPr>
            <p:spPr bwMode="auto">
              <a:xfrm>
                <a:off x="665600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4" name="Freeform 177"/>
              <p:cNvSpPr/>
              <p:nvPr/>
            </p:nvSpPr>
            <p:spPr bwMode="auto">
              <a:xfrm>
                <a:off x="6638681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5" name="Freeform 178"/>
              <p:cNvSpPr>
                <a:spLocks noEditPoints="1"/>
              </p:cNvSpPr>
              <p:nvPr/>
            </p:nvSpPr>
            <p:spPr bwMode="auto">
              <a:xfrm>
                <a:off x="6682653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6" name="Freeform 179"/>
              <p:cNvSpPr>
                <a:spLocks noEditPoints="1"/>
              </p:cNvSpPr>
              <p:nvPr/>
            </p:nvSpPr>
            <p:spPr bwMode="auto">
              <a:xfrm>
                <a:off x="659470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7" name="Freeform 180"/>
              <p:cNvSpPr/>
              <p:nvPr/>
            </p:nvSpPr>
            <p:spPr bwMode="auto">
              <a:xfrm>
                <a:off x="6734620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8" name="Oval 181"/>
              <p:cNvSpPr>
                <a:spLocks noChangeArrowheads="1"/>
              </p:cNvSpPr>
              <p:nvPr/>
            </p:nvSpPr>
            <p:spPr bwMode="auto">
              <a:xfrm>
                <a:off x="673462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732975" y="5851174"/>
              <a:ext cx="218527" cy="219859"/>
              <a:chOff x="7127702" y="2650828"/>
              <a:chExt cx="218527" cy="219859"/>
            </a:xfrm>
            <a:grpFill/>
          </p:grpSpPr>
          <p:sp>
            <p:nvSpPr>
              <p:cNvPr id="287" name="Oval 182"/>
              <p:cNvSpPr>
                <a:spLocks noChangeArrowheads="1"/>
              </p:cNvSpPr>
              <p:nvPr/>
            </p:nvSpPr>
            <p:spPr bwMode="auto">
              <a:xfrm>
                <a:off x="7188996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8" name="Freeform 183"/>
              <p:cNvSpPr/>
              <p:nvPr/>
            </p:nvSpPr>
            <p:spPr bwMode="auto">
              <a:xfrm>
                <a:off x="7250290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9" name="Freeform 184"/>
              <p:cNvSpPr/>
              <p:nvPr/>
            </p:nvSpPr>
            <p:spPr bwMode="auto">
              <a:xfrm>
                <a:off x="7188996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0" name="Oval 185"/>
              <p:cNvSpPr>
                <a:spLocks noChangeArrowheads="1"/>
              </p:cNvSpPr>
              <p:nvPr/>
            </p:nvSpPr>
            <p:spPr bwMode="auto">
              <a:xfrm>
                <a:off x="726761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1" name="Freeform 186"/>
              <p:cNvSpPr>
                <a:spLocks noEditPoints="1"/>
              </p:cNvSpPr>
              <p:nvPr/>
            </p:nvSpPr>
            <p:spPr bwMode="auto">
              <a:xfrm>
                <a:off x="7127702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2" name="Freeform 187"/>
              <p:cNvSpPr>
                <a:spLocks noEditPoints="1"/>
              </p:cNvSpPr>
              <p:nvPr/>
            </p:nvSpPr>
            <p:spPr bwMode="auto">
              <a:xfrm>
                <a:off x="7215646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7660695" y="2650828"/>
              <a:ext cx="218527" cy="219859"/>
              <a:chOff x="7660695" y="2650828"/>
              <a:chExt cx="218527" cy="219859"/>
            </a:xfrm>
            <a:grpFill/>
          </p:grpSpPr>
          <p:sp>
            <p:nvSpPr>
              <p:cNvPr id="283" name="Freeform 188"/>
              <p:cNvSpPr/>
              <p:nvPr/>
            </p:nvSpPr>
            <p:spPr bwMode="auto">
              <a:xfrm>
                <a:off x="7731317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4" name="Freeform 189"/>
              <p:cNvSpPr/>
              <p:nvPr/>
            </p:nvSpPr>
            <p:spPr bwMode="auto">
              <a:xfrm>
                <a:off x="7720657" y="2712122"/>
                <a:ext cx="30648" cy="47969"/>
              </a:xfrm>
              <a:custGeom>
                <a:avLst/>
                <a:gdLst>
                  <a:gd name="T0" fmla="*/ 5 w 23"/>
                  <a:gd name="T1" fmla="*/ 0 h 36"/>
                  <a:gd name="T2" fmla="*/ 0 w 23"/>
                  <a:gd name="T3" fmla="*/ 3 h 36"/>
                  <a:gd name="T4" fmla="*/ 13 w 23"/>
                  <a:gd name="T5" fmla="*/ 18 h 36"/>
                  <a:gd name="T6" fmla="*/ 0 w 23"/>
                  <a:gd name="T7" fmla="*/ 31 h 36"/>
                  <a:gd name="T8" fmla="*/ 5 w 23"/>
                  <a:gd name="T9" fmla="*/ 36 h 36"/>
                  <a:gd name="T10" fmla="*/ 23 w 23"/>
                  <a:gd name="T11" fmla="*/ 18 h 36"/>
                  <a:gd name="T12" fmla="*/ 5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5" y="0"/>
                    </a:moveTo>
                    <a:lnTo>
                      <a:pt x="0" y="3"/>
                    </a:lnTo>
                    <a:lnTo>
                      <a:pt x="13" y="18"/>
                    </a:lnTo>
                    <a:lnTo>
                      <a:pt x="0" y="31"/>
                    </a:lnTo>
                    <a:lnTo>
                      <a:pt x="5" y="36"/>
                    </a:lnTo>
                    <a:lnTo>
                      <a:pt x="23" y="18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5" name="Freeform 190"/>
              <p:cNvSpPr>
                <a:spLocks noEditPoints="1"/>
              </p:cNvSpPr>
              <p:nvPr/>
            </p:nvSpPr>
            <p:spPr bwMode="auto">
              <a:xfrm>
                <a:off x="7660695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6" name="Freeform 191"/>
              <p:cNvSpPr/>
              <p:nvPr/>
            </p:nvSpPr>
            <p:spPr bwMode="auto">
              <a:xfrm>
                <a:off x="7789946" y="2712122"/>
                <a:ext cx="30648" cy="47969"/>
              </a:xfrm>
              <a:custGeom>
                <a:avLst/>
                <a:gdLst>
                  <a:gd name="T0" fmla="*/ 18 w 23"/>
                  <a:gd name="T1" fmla="*/ 0 h 36"/>
                  <a:gd name="T2" fmla="*/ 0 w 23"/>
                  <a:gd name="T3" fmla="*/ 18 h 36"/>
                  <a:gd name="T4" fmla="*/ 18 w 23"/>
                  <a:gd name="T5" fmla="*/ 36 h 36"/>
                  <a:gd name="T6" fmla="*/ 23 w 23"/>
                  <a:gd name="T7" fmla="*/ 31 h 36"/>
                  <a:gd name="T8" fmla="*/ 10 w 23"/>
                  <a:gd name="T9" fmla="*/ 18 h 36"/>
                  <a:gd name="T10" fmla="*/ 23 w 23"/>
                  <a:gd name="T11" fmla="*/ 3 h 36"/>
                  <a:gd name="T12" fmla="*/ 18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lnTo>
                      <a:pt x="0" y="18"/>
                    </a:lnTo>
                    <a:lnTo>
                      <a:pt x="18" y="36"/>
                    </a:lnTo>
                    <a:lnTo>
                      <a:pt x="23" y="31"/>
                    </a:lnTo>
                    <a:lnTo>
                      <a:pt x="10" y="18"/>
                    </a:lnTo>
                    <a:lnTo>
                      <a:pt x="23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358163" y="3536727"/>
              <a:ext cx="218527" cy="219859"/>
              <a:chOff x="1264778" y="3185154"/>
              <a:chExt cx="218527" cy="219859"/>
            </a:xfrm>
            <a:grpFill/>
          </p:grpSpPr>
          <p:sp>
            <p:nvSpPr>
              <p:cNvPr id="279" name="Freeform 192"/>
              <p:cNvSpPr/>
              <p:nvPr/>
            </p:nvSpPr>
            <p:spPr bwMode="auto">
              <a:xfrm>
                <a:off x="1326072" y="3326397"/>
                <a:ext cx="95939" cy="25317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0" name="Freeform 193"/>
              <p:cNvSpPr/>
              <p:nvPr/>
            </p:nvSpPr>
            <p:spPr bwMode="auto">
              <a:xfrm>
                <a:off x="1323407" y="3246448"/>
                <a:ext cx="30648" cy="49301"/>
              </a:xfrm>
              <a:custGeom>
                <a:avLst/>
                <a:gdLst>
                  <a:gd name="T0" fmla="*/ 5 w 23"/>
                  <a:gd name="T1" fmla="*/ 37 h 37"/>
                  <a:gd name="T2" fmla="*/ 23 w 23"/>
                  <a:gd name="T3" fmla="*/ 18 h 37"/>
                  <a:gd name="T4" fmla="*/ 5 w 23"/>
                  <a:gd name="T5" fmla="*/ 0 h 37"/>
                  <a:gd name="T6" fmla="*/ 0 w 23"/>
                  <a:gd name="T7" fmla="*/ 4 h 37"/>
                  <a:gd name="T8" fmla="*/ 13 w 23"/>
                  <a:gd name="T9" fmla="*/ 18 h 37"/>
                  <a:gd name="T10" fmla="*/ 0 w 23"/>
                  <a:gd name="T11" fmla="*/ 32 h 37"/>
                  <a:gd name="T12" fmla="*/ 5 w 23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5" y="37"/>
                    </a:moveTo>
                    <a:lnTo>
                      <a:pt x="23" y="18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13" y="18"/>
                    </a:lnTo>
                    <a:lnTo>
                      <a:pt x="0" y="32"/>
                    </a:lnTo>
                    <a:lnTo>
                      <a:pt x="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1" name="Freeform 194"/>
              <p:cNvSpPr/>
              <p:nvPr/>
            </p:nvSpPr>
            <p:spPr bwMode="auto">
              <a:xfrm>
                <a:off x="1392696" y="3246448"/>
                <a:ext cx="30648" cy="49301"/>
              </a:xfrm>
              <a:custGeom>
                <a:avLst/>
                <a:gdLst>
                  <a:gd name="T0" fmla="*/ 18 w 23"/>
                  <a:gd name="T1" fmla="*/ 0 h 37"/>
                  <a:gd name="T2" fmla="*/ 0 w 23"/>
                  <a:gd name="T3" fmla="*/ 18 h 37"/>
                  <a:gd name="T4" fmla="*/ 18 w 23"/>
                  <a:gd name="T5" fmla="*/ 37 h 37"/>
                  <a:gd name="T6" fmla="*/ 23 w 23"/>
                  <a:gd name="T7" fmla="*/ 32 h 37"/>
                  <a:gd name="T8" fmla="*/ 10 w 23"/>
                  <a:gd name="T9" fmla="*/ 18 h 37"/>
                  <a:gd name="T10" fmla="*/ 23 w 23"/>
                  <a:gd name="T11" fmla="*/ 4 h 37"/>
                  <a:gd name="T12" fmla="*/ 18 w 23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18" y="0"/>
                    </a:moveTo>
                    <a:lnTo>
                      <a:pt x="0" y="18"/>
                    </a:lnTo>
                    <a:lnTo>
                      <a:pt x="18" y="37"/>
                    </a:lnTo>
                    <a:lnTo>
                      <a:pt x="23" y="32"/>
                    </a:lnTo>
                    <a:lnTo>
                      <a:pt x="10" y="18"/>
                    </a:lnTo>
                    <a:lnTo>
                      <a:pt x="23" y="4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2" name="Freeform 195"/>
              <p:cNvSpPr>
                <a:spLocks noEditPoints="1"/>
              </p:cNvSpPr>
              <p:nvPr/>
            </p:nvSpPr>
            <p:spPr bwMode="auto">
              <a:xfrm>
                <a:off x="1264778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069162" y="5726412"/>
              <a:ext cx="511528" cy="514646"/>
              <a:chOff x="1797771" y="3185154"/>
              <a:chExt cx="218527" cy="219859"/>
            </a:xfrm>
            <a:grpFill/>
          </p:grpSpPr>
          <p:sp>
            <p:nvSpPr>
              <p:cNvPr id="273" name="Freeform 196"/>
              <p:cNvSpPr/>
              <p:nvPr/>
            </p:nvSpPr>
            <p:spPr bwMode="auto">
              <a:xfrm>
                <a:off x="1859065" y="3321067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4" name="Oval 197"/>
              <p:cNvSpPr>
                <a:spLocks noChangeArrowheads="1"/>
              </p:cNvSpPr>
              <p:nvPr/>
            </p:nvSpPr>
            <p:spPr bwMode="auto">
              <a:xfrm>
                <a:off x="1859065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5" name="Rectangle 198"/>
              <p:cNvSpPr>
                <a:spLocks noChangeArrowheads="1"/>
              </p:cNvSpPr>
              <p:nvPr/>
            </p:nvSpPr>
            <p:spPr bwMode="auto">
              <a:xfrm>
                <a:off x="1849738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6" name="Oval 199"/>
              <p:cNvSpPr>
                <a:spLocks noChangeArrowheads="1"/>
              </p:cNvSpPr>
              <p:nvPr/>
            </p:nvSpPr>
            <p:spPr bwMode="auto">
              <a:xfrm>
                <a:off x="1937682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7" name="Freeform 200"/>
              <p:cNvSpPr>
                <a:spLocks noEditPoints="1"/>
              </p:cNvSpPr>
              <p:nvPr/>
            </p:nvSpPr>
            <p:spPr bwMode="auto">
              <a:xfrm>
                <a:off x="1797771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8" name="Rectangle 201"/>
              <p:cNvSpPr>
                <a:spLocks noChangeArrowheads="1"/>
              </p:cNvSpPr>
              <p:nvPr/>
            </p:nvSpPr>
            <p:spPr bwMode="auto">
              <a:xfrm>
                <a:off x="1928354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261117" y="5120236"/>
              <a:ext cx="218527" cy="219859"/>
              <a:chOff x="2330764" y="3185154"/>
              <a:chExt cx="218527" cy="219859"/>
            </a:xfrm>
            <a:grpFill/>
          </p:grpSpPr>
          <p:sp>
            <p:nvSpPr>
              <p:cNvPr id="269" name="Freeform 202"/>
              <p:cNvSpPr/>
              <p:nvPr/>
            </p:nvSpPr>
            <p:spPr bwMode="auto">
              <a:xfrm>
                <a:off x="2400053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0" name="Rectangle 203"/>
              <p:cNvSpPr>
                <a:spLocks noChangeArrowheads="1"/>
              </p:cNvSpPr>
              <p:nvPr/>
            </p:nvSpPr>
            <p:spPr bwMode="auto">
              <a:xfrm>
                <a:off x="2382731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1" name="Freeform 204"/>
              <p:cNvSpPr>
                <a:spLocks noEditPoints="1"/>
              </p:cNvSpPr>
              <p:nvPr/>
            </p:nvSpPr>
            <p:spPr bwMode="auto">
              <a:xfrm>
                <a:off x="2330764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2" name="Rectangle 206"/>
              <p:cNvSpPr>
                <a:spLocks noChangeArrowheads="1"/>
              </p:cNvSpPr>
              <p:nvPr/>
            </p:nvSpPr>
            <p:spPr bwMode="auto">
              <a:xfrm>
                <a:off x="2461347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167507" y="4474516"/>
              <a:ext cx="218527" cy="219859"/>
              <a:chOff x="2863757" y="3185154"/>
              <a:chExt cx="218527" cy="219859"/>
            </a:xfrm>
            <a:grpFill/>
          </p:grpSpPr>
          <p:sp>
            <p:nvSpPr>
              <p:cNvPr id="265" name="Freeform 207"/>
              <p:cNvSpPr/>
              <p:nvPr/>
            </p:nvSpPr>
            <p:spPr bwMode="auto">
              <a:xfrm>
                <a:off x="2905065" y="3246448"/>
                <a:ext cx="47969" cy="30647"/>
              </a:xfrm>
              <a:custGeom>
                <a:avLst/>
                <a:gdLst>
                  <a:gd name="T0" fmla="*/ 18 w 36"/>
                  <a:gd name="T1" fmla="*/ 10 h 23"/>
                  <a:gd name="T2" fmla="*/ 31 w 36"/>
                  <a:gd name="T3" fmla="*/ 23 h 23"/>
                  <a:gd name="T4" fmla="*/ 36 w 36"/>
                  <a:gd name="T5" fmla="*/ 18 h 23"/>
                  <a:gd name="T6" fmla="*/ 18 w 36"/>
                  <a:gd name="T7" fmla="*/ 0 h 23"/>
                  <a:gd name="T8" fmla="*/ 0 w 36"/>
                  <a:gd name="T9" fmla="*/ 18 h 23"/>
                  <a:gd name="T10" fmla="*/ 5 w 36"/>
                  <a:gd name="T11" fmla="*/ 23 h 23"/>
                  <a:gd name="T12" fmla="*/ 18 w 36"/>
                  <a:gd name="T13" fmla="*/ 1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18" y="10"/>
                    </a:move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6" name="Freeform 208"/>
              <p:cNvSpPr>
                <a:spLocks noEditPoints="1"/>
              </p:cNvSpPr>
              <p:nvPr/>
            </p:nvSpPr>
            <p:spPr bwMode="auto">
              <a:xfrm>
                <a:off x="2907730" y="3317069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7" name="Freeform 209"/>
              <p:cNvSpPr/>
              <p:nvPr/>
            </p:nvSpPr>
            <p:spPr bwMode="auto">
              <a:xfrm>
                <a:off x="2993008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8" name="Freeform 210"/>
              <p:cNvSpPr>
                <a:spLocks noEditPoints="1"/>
              </p:cNvSpPr>
              <p:nvPr/>
            </p:nvSpPr>
            <p:spPr bwMode="auto">
              <a:xfrm>
                <a:off x="2863757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3396750" y="3185154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261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2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3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4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3730738" y="4288200"/>
              <a:ext cx="218527" cy="219859"/>
              <a:chOff x="3929743" y="3185154"/>
              <a:chExt cx="218527" cy="219859"/>
            </a:xfrm>
            <a:grpFill/>
          </p:grpSpPr>
          <p:sp>
            <p:nvSpPr>
              <p:cNvPr id="257" name="Freeform 215"/>
              <p:cNvSpPr/>
              <p:nvPr/>
            </p:nvSpPr>
            <p:spPr bwMode="auto">
              <a:xfrm>
                <a:off x="3981711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8" name="Freeform 216"/>
              <p:cNvSpPr>
                <a:spLocks noEditPoints="1"/>
              </p:cNvSpPr>
              <p:nvPr/>
            </p:nvSpPr>
            <p:spPr bwMode="auto">
              <a:xfrm>
                <a:off x="4017687" y="3317069"/>
                <a:ext cx="42639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9" name="Freeform 217"/>
              <p:cNvSpPr>
                <a:spLocks noEditPoints="1"/>
              </p:cNvSpPr>
              <p:nvPr/>
            </p:nvSpPr>
            <p:spPr bwMode="auto">
              <a:xfrm>
                <a:off x="392974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0" name="Freeform 218"/>
              <p:cNvSpPr/>
              <p:nvPr/>
            </p:nvSpPr>
            <p:spPr bwMode="auto">
              <a:xfrm>
                <a:off x="4060327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4462736" y="3185154"/>
              <a:ext cx="218527" cy="219859"/>
              <a:chOff x="4462736" y="3185154"/>
              <a:chExt cx="218527" cy="219859"/>
            </a:xfrm>
            <a:grpFill/>
          </p:grpSpPr>
          <p:sp>
            <p:nvSpPr>
              <p:cNvPr id="253" name="Freeform 219"/>
              <p:cNvSpPr>
                <a:spLocks noEditPoints="1"/>
              </p:cNvSpPr>
              <p:nvPr/>
            </p:nvSpPr>
            <p:spPr bwMode="auto">
              <a:xfrm>
                <a:off x="4532026" y="3317069"/>
                <a:ext cx="79949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4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4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4" name="Freeform 220"/>
              <p:cNvSpPr/>
              <p:nvPr/>
            </p:nvSpPr>
            <p:spPr bwMode="auto">
              <a:xfrm>
                <a:off x="4514704" y="3246448"/>
                <a:ext cx="35977" cy="26650"/>
              </a:xfrm>
              <a:custGeom>
                <a:avLst/>
                <a:gdLst>
                  <a:gd name="T0" fmla="*/ 23 w 27"/>
                  <a:gd name="T1" fmla="*/ 20 h 20"/>
                  <a:gd name="T2" fmla="*/ 27 w 27"/>
                  <a:gd name="T3" fmla="*/ 15 h 20"/>
                  <a:gd name="T4" fmla="*/ 20 w 27"/>
                  <a:gd name="T5" fmla="*/ 10 h 20"/>
                  <a:gd name="T6" fmla="*/ 27 w 27"/>
                  <a:gd name="T7" fmla="*/ 5 h 20"/>
                  <a:gd name="T8" fmla="*/ 23 w 27"/>
                  <a:gd name="T9" fmla="*/ 0 h 20"/>
                  <a:gd name="T10" fmla="*/ 13 w 27"/>
                  <a:gd name="T11" fmla="*/ 7 h 20"/>
                  <a:gd name="T12" fmla="*/ 4 w 27"/>
                  <a:gd name="T13" fmla="*/ 0 h 20"/>
                  <a:gd name="T14" fmla="*/ 0 w 27"/>
                  <a:gd name="T15" fmla="*/ 5 h 20"/>
                  <a:gd name="T16" fmla="*/ 7 w 27"/>
                  <a:gd name="T17" fmla="*/ 10 h 20"/>
                  <a:gd name="T18" fmla="*/ 0 w 27"/>
                  <a:gd name="T19" fmla="*/ 15 h 20"/>
                  <a:gd name="T20" fmla="*/ 4 w 27"/>
                  <a:gd name="T21" fmla="*/ 20 h 20"/>
                  <a:gd name="T22" fmla="*/ 13 w 27"/>
                  <a:gd name="T23" fmla="*/ 13 h 20"/>
                  <a:gd name="T24" fmla="*/ 23 w 27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20"/>
                    </a:move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5" name="Freeform 221"/>
              <p:cNvSpPr>
                <a:spLocks noEditPoints="1"/>
              </p:cNvSpPr>
              <p:nvPr/>
            </p:nvSpPr>
            <p:spPr bwMode="auto">
              <a:xfrm>
                <a:off x="446273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6" name="Freeform 222"/>
              <p:cNvSpPr/>
              <p:nvPr/>
            </p:nvSpPr>
            <p:spPr bwMode="auto">
              <a:xfrm>
                <a:off x="4593320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4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4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4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4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5630291" y="4318848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24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2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4302389" y="1067927"/>
              <a:ext cx="604982" cy="608670"/>
              <a:chOff x="5528723" y="3185154"/>
              <a:chExt cx="218527" cy="219859"/>
            </a:xfrm>
            <a:grpFill/>
          </p:grpSpPr>
          <p:sp>
            <p:nvSpPr>
              <p:cNvPr id="244" name="Oval 228"/>
              <p:cNvSpPr>
                <a:spLocks noChangeArrowheads="1"/>
              </p:cNvSpPr>
              <p:nvPr/>
            </p:nvSpPr>
            <p:spPr bwMode="auto">
              <a:xfrm>
                <a:off x="559001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5" name="Oval 229"/>
              <p:cNvSpPr>
                <a:spLocks noChangeArrowheads="1"/>
              </p:cNvSpPr>
              <p:nvPr/>
            </p:nvSpPr>
            <p:spPr bwMode="auto">
              <a:xfrm>
                <a:off x="566863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6" name="Freeform 230"/>
              <p:cNvSpPr/>
              <p:nvPr/>
            </p:nvSpPr>
            <p:spPr bwMode="auto">
              <a:xfrm>
                <a:off x="5563367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7" name="Freeform 231"/>
              <p:cNvSpPr>
                <a:spLocks noEditPoints="1"/>
              </p:cNvSpPr>
              <p:nvPr/>
            </p:nvSpPr>
            <p:spPr bwMode="auto">
              <a:xfrm>
                <a:off x="552872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2618548" y="785679"/>
              <a:ext cx="218527" cy="219859"/>
              <a:chOff x="6061716" y="3185154"/>
              <a:chExt cx="218527" cy="219859"/>
            </a:xfrm>
            <a:grpFill/>
          </p:grpSpPr>
          <p:sp>
            <p:nvSpPr>
              <p:cNvPr id="240" name="Freeform 232"/>
              <p:cNvSpPr/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1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2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3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201627" y="2789676"/>
              <a:ext cx="611609" cy="615337"/>
              <a:chOff x="6594709" y="3185154"/>
              <a:chExt cx="218527" cy="219859"/>
            </a:xfrm>
            <a:grpFill/>
          </p:grpSpPr>
          <p:sp>
            <p:nvSpPr>
              <p:cNvPr id="238" name="Freeform 236"/>
              <p:cNvSpPr/>
              <p:nvPr/>
            </p:nvSpPr>
            <p:spPr bwMode="auto">
              <a:xfrm>
                <a:off x="6656003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7"/>
              <p:cNvSpPr>
                <a:spLocks noEditPoints="1"/>
              </p:cNvSpPr>
              <p:nvPr/>
            </p:nvSpPr>
            <p:spPr bwMode="auto">
              <a:xfrm>
                <a:off x="659470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9835733" y="5037400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236" name="Freeform 238"/>
              <p:cNvSpPr/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6"/>
            <p:cNvSpPr>
              <a:spLocks noEditPoints="1"/>
            </p:cNvSpPr>
            <p:nvPr/>
          </p:nvSpPr>
          <p:spPr bwMode="auto">
            <a:xfrm>
              <a:off x="4977992" y="773677"/>
              <a:ext cx="254000" cy="271463"/>
            </a:xfrm>
            <a:custGeom>
              <a:avLst/>
              <a:gdLst>
                <a:gd name="T0" fmla="*/ 88 w 98"/>
                <a:gd name="T1" fmla="*/ 12 h 104"/>
                <a:gd name="T2" fmla="*/ 78 w 98"/>
                <a:gd name="T3" fmla="*/ 22 h 104"/>
                <a:gd name="T4" fmla="*/ 78 w 98"/>
                <a:gd name="T5" fmla="*/ 34 h 104"/>
                <a:gd name="T6" fmla="*/ 72 w 98"/>
                <a:gd name="T7" fmla="*/ 32 h 104"/>
                <a:gd name="T8" fmla="*/ 65 w 98"/>
                <a:gd name="T9" fmla="*/ 35 h 104"/>
                <a:gd name="T10" fmla="*/ 56 w 98"/>
                <a:gd name="T11" fmla="*/ 28 h 104"/>
                <a:gd name="T12" fmla="*/ 50 w 98"/>
                <a:gd name="T13" fmla="*/ 30 h 104"/>
                <a:gd name="T14" fmla="*/ 50 w 98"/>
                <a:gd name="T15" fmla="*/ 10 h 104"/>
                <a:gd name="T16" fmla="*/ 40 w 98"/>
                <a:gd name="T17" fmla="*/ 0 h 104"/>
                <a:gd name="T18" fmla="*/ 30 w 98"/>
                <a:gd name="T19" fmla="*/ 10 h 104"/>
                <a:gd name="T20" fmla="*/ 30 w 98"/>
                <a:gd name="T21" fmla="*/ 41 h 104"/>
                <a:gd name="T22" fmla="*/ 8 w 98"/>
                <a:gd name="T23" fmla="*/ 34 h 104"/>
                <a:gd name="T24" fmla="*/ 29 w 98"/>
                <a:gd name="T25" fmla="*/ 82 h 104"/>
                <a:gd name="T26" fmla="*/ 64 w 98"/>
                <a:gd name="T27" fmla="*/ 104 h 104"/>
                <a:gd name="T28" fmla="*/ 98 w 98"/>
                <a:gd name="T29" fmla="*/ 70 h 104"/>
                <a:gd name="T30" fmla="*/ 98 w 98"/>
                <a:gd name="T31" fmla="*/ 22 h 104"/>
                <a:gd name="T32" fmla="*/ 88 w 98"/>
                <a:gd name="T33" fmla="*/ 12 h 104"/>
                <a:gd name="T34" fmla="*/ 94 w 98"/>
                <a:gd name="T35" fmla="*/ 55 h 104"/>
                <a:gd name="T36" fmla="*/ 94 w 98"/>
                <a:gd name="T37" fmla="*/ 70 h 104"/>
                <a:gd name="T38" fmla="*/ 64 w 98"/>
                <a:gd name="T39" fmla="*/ 100 h 104"/>
                <a:gd name="T40" fmla="*/ 33 w 98"/>
                <a:gd name="T41" fmla="*/ 80 h 104"/>
                <a:gd name="T42" fmla="*/ 10 w 98"/>
                <a:gd name="T43" fmla="*/ 37 h 104"/>
                <a:gd name="T44" fmla="*/ 34 w 98"/>
                <a:gd name="T45" fmla="*/ 51 h 104"/>
                <a:gd name="T46" fmla="*/ 34 w 98"/>
                <a:gd name="T47" fmla="*/ 10 h 104"/>
                <a:gd name="T48" fmla="*/ 40 w 98"/>
                <a:gd name="T49" fmla="*/ 4 h 104"/>
                <a:gd name="T50" fmla="*/ 46 w 98"/>
                <a:gd name="T51" fmla="*/ 10 h 104"/>
                <a:gd name="T52" fmla="*/ 46 w 98"/>
                <a:gd name="T53" fmla="*/ 46 h 104"/>
                <a:gd name="T54" fmla="*/ 50 w 98"/>
                <a:gd name="T55" fmla="*/ 46 h 104"/>
                <a:gd name="T56" fmla="*/ 50 w 98"/>
                <a:gd name="T57" fmla="*/ 38 h 104"/>
                <a:gd name="T58" fmla="*/ 56 w 98"/>
                <a:gd name="T59" fmla="*/ 32 h 104"/>
                <a:gd name="T60" fmla="*/ 62 w 98"/>
                <a:gd name="T61" fmla="*/ 38 h 104"/>
                <a:gd name="T62" fmla="*/ 62 w 98"/>
                <a:gd name="T63" fmla="*/ 42 h 104"/>
                <a:gd name="T64" fmla="*/ 66 w 98"/>
                <a:gd name="T65" fmla="*/ 42 h 104"/>
                <a:gd name="T66" fmla="*/ 66 w 98"/>
                <a:gd name="T67" fmla="*/ 42 h 104"/>
                <a:gd name="T68" fmla="*/ 72 w 98"/>
                <a:gd name="T69" fmla="*/ 36 h 104"/>
                <a:gd name="T70" fmla="*/ 78 w 98"/>
                <a:gd name="T71" fmla="*/ 42 h 104"/>
                <a:gd name="T72" fmla="*/ 78 w 98"/>
                <a:gd name="T73" fmla="*/ 46 h 104"/>
                <a:gd name="T74" fmla="*/ 82 w 98"/>
                <a:gd name="T75" fmla="*/ 46 h 104"/>
                <a:gd name="T76" fmla="*/ 82 w 98"/>
                <a:gd name="T77" fmla="*/ 22 h 104"/>
                <a:gd name="T78" fmla="*/ 88 w 98"/>
                <a:gd name="T79" fmla="*/ 16 h 104"/>
                <a:gd name="T80" fmla="*/ 94 w 98"/>
                <a:gd name="T81" fmla="*/ 22 h 104"/>
                <a:gd name="T82" fmla="*/ 94 w 98"/>
                <a:gd name="T83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04">
                  <a:moveTo>
                    <a:pt x="88" y="12"/>
                  </a:moveTo>
                  <a:cubicBezTo>
                    <a:pt x="82" y="12"/>
                    <a:pt x="78" y="16"/>
                    <a:pt x="78" y="2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4" y="33"/>
                    <a:pt x="74" y="32"/>
                    <a:pt x="72" y="32"/>
                  </a:cubicBezTo>
                  <a:cubicBezTo>
                    <a:pt x="69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2" y="34"/>
                    <a:pt x="13" y="29"/>
                    <a:pt x="8" y="34"/>
                  </a:cubicBezTo>
                  <a:cubicBezTo>
                    <a:pt x="0" y="42"/>
                    <a:pt x="16" y="58"/>
                    <a:pt x="29" y="82"/>
                  </a:cubicBezTo>
                  <a:cubicBezTo>
                    <a:pt x="38" y="98"/>
                    <a:pt x="52" y="104"/>
                    <a:pt x="64" y="104"/>
                  </a:cubicBezTo>
                  <a:cubicBezTo>
                    <a:pt x="83" y="104"/>
                    <a:pt x="98" y="89"/>
                    <a:pt x="98" y="70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8" y="16"/>
                    <a:pt x="94" y="12"/>
                    <a:pt x="88" y="12"/>
                  </a:cubicBezTo>
                  <a:close/>
                  <a:moveTo>
                    <a:pt x="94" y="55"/>
                  </a:moveTo>
                  <a:cubicBezTo>
                    <a:pt x="94" y="70"/>
                    <a:pt x="94" y="70"/>
                    <a:pt x="94" y="70"/>
                  </a:cubicBezTo>
                  <a:cubicBezTo>
                    <a:pt x="94" y="87"/>
                    <a:pt x="81" y="100"/>
                    <a:pt x="64" y="100"/>
                  </a:cubicBezTo>
                  <a:cubicBezTo>
                    <a:pt x="49" y="100"/>
                    <a:pt x="40" y="92"/>
                    <a:pt x="33" y="80"/>
                  </a:cubicBezTo>
                  <a:cubicBezTo>
                    <a:pt x="17" y="54"/>
                    <a:pt x="6" y="42"/>
                    <a:pt x="10" y="37"/>
                  </a:cubicBezTo>
                  <a:cubicBezTo>
                    <a:pt x="15" y="33"/>
                    <a:pt x="26" y="42"/>
                    <a:pt x="34" y="5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19"/>
                    <a:pt x="85" y="16"/>
                    <a:pt x="88" y="16"/>
                  </a:cubicBezTo>
                  <a:cubicBezTo>
                    <a:pt x="91" y="16"/>
                    <a:pt x="94" y="19"/>
                    <a:pt x="94" y="22"/>
                  </a:cubicBezTo>
                  <a:lnTo>
                    <a:pt x="94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Freeform 7"/>
            <p:cNvSpPr>
              <a:spLocks noEditPoints="1"/>
            </p:cNvSpPr>
            <p:nvPr/>
          </p:nvSpPr>
          <p:spPr bwMode="auto">
            <a:xfrm>
              <a:off x="4881564" y="3550345"/>
              <a:ext cx="255588" cy="292100"/>
            </a:xfrm>
            <a:custGeom>
              <a:avLst/>
              <a:gdLst>
                <a:gd name="T0" fmla="*/ 88 w 98"/>
                <a:gd name="T1" fmla="*/ 20 h 112"/>
                <a:gd name="T2" fmla="*/ 82 w 98"/>
                <a:gd name="T3" fmla="*/ 22 h 112"/>
                <a:gd name="T4" fmla="*/ 82 w 98"/>
                <a:gd name="T5" fmla="*/ 18 h 112"/>
                <a:gd name="T6" fmla="*/ 72 w 98"/>
                <a:gd name="T7" fmla="*/ 8 h 112"/>
                <a:gd name="T8" fmla="*/ 67 w 98"/>
                <a:gd name="T9" fmla="*/ 10 h 112"/>
                <a:gd name="T10" fmla="*/ 57 w 98"/>
                <a:gd name="T11" fmla="*/ 0 h 112"/>
                <a:gd name="T12" fmla="*/ 47 w 98"/>
                <a:gd name="T13" fmla="*/ 10 h 112"/>
                <a:gd name="T14" fmla="*/ 40 w 98"/>
                <a:gd name="T15" fmla="*/ 8 h 112"/>
                <a:gd name="T16" fmla="*/ 30 w 98"/>
                <a:gd name="T17" fmla="*/ 18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30 h 112"/>
                <a:gd name="T30" fmla="*/ 88 w 98"/>
                <a:gd name="T31" fmla="*/ 20 h 112"/>
                <a:gd name="T32" fmla="*/ 94 w 98"/>
                <a:gd name="T33" fmla="*/ 63 h 112"/>
                <a:gd name="T34" fmla="*/ 94 w 98"/>
                <a:gd name="T35" fmla="*/ 78 h 112"/>
                <a:gd name="T36" fmla="*/ 64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8 h 112"/>
                <a:gd name="T46" fmla="*/ 40 w 98"/>
                <a:gd name="T47" fmla="*/ 12 h 112"/>
                <a:gd name="T48" fmla="*/ 46 w 98"/>
                <a:gd name="T49" fmla="*/ 18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8 h 112"/>
                <a:gd name="T66" fmla="*/ 72 w 98"/>
                <a:gd name="T67" fmla="*/ 12 h 112"/>
                <a:gd name="T68" fmla="*/ 78 w 98"/>
                <a:gd name="T69" fmla="*/ 18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30 h 112"/>
                <a:gd name="T76" fmla="*/ 88 w 98"/>
                <a:gd name="T77" fmla="*/ 24 h 112"/>
                <a:gd name="T78" fmla="*/ 94 w 98"/>
                <a:gd name="T79" fmla="*/ 30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20"/>
                  </a:moveTo>
                  <a:cubicBezTo>
                    <a:pt x="86" y="20"/>
                    <a:pt x="86" y="21"/>
                    <a:pt x="82" y="22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2"/>
                    <a:pt x="78" y="8"/>
                    <a:pt x="72" y="8"/>
                  </a:cubicBezTo>
                  <a:cubicBezTo>
                    <a:pt x="70" y="8"/>
                    <a:pt x="68" y="9"/>
                    <a:pt x="67" y="10"/>
                  </a:cubicBezTo>
                  <a:cubicBezTo>
                    <a:pt x="67" y="4"/>
                    <a:pt x="62" y="0"/>
                    <a:pt x="57" y="0"/>
                  </a:cubicBezTo>
                  <a:cubicBezTo>
                    <a:pt x="51" y="0"/>
                    <a:pt x="47" y="4"/>
                    <a:pt x="47" y="10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8" y="24"/>
                    <a:pt x="94" y="20"/>
                    <a:pt x="88" y="20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4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5"/>
                    <a:pt x="69" y="12"/>
                    <a:pt x="72" y="12"/>
                  </a:cubicBezTo>
                  <a:cubicBezTo>
                    <a:pt x="75" y="12"/>
                    <a:pt x="78" y="15"/>
                    <a:pt x="78" y="18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7"/>
                    <a:pt x="85" y="24"/>
                    <a:pt x="88" y="24"/>
                  </a:cubicBezTo>
                  <a:cubicBezTo>
                    <a:pt x="91" y="24"/>
                    <a:pt x="94" y="27"/>
                    <a:pt x="94" y="30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647179" y="194653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234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5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10038206" y="6400642"/>
              <a:ext cx="295275" cy="292100"/>
              <a:chOff x="3138488" y="1911350"/>
              <a:chExt cx="295275" cy="292100"/>
            </a:xfrm>
            <a:grpFill/>
          </p:grpSpPr>
          <p:sp>
            <p:nvSpPr>
              <p:cNvPr id="232" name="Oval 10"/>
              <p:cNvSpPr>
                <a:spLocks noChangeArrowheads="1"/>
              </p:cNvSpPr>
              <p:nvPr/>
            </p:nvSpPr>
            <p:spPr bwMode="auto">
              <a:xfrm>
                <a:off x="3175000" y="1936750"/>
                <a:ext cx="20638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3" name="Freeform 11"/>
              <p:cNvSpPr>
                <a:spLocks noEditPoints="1"/>
              </p:cNvSpPr>
              <p:nvPr/>
            </p:nvSpPr>
            <p:spPr bwMode="auto">
              <a:xfrm>
                <a:off x="3138488" y="1911350"/>
                <a:ext cx="295275" cy="292100"/>
              </a:xfrm>
              <a:custGeom>
                <a:avLst/>
                <a:gdLst>
                  <a:gd name="T0" fmla="*/ 107 w 114"/>
                  <a:gd name="T1" fmla="*/ 47 h 112"/>
                  <a:gd name="T2" fmla="*/ 110 w 114"/>
                  <a:gd name="T3" fmla="*/ 40 h 112"/>
                  <a:gd name="T4" fmla="*/ 103 w 114"/>
                  <a:gd name="T5" fmla="*/ 31 h 112"/>
                  <a:gd name="T6" fmla="*/ 106 w 114"/>
                  <a:gd name="T7" fmla="*/ 24 h 112"/>
                  <a:gd name="T8" fmla="*/ 96 w 114"/>
                  <a:gd name="T9" fmla="*/ 14 h 112"/>
                  <a:gd name="T10" fmla="*/ 98 w 114"/>
                  <a:gd name="T11" fmla="*/ 9 h 112"/>
                  <a:gd name="T12" fmla="*/ 88 w 114"/>
                  <a:gd name="T13" fmla="*/ 0 h 112"/>
                  <a:gd name="T14" fmla="*/ 55 w 114"/>
                  <a:gd name="T15" fmla="*/ 0 h 112"/>
                  <a:gd name="T16" fmla="*/ 32 w 114"/>
                  <a:gd name="T17" fmla="*/ 0 h 112"/>
                  <a:gd name="T18" fmla="*/ 10 w 114"/>
                  <a:gd name="T19" fmla="*/ 0 h 112"/>
                  <a:gd name="T20" fmla="*/ 0 w 114"/>
                  <a:gd name="T21" fmla="*/ 6 h 112"/>
                  <a:gd name="T22" fmla="*/ 0 w 114"/>
                  <a:gd name="T23" fmla="*/ 58 h 112"/>
                  <a:gd name="T24" fmla="*/ 10 w 114"/>
                  <a:gd name="T25" fmla="*/ 68 h 112"/>
                  <a:gd name="T26" fmla="*/ 32 w 114"/>
                  <a:gd name="T27" fmla="*/ 68 h 112"/>
                  <a:gd name="T28" fmla="*/ 34 w 114"/>
                  <a:gd name="T29" fmla="*/ 68 h 112"/>
                  <a:gd name="T30" fmla="*/ 52 w 114"/>
                  <a:gd name="T31" fmla="*/ 80 h 112"/>
                  <a:gd name="T32" fmla="*/ 66 w 114"/>
                  <a:gd name="T33" fmla="*/ 112 h 112"/>
                  <a:gd name="T34" fmla="*/ 80 w 114"/>
                  <a:gd name="T35" fmla="*/ 68 h 112"/>
                  <a:gd name="T36" fmla="*/ 104 w 114"/>
                  <a:gd name="T37" fmla="*/ 68 h 112"/>
                  <a:gd name="T38" fmla="*/ 114 w 114"/>
                  <a:gd name="T39" fmla="*/ 57 h 112"/>
                  <a:gd name="T40" fmla="*/ 107 w 114"/>
                  <a:gd name="T41" fmla="*/ 47 h 112"/>
                  <a:gd name="T42" fmla="*/ 28 w 114"/>
                  <a:gd name="T43" fmla="*/ 64 h 112"/>
                  <a:gd name="T44" fmla="*/ 10 w 114"/>
                  <a:gd name="T45" fmla="*/ 64 h 112"/>
                  <a:gd name="T46" fmla="*/ 4 w 114"/>
                  <a:gd name="T47" fmla="*/ 58 h 112"/>
                  <a:gd name="T48" fmla="*/ 4 w 114"/>
                  <a:gd name="T49" fmla="*/ 6 h 112"/>
                  <a:gd name="T50" fmla="*/ 10 w 114"/>
                  <a:gd name="T51" fmla="*/ 4 h 112"/>
                  <a:gd name="T52" fmla="*/ 28 w 114"/>
                  <a:gd name="T53" fmla="*/ 4 h 112"/>
                  <a:gd name="T54" fmla="*/ 28 w 114"/>
                  <a:gd name="T55" fmla="*/ 64 h 112"/>
                  <a:gd name="T56" fmla="*/ 104 w 114"/>
                  <a:gd name="T57" fmla="*/ 64 h 112"/>
                  <a:gd name="T58" fmla="*/ 75 w 114"/>
                  <a:gd name="T59" fmla="*/ 64 h 112"/>
                  <a:gd name="T60" fmla="*/ 76 w 114"/>
                  <a:gd name="T61" fmla="*/ 67 h 112"/>
                  <a:gd name="T62" fmla="*/ 66 w 114"/>
                  <a:gd name="T63" fmla="*/ 107 h 112"/>
                  <a:gd name="T64" fmla="*/ 55 w 114"/>
                  <a:gd name="T65" fmla="*/ 77 h 112"/>
                  <a:gd name="T66" fmla="*/ 44 w 114"/>
                  <a:gd name="T67" fmla="*/ 66 h 112"/>
                  <a:gd name="T68" fmla="*/ 32 w 114"/>
                  <a:gd name="T69" fmla="*/ 62 h 112"/>
                  <a:gd name="T70" fmla="*/ 32 w 114"/>
                  <a:gd name="T71" fmla="*/ 4 h 112"/>
                  <a:gd name="T72" fmla="*/ 73 w 114"/>
                  <a:gd name="T73" fmla="*/ 4 h 112"/>
                  <a:gd name="T74" fmla="*/ 88 w 114"/>
                  <a:gd name="T75" fmla="*/ 4 h 112"/>
                  <a:gd name="T76" fmla="*/ 94 w 114"/>
                  <a:gd name="T77" fmla="*/ 10 h 112"/>
                  <a:gd name="T78" fmla="*/ 88 w 114"/>
                  <a:gd name="T79" fmla="*/ 16 h 112"/>
                  <a:gd name="T80" fmla="*/ 80 w 114"/>
                  <a:gd name="T81" fmla="*/ 16 h 112"/>
                  <a:gd name="T82" fmla="*/ 80 w 114"/>
                  <a:gd name="T83" fmla="*/ 20 h 112"/>
                  <a:gd name="T84" fmla="*/ 96 w 114"/>
                  <a:gd name="T85" fmla="*/ 20 h 112"/>
                  <a:gd name="T86" fmla="*/ 102 w 114"/>
                  <a:gd name="T87" fmla="*/ 26 h 112"/>
                  <a:gd name="T88" fmla="*/ 96 w 114"/>
                  <a:gd name="T89" fmla="*/ 32 h 112"/>
                  <a:gd name="T90" fmla="*/ 84 w 114"/>
                  <a:gd name="T91" fmla="*/ 32 h 112"/>
                  <a:gd name="T92" fmla="*/ 84 w 114"/>
                  <a:gd name="T93" fmla="*/ 36 h 112"/>
                  <a:gd name="T94" fmla="*/ 100 w 114"/>
                  <a:gd name="T95" fmla="*/ 36 h 112"/>
                  <a:gd name="T96" fmla="*/ 106 w 114"/>
                  <a:gd name="T97" fmla="*/ 42 h 112"/>
                  <a:gd name="T98" fmla="*/ 100 w 114"/>
                  <a:gd name="T99" fmla="*/ 48 h 112"/>
                  <a:gd name="T100" fmla="*/ 88 w 114"/>
                  <a:gd name="T101" fmla="*/ 48 h 112"/>
                  <a:gd name="T102" fmla="*/ 88 w 114"/>
                  <a:gd name="T103" fmla="*/ 52 h 112"/>
                  <a:gd name="T104" fmla="*/ 104 w 114"/>
                  <a:gd name="T105" fmla="*/ 52 h 112"/>
                  <a:gd name="T106" fmla="*/ 110 w 114"/>
                  <a:gd name="T107" fmla="*/ 58 h 112"/>
                  <a:gd name="T108" fmla="*/ 104 w 114"/>
                  <a:gd name="T109" fmla="*/ 6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4" h="112">
                    <a:moveTo>
                      <a:pt x="107" y="47"/>
                    </a:moveTo>
                    <a:cubicBezTo>
                      <a:pt x="109" y="45"/>
                      <a:pt x="110" y="43"/>
                      <a:pt x="110" y="40"/>
                    </a:cubicBezTo>
                    <a:cubicBezTo>
                      <a:pt x="110" y="36"/>
                      <a:pt x="107" y="32"/>
                      <a:pt x="103" y="31"/>
                    </a:cubicBezTo>
                    <a:cubicBezTo>
                      <a:pt x="105" y="29"/>
                      <a:pt x="106" y="27"/>
                      <a:pt x="106" y="24"/>
                    </a:cubicBezTo>
                    <a:cubicBezTo>
                      <a:pt x="106" y="18"/>
                      <a:pt x="102" y="14"/>
                      <a:pt x="96" y="14"/>
                    </a:cubicBezTo>
                    <a:cubicBezTo>
                      <a:pt x="97" y="12"/>
                      <a:pt x="98" y="11"/>
                      <a:pt x="98" y="9"/>
                    </a:cubicBezTo>
                    <a:cubicBezTo>
                      <a:pt x="98" y="3"/>
                      <a:pt x="94" y="0"/>
                      <a:pt x="88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0"/>
                      <a:pt x="0" y="2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2"/>
                      <a:pt x="6" y="68"/>
                      <a:pt x="10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68"/>
                      <a:pt x="46" y="68"/>
                      <a:pt x="52" y="80"/>
                    </a:cubicBezTo>
                    <a:cubicBezTo>
                      <a:pt x="58" y="92"/>
                      <a:pt x="50" y="112"/>
                      <a:pt x="66" y="112"/>
                    </a:cubicBezTo>
                    <a:cubicBezTo>
                      <a:pt x="82" y="112"/>
                      <a:pt x="84" y="88"/>
                      <a:pt x="80" y="68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110" y="68"/>
                      <a:pt x="114" y="63"/>
                      <a:pt x="114" y="57"/>
                    </a:cubicBezTo>
                    <a:cubicBezTo>
                      <a:pt x="114" y="53"/>
                      <a:pt x="111" y="48"/>
                      <a:pt x="107" y="47"/>
                    </a:cubicBezTo>
                    <a:close/>
                    <a:moveTo>
                      <a:pt x="28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8" y="64"/>
                      <a:pt x="4" y="60"/>
                      <a:pt x="4" y="5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4"/>
                      <a:pt x="8" y="4"/>
                      <a:pt x="10" y="4"/>
                    </a:cubicBezTo>
                    <a:cubicBezTo>
                      <a:pt x="28" y="4"/>
                      <a:pt x="28" y="4"/>
                      <a:pt x="28" y="4"/>
                    </a:cubicBezTo>
                    <a:lnTo>
                      <a:pt x="28" y="64"/>
                    </a:lnTo>
                    <a:close/>
                    <a:moveTo>
                      <a:pt x="104" y="64"/>
                    </a:moveTo>
                    <a:cubicBezTo>
                      <a:pt x="75" y="64"/>
                      <a:pt x="75" y="64"/>
                      <a:pt x="75" y="64"/>
                    </a:cubicBezTo>
                    <a:cubicBezTo>
                      <a:pt x="76" y="67"/>
                      <a:pt x="76" y="67"/>
                      <a:pt x="76" y="67"/>
                    </a:cubicBezTo>
                    <a:cubicBezTo>
                      <a:pt x="80" y="88"/>
                      <a:pt x="78" y="107"/>
                      <a:pt x="66" y="107"/>
                    </a:cubicBezTo>
                    <a:cubicBezTo>
                      <a:pt x="55" y="107"/>
                      <a:pt x="62" y="89"/>
                      <a:pt x="55" y="77"/>
                    </a:cubicBezTo>
                    <a:cubicBezTo>
                      <a:pt x="53" y="72"/>
                      <a:pt x="48" y="68"/>
                      <a:pt x="44" y="66"/>
                    </a:cubicBezTo>
                    <a:cubicBezTo>
                      <a:pt x="44" y="66"/>
                      <a:pt x="40" y="62"/>
                      <a:pt x="32" y="62"/>
                    </a:cubicBezTo>
                    <a:cubicBezTo>
                      <a:pt x="32" y="54"/>
                      <a:pt x="32" y="4"/>
                      <a:pt x="32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91" y="4"/>
                      <a:pt x="94" y="7"/>
                      <a:pt x="94" y="10"/>
                    </a:cubicBezTo>
                    <a:cubicBezTo>
                      <a:pt x="94" y="13"/>
                      <a:pt x="91" y="16"/>
                      <a:pt x="88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9" y="20"/>
                      <a:pt x="102" y="23"/>
                      <a:pt x="102" y="26"/>
                    </a:cubicBezTo>
                    <a:cubicBezTo>
                      <a:pt x="102" y="29"/>
                      <a:pt x="99" y="32"/>
                      <a:pt x="96" y="32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100" y="36"/>
                      <a:pt x="100" y="36"/>
                      <a:pt x="100" y="36"/>
                    </a:cubicBezTo>
                    <a:cubicBezTo>
                      <a:pt x="103" y="36"/>
                      <a:pt x="106" y="39"/>
                      <a:pt x="106" y="42"/>
                    </a:cubicBezTo>
                    <a:cubicBezTo>
                      <a:pt x="106" y="45"/>
                      <a:pt x="103" y="48"/>
                      <a:pt x="100" y="48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52"/>
                      <a:pt x="88" y="52"/>
                      <a:pt x="88" y="52"/>
                    </a:cubicBezTo>
                    <a:cubicBezTo>
                      <a:pt x="104" y="52"/>
                      <a:pt x="104" y="52"/>
                      <a:pt x="104" y="52"/>
                    </a:cubicBezTo>
                    <a:cubicBezTo>
                      <a:pt x="107" y="52"/>
                      <a:pt x="110" y="55"/>
                      <a:pt x="110" y="58"/>
                    </a:cubicBezTo>
                    <a:cubicBezTo>
                      <a:pt x="110" y="61"/>
                      <a:pt x="107" y="64"/>
                      <a:pt x="104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" name="Freeform 12"/>
            <p:cNvSpPr>
              <a:spLocks noEditPoints="1"/>
            </p:cNvSpPr>
            <p:nvPr/>
          </p:nvSpPr>
          <p:spPr bwMode="auto">
            <a:xfrm>
              <a:off x="2883729" y="4147913"/>
              <a:ext cx="290513" cy="292100"/>
            </a:xfrm>
            <a:custGeom>
              <a:avLst/>
              <a:gdLst>
                <a:gd name="T0" fmla="*/ 69 w 112"/>
                <a:gd name="T1" fmla="*/ 112 h 112"/>
                <a:gd name="T2" fmla="*/ 86 w 112"/>
                <a:gd name="T3" fmla="*/ 112 h 112"/>
                <a:gd name="T4" fmla="*/ 96 w 112"/>
                <a:gd name="T5" fmla="*/ 102 h 112"/>
                <a:gd name="T6" fmla="*/ 94 w 112"/>
                <a:gd name="T7" fmla="*/ 96 h 112"/>
                <a:gd name="T8" fmla="*/ 104 w 112"/>
                <a:gd name="T9" fmla="*/ 86 h 112"/>
                <a:gd name="T10" fmla="*/ 101 w 112"/>
                <a:gd name="T11" fmla="*/ 79 h 112"/>
                <a:gd name="T12" fmla="*/ 101 w 112"/>
                <a:gd name="T13" fmla="*/ 79 h 112"/>
                <a:gd name="T14" fmla="*/ 108 w 112"/>
                <a:gd name="T15" fmla="*/ 70 h 112"/>
                <a:gd name="T16" fmla="*/ 105 w 112"/>
                <a:gd name="T17" fmla="*/ 63 h 112"/>
                <a:gd name="T18" fmla="*/ 112 w 112"/>
                <a:gd name="T19" fmla="*/ 54 h 112"/>
                <a:gd name="T20" fmla="*/ 102 w 112"/>
                <a:gd name="T21" fmla="*/ 44 h 112"/>
                <a:gd name="T22" fmla="*/ 78 w 112"/>
                <a:gd name="T23" fmla="*/ 44 h 112"/>
                <a:gd name="T24" fmla="*/ 64 w 112"/>
                <a:gd name="T25" fmla="*/ 0 h 112"/>
                <a:gd name="T26" fmla="*/ 50 w 112"/>
                <a:gd name="T27" fmla="*/ 31 h 112"/>
                <a:gd name="T28" fmla="*/ 32 w 112"/>
                <a:gd name="T29" fmla="*/ 44 h 112"/>
                <a:gd name="T30" fmla="*/ 8 w 112"/>
                <a:gd name="T31" fmla="*/ 44 h 112"/>
                <a:gd name="T32" fmla="*/ 0 w 112"/>
                <a:gd name="T33" fmla="*/ 52 h 112"/>
                <a:gd name="T34" fmla="*/ 0 w 112"/>
                <a:gd name="T35" fmla="*/ 96 h 112"/>
                <a:gd name="T36" fmla="*/ 8 w 112"/>
                <a:gd name="T37" fmla="*/ 104 h 112"/>
                <a:gd name="T38" fmla="*/ 32 w 112"/>
                <a:gd name="T39" fmla="*/ 104 h 112"/>
                <a:gd name="T40" fmla="*/ 56 w 112"/>
                <a:gd name="T41" fmla="*/ 112 h 112"/>
                <a:gd name="T42" fmla="*/ 69 w 112"/>
                <a:gd name="T43" fmla="*/ 112 h 112"/>
                <a:gd name="T44" fmla="*/ 34 w 112"/>
                <a:gd name="T45" fmla="*/ 48 h 112"/>
                <a:gd name="T46" fmla="*/ 53 w 112"/>
                <a:gd name="T47" fmla="*/ 33 h 112"/>
                <a:gd name="T48" fmla="*/ 64 w 112"/>
                <a:gd name="T49" fmla="*/ 4 h 112"/>
                <a:gd name="T50" fmla="*/ 73 w 112"/>
                <a:gd name="T51" fmla="*/ 48 h 112"/>
                <a:gd name="T52" fmla="*/ 73 w 112"/>
                <a:gd name="T53" fmla="*/ 48 h 112"/>
                <a:gd name="T54" fmla="*/ 102 w 112"/>
                <a:gd name="T55" fmla="*/ 48 h 112"/>
                <a:gd name="T56" fmla="*/ 108 w 112"/>
                <a:gd name="T57" fmla="*/ 54 h 112"/>
                <a:gd name="T58" fmla="*/ 102 w 112"/>
                <a:gd name="T59" fmla="*/ 60 h 112"/>
                <a:gd name="T60" fmla="*/ 88 w 112"/>
                <a:gd name="T61" fmla="*/ 60 h 112"/>
                <a:gd name="T62" fmla="*/ 88 w 112"/>
                <a:gd name="T63" fmla="*/ 64 h 112"/>
                <a:gd name="T64" fmla="*/ 98 w 112"/>
                <a:gd name="T65" fmla="*/ 64 h 112"/>
                <a:gd name="T66" fmla="*/ 104 w 112"/>
                <a:gd name="T67" fmla="*/ 70 h 112"/>
                <a:gd name="T68" fmla="*/ 98 w 112"/>
                <a:gd name="T69" fmla="*/ 76 h 112"/>
                <a:gd name="T70" fmla="*/ 84 w 112"/>
                <a:gd name="T71" fmla="*/ 76 h 112"/>
                <a:gd name="T72" fmla="*/ 84 w 112"/>
                <a:gd name="T73" fmla="*/ 76 h 112"/>
                <a:gd name="T74" fmla="*/ 84 w 112"/>
                <a:gd name="T75" fmla="*/ 80 h 112"/>
                <a:gd name="T76" fmla="*/ 94 w 112"/>
                <a:gd name="T77" fmla="*/ 80 h 112"/>
                <a:gd name="T78" fmla="*/ 100 w 112"/>
                <a:gd name="T79" fmla="*/ 86 h 112"/>
                <a:gd name="T80" fmla="*/ 94 w 112"/>
                <a:gd name="T81" fmla="*/ 92 h 112"/>
                <a:gd name="T82" fmla="*/ 80 w 112"/>
                <a:gd name="T83" fmla="*/ 92 h 112"/>
                <a:gd name="T84" fmla="*/ 80 w 112"/>
                <a:gd name="T85" fmla="*/ 92 h 112"/>
                <a:gd name="T86" fmla="*/ 80 w 112"/>
                <a:gd name="T87" fmla="*/ 96 h 112"/>
                <a:gd name="T88" fmla="*/ 86 w 112"/>
                <a:gd name="T89" fmla="*/ 96 h 112"/>
                <a:gd name="T90" fmla="*/ 92 w 112"/>
                <a:gd name="T91" fmla="*/ 102 h 112"/>
                <a:gd name="T92" fmla="*/ 86 w 112"/>
                <a:gd name="T93" fmla="*/ 108 h 112"/>
                <a:gd name="T94" fmla="*/ 71 w 112"/>
                <a:gd name="T95" fmla="*/ 108 h 112"/>
                <a:gd name="T96" fmla="*/ 56 w 112"/>
                <a:gd name="T97" fmla="*/ 108 h 112"/>
                <a:gd name="T98" fmla="*/ 32 w 112"/>
                <a:gd name="T99" fmla="*/ 100 h 112"/>
                <a:gd name="T100" fmla="*/ 8 w 112"/>
                <a:gd name="T101" fmla="*/ 100 h 112"/>
                <a:gd name="T102" fmla="*/ 4 w 112"/>
                <a:gd name="T103" fmla="*/ 96 h 112"/>
                <a:gd name="T104" fmla="*/ 4 w 112"/>
                <a:gd name="T105" fmla="*/ 52 h 112"/>
                <a:gd name="T106" fmla="*/ 8 w 112"/>
                <a:gd name="T107" fmla="*/ 48 h 112"/>
                <a:gd name="T108" fmla="*/ 34 w 112"/>
                <a:gd name="T109" fmla="*/ 48 h 112"/>
                <a:gd name="T110" fmla="*/ 34 w 112"/>
                <a:gd name="T111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112"/>
                  </a:moveTo>
                  <a:cubicBezTo>
                    <a:pt x="86" y="112"/>
                    <a:pt x="86" y="112"/>
                    <a:pt x="86" y="112"/>
                  </a:cubicBezTo>
                  <a:cubicBezTo>
                    <a:pt x="92" y="112"/>
                    <a:pt x="96" y="108"/>
                    <a:pt x="96" y="102"/>
                  </a:cubicBezTo>
                  <a:cubicBezTo>
                    <a:pt x="96" y="100"/>
                    <a:pt x="95" y="98"/>
                    <a:pt x="94" y="96"/>
                  </a:cubicBezTo>
                  <a:cubicBezTo>
                    <a:pt x="100" y="96"/>
                    <a:pt x="104" y="92"/>
                    <a:pt x="104" y="86"/>
                  </a:cubicBezTo>
                  <a:cubicBezTo>
                    <a:pt x="104" y="83"/>
                    <a:pt x="103" y="81"/>
                    <a:pt x="101" y="79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5" y="78"/>
                    <a:pt x="108" y="74"/>
                    <a:pt x="108" y="70"/>
                  </a:cubicBezTo>
                  <a:cubicBezTo>
                    <a:pt x="108" y="67"/>
                    <a:pt x="107" y="65"/>
                    <a:pt x="105" y="63"/>
                  </a:cubicBezTo>
                  <a:cubicBezTo>
                    <a:pt x="109" y="62"/>
                    <a:pt x="112" y="58"/>
                    <a:pt x="112" y="54"/>
                  </a:cubicBezTo>
                  <a:cubicBezTo>
                    <a:pt x="112" y="48"/>
                    <a:pt x="108" y="44"/>
                    <a:pt x="102" y="44"/>
                  </a:cubicBezTo>
                  <a:cubicBezTo>
                    <a:pt x="78" y="44"/>
                    <a:pt x="78" y="44"/>
                    <a:pt x="78" y="44"/>
                  </a:cubicBezTo>
                  <a:cubicBezTo>
                    <a:pt x="82" y="24"/>
                    <a:pt x="80" y="0"/>
                    <a:pt x="64" y="0"/>
                  </a:cubicBezTo>
                  <a:cubicBezTo>
                    <a:pt x="48" y="0"/>
                    <a:pt x="56" y="19"/>
                    <a:pt x="50" y="31"/>
                  </a:cubicBezTo>
                  <a:cubicBezTo>
                    <a:pt x="44" y="43"/>
                    <a:pt x="32" y="44"/>
                    <a:pt x="32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8"/>
                    <a:pt x="0" y="5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4" y="104"/>
                    <a:pt x="8" y="104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69" y="112"/>
                    <a:pt x="69" y="112"/>
                    <a:pt x="69" y="112"/>
                  </a:cubicBezTo>
                  <a:close/>
                  <a:moveTo>
                    <a:pt x="34" y="48"/>
                  </a:moveTo>
                  <a:cubicBezTo>
                    <a:pt x="34" y="48"/>
                    <a:pt x="47" y="45"/>
                    <a:pt x="53" y="33"/>
                  </a:cubicBezTo>
                  <a:cubicBezTo>
                    <a:pt x="60" y="21"/>
                    <a:pt x="53" y="4"/>
                    <a:pt x="64" y="4"/>
                  </a:cubicBezTo>
                  <a:cubicBezTo>
                    <a:pt x="77" y="4"/>
                    <a:pt x="78" y="26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5" y="48"/>
                    <a:pt x="108" y="51"/>
                    <a:pt x="108" y="54"/>
                  </a:cubicBezTo>
                  <a:cubicBezTo>
                    <a:pt x="108" y="57"/>
                    <a:pt x="105" y="60"/>
                    <a:pt x="102" y="6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101" y="64"/>
                    <a:pt x="104" y="67"/>
                    <a:pt x="104" y="70"/>
                  </a:cubicBezTo>
                  <a:cubicBezTo>
                    <a:pt x="104" y="73"/>
                    <a:pt x="101" y="76"/>
                    <a:pt x="98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7" y="80"/>
                    <a:pt x="100" y="83"/>
                    <a:pt x="100" y="86"/>
                  </a:cubicBezTo>
                  <a:cubicBezTo>
                    <a:pt x="100" y="89"/>
                    <a:pt x="97" y="92"/>
                    <a:pt x="94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9" y="96"/>
                    <a:pt x="92" y="99"/>
                    <a:pt x="92" y="102"/>
                  </a:cubicBezTo>
                  <a:cubicBezTo>
                    <a:pt x="92" y="105"/>
                    <a:pt x="89" y="108"/>
                    <a:pt x="86" y="108"/>
                  </a:cubicBezTo>
                  <a:cubicBezTo>
                    <a:pt x="71" y="108"/>
                    <a:pt x="71" y="108"/>
                    <a:pt x="71" y="108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6" y="100"/>
                    <a:pt x="4" y="98"/>
                    <a:pt x="4" y="9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0"/>
                    <a:pt x="6" y="48"/>
                    <a:pt x="8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9" name="Freeform 13"/>
            <p:cNvSpPr>
              <a:spLocks noEditPoints="1"/>
            </p:cNvSpPr>
            <p:nvPr/>
          </p:nvSpPr>
          <p:spPr bwMode="auto">
            <a:xfrm>
              <a:off x="7408864" y="3550345"/>
              <a:ext cx="292100" cy="292100"/>
            </a:xfrm>
            <a:custGeom>
              <a:avLst/>
              <a:gdLst>
                <a:gd name="T0" fmla="*/ 69 w 112"/>
                <a:gd name="T1" fmla="*/ 0 h 112"/>
                <a:gd name="T2" fmla="*/ 86 w 112"/>
                <a:gd name="T3" fmla="*/ 0 h 112"/>
                <a:gd name="T4" fmla="*/ 96 w 112"/>
                <a:gd name="T5" fmla="*/ 10 h 112"/>
                <a:gd name="T6" fmla="*/ 94 w 112"/>
                <a:gd name="T7" fmla="*/ 16 h 112"/>
                <a:gd name="T8" fmla="*/ 104 w 112"/>
                <a:gd name="T9" fmla="*/ 26 h 112"/>
                <a:gd name="T10" fmla="*/ 101 w 112"/>
                <a:gd name="T11" fmla="*/ 33 h 112"/>
                <a:gd name="T12" fmla="*/ 101 w 112"/>
                <a:gd name="T13" fmla="*/ 33 h 112"/>
                <a:gd name="T14" fmla="*/ 108 w 112"/>
                <a:gd name="T15" fmla="*/ 42 h 112"/>
                <a:gd name="T16" fmla="*/ 105 w 112"/>
                <a:gd name="T17" fmla="*/ 49 h 112"/>
                <a:gd name="T18" fmla="*/ 112 w 112"/>
                <a:gd name="T19" fmla="*/ 58 h 112"/>
                <a:gd name="T20" fmla="*/ 102 w 112"/>
                <a:gd name="T21" fmla="*/ 68 h 112"/>
                <a:gd name="T22" fmla="*/ 78 w 112"/>
                <a:gd name="T23" fmla="*/ 68 h 112"/>
                <a:gd name="T24" fmla="*/ 64 w 112"/>
                <a:gd name="T25" fmla="*/ 112 h 112"/>
                <a:gd name="T26" fmla="*/ 50 w 112"/>
                <a:gd name="T27" fmla="*/ 81 h 112"/>
                <a:gd name="T28" fmla="*/ 32 w 112"/>
                <a:gd name="T29" fmla="*/ 68 h 112"/>
                <a:gd name="T30" fmla="*/ 8 w 112"/>
                <a:gd name="T31" fmla="*/ 68 h 112"/>
                <a:gd name="T32" fmla="*/ 0 w 112"/>
                <a:gd name="T33" fmla="*/ 60 h 112"/>
                <a:gd name="T34" fmla="*/ 0 w 112"/>
                <a:gd name="T35" fmla="*/ 16 h 112"/>
                <a:gd name="T36" fmla="*/ 8 w 112"/>
                <a:gd name="T37" fmla="*/ 8 h 112"/>
                <a:gd name="T38" fmla="*/ 32 w 112"/>
                <a:gd name="T39" fmla="*/ 8 h 112"/>
                <a:gd name="T40" fmla="*/ 56 w 112"/>
                <a:gd name="T41" fmla="*/ 0 h 112"/>
                <a:gd name="T42" fmla="*/ 69 w 112"/>
                <a:gd name="T43" fmla="*/ 0 h 112"/>
                <a:gd name="T44" fmla="*/ 34 w 112"/>
                <a:gd name="T45" fmla="*/ 64 h 112"/>
                <a:gd name="T46" fmla="*/ 53 w 112"/>
                <a:gd name="T47" fmla="*/ 79 h 112"/>
                <a:gd name="T48" fmla="*/ 64 w 112"/>
                <a:gd name="T49" fmla="*/ 108 h 112"/>
                <a:gd name="T50" fmla="*/ 73 w 112"/>
                <a:gd name="T51" fmla="*/ 64 h 112"/>
                <a:gd name="T52" fmla="*/ 73 w 112"/>
                <a:gd name="T53" fmla="*/ 64 h 112"/>
                <a:gd name="T54" fmla="*/ 102 w 112"/>
                <a:gd name="T55" fmla="*/ 64 h 112"/>
                <a:gd name="T56" fmla="*/ 108 w 112"/>
                <a:gd name="T57" fmla="*/ 58 h 112"/>
                <a:gd name="T58" fmla="*/ 102 w 112"/>
                <a:gd name="T59" fmla="*/ 52 h 112"/>
                <a:gd name="T60" fmla="*/ 88 w 112"/>
                <a:gd name="T61" fmla="*/ 52 h 112"/>
                <a:gd name="T62" fmla="*/ 88 w 112"/>
                <a:gd name="T63" fmla="*/ 48 h 112"/>
                <a:gd name="T64" fmla="*/ 98 w 112"/>
                <a:gd name="T65" fmla="*/ 48 h 112"/>
                <a:gd name="T66" fmla="*/ 104 w 112"/>
                <a:gd name="T67" fmla="*/ 42 h 112"/>
                <a:gd name="T68" fmla="*/ 98 w 112"/>
                <a:gd name="T69" fmla="*/ 36 h 112"/>
                <a:gd name="T70" fmla="*/ 84 w 112"/>
                <a:gd name="T71" fmla="*/ 36 h 112"/>
                <a:gd name="T72" fmla="*/ 84 w 112"/>
                <a:gd name="T73" fmla="*/ 36 h 112"/>
                <a:gd name="T74" fmla="*/ 84 w 112"/>
                <a:gd name="T75" fmla="*/ 32 h 112"/>
                <a:gd name="T76" fmla="*/ 94 w 112"/>
                <a:gd name="T77" fmla="*/ 32 h 112"/>
                <a:gd name="T78" fmla="*/ 100 w 112"/>
                <a:gd name="T79" fmla="*/ 26 h 112"/>
                <a:gd name="T80" fmla="*/ 94 w 112"/>
                <a:gd name="T81" fmla="*/ 20 h 112"/>
                <a:gd name="T82" fmla="*/ 80 w 112"/>
                <a:gd name="T83" fmla="*/ 20 h 112"/>
                <a:gd name="T84" fmla="*/ 80 w 112"/>
                <a:gd name="T85" fmla="*/ 20 h 112"/>
                <a:gd name="T86" fmla="*/ 80 w 112"/>
                <a:gd name="T87" fmla="*/ 16 h 112"/>
                <a:gd name="T88" fmla="*/ 86 w 112"/>
                <a:gd name="T89" fmla="*/ 16 h 112"/>
                <a:gd name="T90" fmla="*/ 92 w 112"/>
                <a:gd name="T91" fmla="*/ 10 h 112"/>
                <a:gd name="T92" fmla="*/ 86 w 112"/>
                <a:gd name="T93" fmla="*/ 4 h 112"/>
                <a:gd name="T94" fmla="*/ 71 w 112"/>
                <a:gd name="T95" fmla="*/ 4 h 112"/>
                <a:gd name="T96" fmla="*/ 56 w 112"/>
                <a:gd name="T97" fmla="*/ 4 h 112"/>
                <a:gd name="T98" fmla="*/ 32 w 112"/>
                <a:gd name="T99" fmla="*/ 12 h 112"/>
                <a:gd name="T100" fmla="*/ 8 w 112"/>
                <a:gd name="T101" fmla="*/ 12 h 112"/>
                <a:gd name="T102" fmla="*/ 4 w 112"/>
                <a:gd name="T103" fmla="*/ 16 h 112"/>
                <a:gd name="T104" fmla="*/ 4 w 112"/>
                <a:gd name="T105" fmla="*/ 60 h 112"/>
                <a:gd name="T106" fmla="*/ 8 w 112"/>
                <a:gd name="T107" fmla="*/ 64 h 112"/>
                <a:gd name="T108" fmla="*/ 34 w 112"/>
                <a:gd name="T109" fmla="*/ 64 h 112"/>
                <a:gd name="T110" fmla="*/ 34 w 112"/>
                <a:gd name="T111" fmla="*/ 6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0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92" y="0"/>
                    <a:pt x="96" y="4"/>
                    <a:pt x="96" y="10"/>
                  </a:cubicBezTo>
                  <a:cubicBezTo>
                    <a:pt x="96" y="12"/>
                    <a:pt x="95" y="14"/>
                    <a:pt x="94" y="16"/>
                  </a:cubicBezTo>
                  <a:cubicBezTo>
                    <a:pt x="100" y="16"/>
                    <a:pt x="104" y="20"/>
                    <a:pt x="104" y="26"/>
                  </a:cubicBezTo>
                  <a:cubicBezTo>
                    <a:pt x="104" y="29"/>
                    <a:pt x="103" y="31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5" y="34"/>
                    <a:pt x="108" y="38"/>
                    <a:pt x="108" y="42"/>
                  </a:cubicBezTo>
                  <a:cubicBezTo>
                    <a:pt x="108" y="45"/>
                    <a:pt x="107" y="47"/>
                    <a:pt x="105" y="49"/>
                  </a:cubicBezTo>
                  <a:cubicBezTo>
                    <a:pt x="109" y="50"/>
                    <a:pt x="112" y="54"/>
                    <a:pt x="112" y="58"/>
                  </a:cubicBezTo>
                  <a:cubicBezTo>
                    <a:pt x="112" y="64"/>
                    <a:pt x="108" y="68"/>
                    <a:pt x="10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82" y="88"/>
                    <a:pt x="80" y="112"/>
                    <a:pt x="64" y="112"/>
                  </a:cubicBezTo>
                  <a:cubicBezTo>
                    <a:pt x="48" y="112"/>
                    <a:pt x="56" y="93"/>
                    <a:pt x="50" y="81"/>
                  </a:cubicBezTo>
                  <a:cubicBezTo>
                    <a:pt x="44" y="69"/>
                    <a:pt x="32" y="68"/>
                    <a:pt x="32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64"/>
                    <a:pt x="0" y="6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2"/>
                    <a:pt x="4" y="8"/>
                    <a:pt x="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9" y="0"/>
                    <a:pt x="69" y="0"/>
                    <a:pt x="69" y="0"/>
                  </a:cubicBezTo>
                  <a:close/>
                  <a:moveTo>
                    <a:pt x="34" y="64"/>
                  </a:moveTo>
                  <a:cubicBezTo>
                    <a:pt x="34" y="64"/>
                    <a:pt x="47" y="67"/>
                    <a:pt x="53" y="79"/>
                  </a:cubicBezTo>
                  <a:cubicBezTo>
                    <a:pt x="60" y="91"/>
                    <a:pt x="53" y="108"/>
                    <a:pt x="64" y="108"/>
                  </a:cubicBezTo>
                  <a:cubicBezTo>
                    <a:pt x="77" y="108"/>
                    <a:pt x="78" y="86"/>
                    <a:pt x="73" y="6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5" y="64"/>
                    <a:pt x="108" y="61"/>
                    <a:pt x="108" y="58"/>
                  </a:cubicBezTo>
                  <a:cubicBezTo>
                    <a:pt x="108" y="55"/>
                    <a:pt x="105" y="52"/>
                    <a:pt x="102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48"/>
                    <a:pt x="104" y="45"/>
                    <a:pt x="104" y="42"/>
                  </a:cubicBezTo>
                  <a:cubicBezTo>
                    <a:pt x="104" y="39"/>
                    <a:pt x="101" y="36"/>
                    <a:pt x="98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2"/>
                    <a:pt x="84" y="32"/>
                    <a:pt x="84" y="3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7" y="32"/>
                    <a:pt x="100" y="29"/>
                    <a:pt x="100" y="26"/>
                  </a:cubicBezTo>
                  <a:cubicBezTo>
                    <a:pt x="100" y="23"/>
                    <a:pt x="97" y="20"/>
                    <a:pt x="94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9" y="16"/>
                    <a:pt x="92" y="13"/>
                    <a:pt x="92" y="10"/>
                  </a:cubicBezTo>
                  <a:cubicBezTo>
                    <a:pt x="92" y="7"/>
                    <a:pt x="89" y="4"/>
                    <a:pt x="86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2"/>
                    <a:pt x="4" y="14"/>
                    <a:pt x="4" y="16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0" name="Freeform 14"/>
            <p:cNvSpPr>
              <a:spLocks noEditPoints="1"/>
            </p:cNvSpPr>
            <p:nvPr/>
          </p:nvSpPr>
          <p:spPr bwMode="auto">
            <a:xfrm>
              <a:off x="8501667" y="4868321"/>
              <a:ext cx="265113" cy="303213"/>
            </a:xfrm>
            <a:custGeom>
              <a:avLst/>
              <a:gdLst>
                <a:gd name="T0" fmla="*/ 92 w 102"/>
                <a:gd name="T1" fmla="*/ 48 h 116"/>
                <a:gd name="T2" fmla="*/ 86 w 102"/>
                <a:gd name="T3" fmla="*/ 50 h 116"/>
                <a:gd name="T4" fmla="*/ 86 w 102"/>
                <a:gd name="T5" fmla="*/ 50 h 116"/>
                <a:gd name="T6" fmla="*/ 76 w 102"/>
                <a:gd name="T7" fmla="*/ 40 h 116"/>
                <a:gd name="T8" fmla="*/ 70 w 102"/>
                <a:gd name="T9" fmla="*/ 42 h 116"/>
                <a:gd name="T10" fmla="*/ 70 w 102"/>
                <a:gd name="T11" fmla="*/ 14 h 116"/>
                <a:gd name="T12" fmla="*/ 61 w 102"/>
                <a:gd name="T13" fmla="*/ 4 h 116"/>
                <a:gd name="T14" fmla="*/ 53 w 102"/>
                <a:gd name="T15" fmla="*/ 10 h 116"/>
                <a:gd name="T16" fmla="*/ 46 w 102"/>
                <a:gd name="T17" fmla="*/ 8 h 116"/>
                <a:gd name="T18" fmla="*/ 37 w 102"/>
                <a:gd name="T19" fmla="*/ 16 h 116"/>
                <a:gd name="T20" fmla="*/ 8 w 102"/>
                <a:gd name="T21" fmla="*/ 16 h 116"/>
                <a:gd name="T22" fmla="*/ 21 w 102"/>
                <a:gd name="T23" fmla="*/ 3 h 116"/>
                <a:gd name="T24" fmla="*/ 18 w 102"/>
                <a:gd name="T25" fmla="*/ 0 h 116"/>
                <a:gd name="T26" fmla="*/ 0 w 102"/>
                <a:gd name="T27" fmla="*/ 18 h 116"/>
                <a:gd name="T28" fmla="*/ 18 w 102"/>
                <a:gd name="T29" fmla="*/ 36 h 116"/>
                <a:gd name="T30" fmla="*/ 21 w 102"/>
                <a:gd name="T31" fmla="*/ 33 h 116"/>
                <a:gd name="T32" fmla="*/ 8 w 102"/>
                <a:gd name="T33" fmla="*/ 20 h 116"/>
                <a:gd name="T34" fmla="*/ 34 w 102"/>
                <a:gd name="T35" fmla="*/ 20 h 116"/>
                <a:gd name="T36" fmla="*/ 34 w 102"/>
                <a:gd name="T37" fmla="*/ 53 h 116"/>
                <a:gd name="T38" fmla="*/ 13 w 102"/>
                <a:gd name="T39" fmla="*/ 46 h 116"/>
                <a:gd name="T40" fmla="*/ 35 w 102"/>
                <a:gd name="T41" fmla="*/ 94 h 116"/>
                <a:gd name="T42" fmla="*/ 69 w 102"/>
                <a:gd name="T43" fmla="*/ 116 h 116"/>
                <a:gd name="T44" fmla="*/ 102 w 102"/>
                <a:gd name="T45" fmla="*/ 82 h 116"/>
                <a:gd name="T46" fmla="*/ 102 w 102"/>
                <a:gd name="T47" fmla="*/ 58 h 116"/>
                <a:gd name="T48" fmla="*/ 92 w 102"/>
                <a:gd name="T49" fmla="*/ 48 h 116"/>
                <a:gd name="T50" fmla="*/ 98 w 102"/>
                <a:gd name="T51" fmla="*/ 67 h 116"/>
                <a:gd name="T52" fmla="*/ 98 w 102"/>
                <a:gd name="T53" fmla="*/ 82 h 116"/>
                <a:gd name="T54" fmla="*/ 69 w 102"/>
                <a:gd name="T55" fmla="*/ 112 h 116"/>
                <a:gd name="T56" fmla="*/ 39 w 102"/>
                <a:gd name="T57" fmla="*/ 92 h 116"/>
                <a:gd name="T58" fmla="*/ 15 w 102"/>
                <a:gd name="T59" fmla="*/ 49 h 116"/>
                <a:gd name="T60" fmla="*/ 38 w 102"/>
                <a:gd name="T61" fmla="*/ 63 h 116"/>
                <a:gd name="T62" fmla="*/ 38 w 102"/>
                <a:gd name="T63" fmla="*/ 18 h 116"/>
                <a:gd name="T64" fmla="*/ 44 w 102"/>
                <a:gd name="T65" fmla="*/ 12 h 116"/>
                <a:gd name="T66" fmla="*/ 50 w 102"/>
                <a:gd name="T67" fmla="*/ 18 h 116"/>
                <a:gd name="T68" fmla="*/ 50 w 102"/>
                <a:gd name="T69" fmla="*/ 60 h 116"/>
                <a:gd name="T70" fmla="*/ 54 w 102"/>
                <a:gd name="T71" fmla="*/ 60 h 116"/>
                <a:gd name="T72" fmla="*/ 54 w 102"/>
                <a:gd name="T73" fmla="*/ 14 h 116"/>
                <a:gd name="T74" fmla="*/ 60 w 102"/>
                <a:gd name="T75" fmla="*/ 8 h 116"/>
                <a:gd name="T76" fmla="*/ 66 w 102"/>
                <a:gd name="T77" fmla="*/ 14 h 116"/>
                <a:gd name="T78" fmla="*/ 66 w 102"/>
                <a:gd name="T79" fmla="*/ 56 h 116"/>
                <a:gd name="T80" fmla="*/ 70 w 102"/>
                <a:gd name="T81" fmla="*/ 56 h 116"/>
                <a:gd name="T82" fmla="*/ 70 w 102"/>
                <a:gd name="T83" fmla="*/ 50 h 116"/>
                <a:gd name="T84" fmla="*/ 76 w 102"/>
                <a:gd name="T85" fmla="*/ 44 h 116"/>
                <a:gd name="T86" fmla="*/ 82 w 102"/>
                <a:gd name="T87" fmla="*/ 50 h 116"/>
                <a:gd name="T88" fmla="*/ 82 w 102"/>
                <a:gd name="T89" fmla="*/ 60 h 116"/>
                <a:gd name="T90" fmla="*/ 86 w 102"/>
                <a:gd name="T91" fmla="*/ 60 h 116"/>
                <a:gd name="T92" fmla="*/ 86 w 102"/>
                <a:gd name="T93" fmla="*/ 58 h 116"/>
                <a:gd name="T94" fmla="*/ 92 w 102"/>
                <a:gd name="T95" fmla="*/ 52 h 116"/>
                <a:gd name="T96" fmla="*/ 98 w 102"/>
                <a:gd name="T97" fmla="*/ 58 h 116"/>
                <a:gd name="T98" fmla="*/ 98 w 102"/>
                <a:gd name="T99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2" h="116">
                  <a:moveTo>
                    <a:pt x="92" y="48"/>
                  </a:moveTo>
                  <a:cubicBezTo>
                    <a:pt x="90" y="48"/>
                    <a:pt x="90" y="49"/>
                    <a:pt x="86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6" y="44"/>
                    <a:pt x="82" y="40"/>
                    <a:pt x="76" y="40"/>
                  </a:cubicBezTo>
                  <a:cubicBezTo>
                    <a:pt x="74" y="40"/>
                    <a:pt x="74" y="41"/>
                    <a:pt x="70" y="42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8"/>
                    <a:pt x="67" y="4"/>
                    <a:pt x="61" y="4"/>
                  </a:cubicBezTo>
                  <a:cubicBezTo>
                    <a:pt x="57" y="4"/>
                    <a:pt x="54" y="6"/>
                    <a:pt x="53" y="10"/>
                  </a:cubicBezTo>
                  <a:cubicBezTo>
                    <a:pt x="51" y="9"/>
                    <a:pt x="49" y="8"/>
                    <a:pt x="46" y="8"/>
                  </a:cubicBezTo>
                  <a:cubicBezTo>
                    <a:pt x="41" y="8"/>
                    <a:pt x="38" y="8"/>
                    <a:pt x="37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26" y="46"/>
                    <a:pt x="19" y="40"/>
                    <a:pt x="13" y="46"/>
                  </a:cubicBezTo>
                  <a:cubicBezTo>
                    <a:pt x="5" y="54"/>
                    <a:pt x="22" y="70"/>
                    <a:pt x="35" y="94"/>
                  </a:cubicBezTo>
                  <a:cubicBezTo>
                    <a:pt x="44" y="110"/>
                    <a:pt x="57" y="116"/>
                    <a:pt x="69" y="116"/>
                  </a:cubicBezTo>
                  <a:cubicBezTo>
                    <a:pt x="88" y="116"/>
                    <a:pt x="102" y="101"/>
                    <a:pt x="102" y="82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2"/>
                    <a:pt x="98" y="48"/>
                    <a:pt x="92" y="48"/>
                  </a:cubicBezTo>
                  <a:close/>
                  <a:moveTo>
                    <a:pt x="98" y="67"/>
                  </a:moveTo>
                  <a:cubicBezTo>
                    <a:pt x="98" y="82"/>
                    <a:pt x="98" y="82"/>
                    <a:pt x="98" y="82"/>
                  </a:cubicBezTo>
                  <a:cubicBezTo>
                    <a:pt x="98" y="98"/>
                    <a:pt x="86" y="112"/>
                    <a:pt x="69" y="112"/>
                  </a:cubicBezTo>
                  <a:cubicBezTo>
                    <a:pt x="54" y="112"/>
                    <a:pt x="46" y="104"/>
                    <a:pt x="39" y="92"/>
                  </a:cubicBezTo>
                  <a:cubicBezTo>
                    <a:pt x="23" y="65"/>
                    <a:pt x="11" y="53"/>
                    <a:pt x="15" y="49"/>
                  </a:cubicBezTo>
                  <a:cubicBezTo>
                    <a:pt x="20" y="45"/>
                    <a:pt x="30" y="54"/>
                    <a:pt x="38" y="63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4"/>
                    <a:pt x="41" y="12"/>
                    <a:pt x="44" y="12"/>
                  </a:cubicBezTo>
                  <a:cubicBezTo>
                    <a:pt x="47" y="12"/>
                    <a:pt x="50" y="14"/>
                    <a:pt x="50" y="18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0"/>
                    <a:pt x="57" y="8"/>
                    <a:pt x="60" y="8"/>
                  </a:cubicBezTo>
                  <a:cubicBezTo>
                    <a:pt x="63" y="8"/>
                    <a:pt x="66" y="10"/>
                    <a:pt x="66" y="14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46"/>
                    <a:pt x="73" y="44"/>
                    <a:pt x="76" y="44"/>
                  </a:cubicBezTo>
                  <a:cubicBezTo>
                    <a:pt x="79" y="44"/>
                    <a:pt x="82" y="46"/>
                    <a:pt x="82" y="5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86" y="54"/>
                    <a:pt x="89" y="52"/>
                    <a:pt x="92" y="52"/>
                  </a:cubicBezTo>
                  <a:cubicBezTo>
                    <a:pt x="95" y="52"/>
                    <a:pt x="98" y="54"/>
                    <a:pt x="98" y="58"/>
                  </a:cubicBezTo>
                  <a:lnTo>
                    <a:pt x="98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 15"/>
            <p:cNvSpPr>
              <a:spLocks noEditPoints="1"/>
            </p:cNvSpPr>
            <p:nvPr/>
          </p:nvSpPr>
          <p:spPr bwMode="auto">
            <a:xfrm>
              <a:off x="2189012" y="1023282"/>
              <a:ext cx="265113" cy="303213"/>
            </a:xfrm>
            <a:custGeom>
              <a:avLst/>
              <a:gdLst>
                <a:gd name="T0" fmla="*/ 66 w 102"/>
                <a:gd name="T1" fmla="*/ 20 h 116"/>
                <a:gd name="T2" fmla="*/ 94 w 102"/>
                <a:gd name="T3" fmla="*/ 20 h 116"/>
                <a:gd name="T4" fmla="*/ 81 w 102"/>
                <a:gd name="T5" fmla="*/ 33 h 116"/>
                <a:gd name="T6" fmla="*/ 84 w 102"/>
                <a:gd name="T7" fmla="*/ 36 h 116"/>
                <a:gd name="T8" fmla="*/ 102 w 102"/>
                <a:gd name="T9" fmla="*/ 18 h 116"/>
                <a:gd name="T10" fmla="*/ 84 w 102"/>
                <a:gd name="T11" fmla="*/ 0 h 116"/>
                <a:gd name="T12" fmla="*/ 81 w 102"/>
                <a:gd name="T13" fmla="*/ 3 h 116"/>
                <a:gd name="T14" fmla="*/ 94 w 102"/>
                <a:gd name="T15" fmla="*/ 16 h 116"/>
                <a:gd name="T16" fmla="*/ 66 w 102"/>
                <a:gd name="T17" fmla="*/ 16 h 116"/>
                <a:gd name="T18" fmla="*/ 66 w 102"/>
                <a:gd name="T19" fmla="*/ 14 h 116"/>
                <a:gd name="T20" fmla="*/ 56 w 102"/>
                <a:gd name="T21" fmla="*/ 4 h 116"/>
                <a:gd name="T22" fmla="*/ 47 w 102"/>
                <a:gd name="T23" fmla="*/ 11 h 116"/>
                <a:gd name="T24" fmla="*/ 40 w 102"/>
                <a:gd name="T25" fmla="*/ 8 h 116"/>
                <a:gd name="T26" fmla="*/ 30 w 102"/>
                <a:gd name="T27" fmla="*/ 18 h 116"/>
                <a:gd name="T28" fmla="*/ 30 w 102"/>
                <a:gd name="T29" fmla="*/ 53 h 116"/>
                <a:gd name="T30" fmla="*/ 30 w 102"/>
                <a:gd name="T31" fmla="*/ 53 h 116"/>
                <a:gd name="T32" fmla="*/ 8 w 102"/>
                <a:gd name="T33" fmla="*/ 46 h 116"/>
                <a:gd name="T34" fmla="*/ 30 w 102"/>
                <a:gd name="T35" fmla="*/ 94 h 116"/>
                <a:gd name="T36" fmla="*/ 64 w 102"/>
                <a:gd name="T37" fmla="*/ 116 h 116"/>
                <a:gd name="T38" fmla="*/ 98 w 102"/>
                <a:gd name="T39" fmla="*/ 82 h 116"/>
                <a:gd name="T40" fmla="*/ 98 w 102"/>
                <a:gd name="T41" fmla="*/ 58 h 116"/>
                <a:gd name="T42" fmla="*/ 88 w 102"/>
                <a:gd name="T43" fmla="*/ 48 h 116"/>
                <a:gd name="T44" fmla="*/ 82 w 102"/>
                <a:gd name="T45" fmla="*/ 50 h 116"/>
                <a:gd name="T46" fmla="*/ 82 w 102"/>
                <a:gd name="T47" fmla="*/ 50 h 116"/>
                <a:gd name="T48" fmla="*/ 72 w 102"/>
                <a:gd name="T49" fmla="*/ 40 h 116"/>
                <a:gd name="T50" fmla="*/ 66 w 102"/>
                <a:gd name="T51" fmla="*/ 42 h 116"/>
                <a:gd name="T52" fmla="*/ 66 w 102"/>
                <a:gd name="T53" fmla="*/ 20 h 116"/>
                <a:gd name="T54" fmla="*/ 64 w 102"/>
                <a:gd name="T55" fmla="*/ 112 h 116"/>
                <a:gd name="T56" fmla="*/ 33 w 102"/>
                <a:gd name="T57" fmla="*/ 92 h 116"/>
                <a:gd name="T58" fmla="*/ 11 w 102"/>
                <a:gd name="T59" fmla="*/ 49 h 116"/>
                <a:gd name="T60" fmla="*/ 34 w 102"/>
                <a:gd name="T61" fmla="*/ 63 h 116"/>
                <a:gd name="T62" fmla="*/ 34 w 102"/>
                <a:gd name="T63" fmla="*/ 18 h 116"/>
                <a:gd name="T64" fmla="*/ 40 w 102"/>
                <a:gd name="T65" fmla="*/ 12 h 116"/>
                <a:gd name="T66" fmla="*/ 46 w 102"/>
                <a:gd name="T67" fmla="*/ 18 h 116"/>
                <a:gd name="T68" fmla="*/ 46 w 102"/>
                <a:gd name="T69" fmla="*/ 60 h 116"/>
                <a:gd name="T70" fmla="*/ 50 w 102"/>
                <a:gd name="T71" fmla="*/ 60 h 116"/>
                <a:gd name="T72" fmla="*/ 50 w 102"/>
                <a:gd name="T73" fmla="*/ 14 h 116"/>
                <a:gd name="T74" fmla="*/ 56 w 102"/>
                <a:gd name="T75" fmla="*/ 8 h 116"/>
                <a:gd name="T76" fmla="*/ 62 w 102"/>
                <a:gd name="T77" fmla="*/ 14 h 116"/>
                <a:gd name="T78" fmla="*/ 62 w 102"/>
                <a:gd name="T79" fmla="*/ 56 h 116"/>
                <a:gd name="T80" fmla="*/ 66 w 102"/>
                <a:gd name="T81" fmla="*/ 56 h 116"/>
                <a:gd name="T82" fmla="*/ 66 w 102"/>
                <a:gd name="T83" fmla="*/ 50 h 116"/>
                <a:gd name="T84" fmla="*/ 72 w 102"/>
                <a:gd name="T85" fmla="*/ 44 h 116"/>
                <a:gd name="T86" fmla="*/ 78 w 102"/>
                <a:gd name="T87" fmla="*/ 50 h 116"/>
                <a:gd name="T88" fmla="*/ 78 w 102"/>
                <a:gd name="T89" fmla="*/ 60 h 116"/>
                <a:gd name="T90" fmla="*/ 82 w 102"/>
                <a:gd name="T91" fmla="*/ 60 h 116"/>
                <a:gd name="T92" fmla="*/ 82 w 102"/>
                <a:gd name="T93" fmla="*/ 58 h 116"/>
                <a:gd name="T94" fmla="*/ 88 w 102"/>
                <a:gd name="T95" fmla="*/ 52 h 116"/>
                <a:gd name="T96" fmla="*/ 94 w 102"/>
                <a:gd name="T97" fmla="*/ 58 h 116"/>
                <a:gd name="T98" fmla="*/ 94 w 102"/>
                <a:gd name="T99" fmla="*/ 67 h 116"/>
                <a:gd name="T100" fmla="*/ 94 w 102"/>
                <a:gd name="T101" fmla="*/ 82 h 116"/>
                <a:gd name="T102" fmla="*/ 64 w 102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2" h="116">
                  <a:moveTo>
                    <a:pt x="66" y="20"/>
                  </a:moveTo>
                  <a:cubicBezTo>
                    <a:pt x="94" y="20"/>
                    <a:pt x="94" y="20"/>
                    <a:pt x="94" y="20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2" y="4"/>
                    <a:pt x="56" y="4"/>
                  </a:cubicBezTo>
                  <a:cubicBezTo>
                    <a:pt x="52" y="4"/>
                    <a:pt x="48" y="7"/>
                    <a:pt x="47" y="11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3" y="41"/>
                    <a:pt x="8" y="46"/>
                  </a:cubicBezTo>
                  <a:cubicBezTo>
                    <a:pt x="0" y="54"/>
                    <a:pt x="16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ubicBezTo>
                    <a:pt x="86" y="48"/>
                    <a:pt x="84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2"/>
                  </a:cubicBezTo>
                  <a:cubicBezTo>
                    <a:pt x="66" y="20"/>
                    <a:pt x="66" y="20"/>
                    <a:pt x="66" y="20"/>
                  </a:cubicBezTo>
                  <a:close/>
                  <a:moveTo>
                    <a:pt x="64" y="112"/>
                  </a:moveTo>
                  <a:cubicBezTo>
                    <a:pt x="49" y="112"/>
                    <a:pt x="40" y="104"/>
                    <a:pt x="33" y="92"/>
                  </a:cubicBezTo>
                  <a:cubicBezTo>
                    <a:pt x="17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1"/>
                    <a:pt x="53" y="8"/>
                    <a:pt x="56" y="8"/>
                  </a:cubicBezTo>
                  <a:cubicBezTo>
                    <a:pt x="59" y="8"/>
                    <a:pt x="62" y="11"/>
                    <a:pt x="62" y="14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82"/>
                    <a:pt x="94" y="82"/>
                    <a:pt x="94" y="82"/>
                  </a:cubicBezTo>
                  <a:cubicBezTo>
                    <a:pt x="94" y="99"/>
                    <a:pt x="81" y="112"/>
                    <a:pt x="64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2" name="Freeform 16"/>
            <p:cNvSpPr>
              <a:spLocks noEditPoints="1"/>
            </p:cNvSpPr>
            <p:nvPr/>
          </p:nvSpPr>
          <p:spPr bwMode="auto">
            <a:xfrm>
              <a:off x="9297948" y="2847899"/>
              <a:ext cx="254000" cy="292100"/>
            </a:xfrm>
            <a:custGeom>
              <a:avLst/>
              <a:gdLst>
                <a:gd name="T0" fmla="*/ 62 w 98"/>
                <a:gd name="T1" fmla="*/ 108 h 112"/>
                <a:gd name="T2" fmla="*/ 64 w 98"/>
                <a:gd name="T3" fmla="*/ 108 h 112"/>
                <a:gd name="T4" fmla="*/ 94 w 98"/>
                <a:gd name="T5" fmla="*/ 78 h 112"/>
                <a:gd name="T6" fmla="*/ 94 w 98"/>
                <a:gd name="T7" fmla="*/ 63 h 112"/>
                <a:gd name="T8" fmla="*/ 94 w 98"/>
                <a:gd name="T9" fmla="*/ 54 h 112"/>
                <a:gd name="T10" fmla="*/ 88 w 98"/>
                <a:gd name="T11" fmla="*/ 48 h 112"/>
                <a:gd name="T12" fmla="*/ 82 w 98"/>
                <a:gd name="T13" fmla="*/ 54 h 112"/>
                <a:gd name="T14" fmla="*/ 82 w 98"/>
                <a:gd name="T15" fmla="*/ 56 h 112"/>
                <a:gd name="T16" fmla="*/ 78 w 98"/>
                <a:gd name="T17" fmla="*/ 56 h 112"/>
                <a:gd name="T18" fmla="*/ 78 w 98"/>
                <a:gd name="T19" fmla="*/ 46 h 112"/>
                <a:gd name="T20" fmla="*/ 72 w 98"/>
                <a:gd name="T21" fmla="*/ 40 h 112"/>
                <a:gd name="T22" fmla="*/ 66 w 98"/>
                <a:gd name="T23" fmla="*/ 46 h 112"/>
                <a:gd name="T24" fmla="*/ 66 w 98"/>
                <a:gd name="T25" fmla="*/ 52 h 112"/>
                <a:gd name="T26" fmla="*/ 62 w 98"/>
                <a:gd name="T27" fmla="*/ 52 h 112"/>
                <a:gd name="T28" fmla="*/ 62 w 98"/>
                <a:gd name="T29" fmla="*/ 10 h 112"/>
                <a:gd name="T30" fmla="*/ 56 w 98"/>
                <a:gd name="T31" fmla="*/ 4 h 112"/>
                <a:gd name="T32" fmla="*/ 50 w 98"/>
                <a:gd name="T33" fmla="*/ 10 h 112"/>
                <a:gd name="T34" fmla="*/ 50 w 98"/>
                <a:gd name="T35" fmla="*/ 56 h 112"/>
                <a:gd name="T36" fmla="*/ 46 w 98"/>
                <a:gd name="T37" fmla="*/ 56 h 112"/>
                <a:gd name="T38" fmla="*/ 46 w 98"/>
                <a:gd name="T39" fmla="*/ 14 h 112"/>
                <a:gd name="T40" fmla="*/ 40 w 98"/>
                <a:gd name="T41" fmla="*/ 8 h 112"/>
                <a:gd name="T42" fmla="*/ 34 w 98"/>
                <a:gd name="T43" fmla="*/ 14 h 112"/>
                <a:gd name="T44" fmla="*/ 34 w 98"/>
                <a:gd name="T45" fmla="*/ 59 h 112"/>
                <a:gd name="T46" fmla="*/ 11 w 98"/>
                <a:gd name="T47" fmla="*/ 45 h 112"/>
                <a:gd name="T48" fmla="*/ 33 w 98"/>
                <a:gd name="T49" fmla="*/ 88 h 112"/>
                <a:gd name="T50" fmla="*/ 58 w 98"/>
                <a:gd name="T51" fmla="*/ 108 h 112"/>
                <a:gd name="T52" fmla="*/ 58 w 98"/>
                <a:gd name="T53" fmla="*/ 72 h 112"/>
                <a:gd name="T54" fmla="*/ 45 w 98"/>
                <a:gd name="T55" fmla="*/ 85 h 112"/>
                <a:gd name="T56" fmla="*/ 42 w 98"/>
                <a:gd name="T57" fmla="*/ 82 h 112"/>
                <a:gd name="T58" fmla="*/ 60 w 98"/>
                <a:gd name="T59" fmla="*/ 64 h 112"/>
                <a:gd name="T60" fmla="*/ 78 w 98"/>
                <a:gd name="T61" fmla="*/ 82 h 112"/>
                <a:gd name="T62" fmla="*/ 75 w 98"/>
                <a:gd name="T63" fmla="*/ 85 h 112"/>
                <a:gd name="T64" fmla="*/ 62 w 98"/>
                <a:gd name="T65" fmla="*/ 72 h 112"/>
                <a:gd name="T66" fmla="*/ 62 w 98"/>
                <a:gd name="T67" fmla="*/ 108 h 112"/>
                <a:gd name="T68" fmla="*/ 98 w 98"/>
                <a:gd name="T69" fmla="*/ 78 h 112"/>
                <a:gd name="T70" fmla="*/ 64 w 98"/>
                <a:gd name="T71" fmla="*/ 112 h 112"/>
                <a:gd name="T72" fmla="*/ 30 w 98"/>
                <a:gd name="T73" fmla="*/ 90 h 112"/>
                <a:gd name="T74" fmla="*/ 8 w 98"/>
                <a:gd name="T75" fmla="*/ 42 h 112"/>
                <a:gd name="T76" fmla="*/ 30 w 98"/>
                <a:gd name="T77" fmla="*/ 49 h 112"/>
                <a:gd name="T78" fmla="*/ 30 w 98"/>
                <a:gd name="T79" fmla="*/ 49 h 112"/>
                <a:gd name="T80" fmla="*/ 30 w 98"/>
                <a:gd name="T81" fmla="*/ 14 h 112"/>
                <a:gd name="T82" fmla="*/ 40 w 98"/>
                <a:gd name="T83" fmla="*/ 4 h 112"/>
                <a:gd name="T84" fmla="*/ 47 w 98"/>
                <a:gd name="T85" fmla="*/ 7 h 112"/>
                <a:gd name="T86" fmla="*/ 56 w 98"/>
                <a:gd name="T87" fmla="*/ 0 h 112"/>
                <a:gd name="T88" fmla="*/ 66 w 98"/>
                <a:gd name="T89" fmla="*/ 10 h 112"/>
                <a:gd name="T90" fmla="*/ 66 w 98"/>
                <a:gd name="T91" fmla="*/ 38 h 112"/>
                <a:gd name="T92" fmla="*/ 72 w 98"/>
                <a:gd name="T93" fmla="*/ 36 h 112"/>
                <a:gd name="T94" fmla="*/ 82 w 98"/>
                <a:gd name="T95" fmla="*/ 46 h 112"/>
                <a:gd name="T96" fmla="*/ 82 w 98"/>
                <a:gd name="T97" fmla="*/ 46 h 112"/>
                <a:gd name="T98" fmla="*/ 88 w 98"/>
                <a:gd name="T99" fmla="*/ 44 h 112"/>
                <a:gd name="T100" fmla="*/ 98 w 98"/>
                <a:gd name="T101" fmla="*/ 54 h 112"/>
                <a:gd name="T102" fmla="*/ 98 w 98"/>
                <a:gd name="T103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2">
                  <a:moveTo>
                    <a:pt x="62" y="108"/>
                  </a:moveTo>
                  <a:cubicBezTo>
                    <a:pt x="63" y="108"/>
                    <a:pt x="64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78" y="43"/>
                    <a:pt x="76" y="40"/>
                    <a:pt x="72" y="40"/>
                  </a:cubicBezTo>
                  <a:cubicBezTo>
                    <a:pt x="69" y="40"/>
                    <a:pt x="66" y="43"/>
                    <a:pt x="66" y="46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39" y="98"/>
                    <a:pt x="47" y="106"/>
                    <a:pt x="58" y="108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8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2" y="0"/>
                    <a:pt x="66" y="4"/>
                    <a:pt x="66" y="10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8" y="37"/>
                    <a:pt x="70" y="36"/>
                    <a:pt x="72" y="36"/>
                  </a:cubicBezTo>
                  <a:cubicBezTo>
                    <a:pt x="78" y="36"/>
                    <a:pt x="82" y="40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 17"/>
            <p:cNvSpPr>
              <a:spLocks noEditPoints="1"/>
            </p:cNvSpPr>
            <p:nvPr/>
          </p:nvSpPr>
          <p:spPr bwMode="auto">
            <a:xfrm>
              <a:off x="10914920" y="5783450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2 h 112"/>
                <a:gd name="T64" fmla="*/ 62 w 98"/>
                <a:gd name="T65" fmla="*/ 88 h 112"/>
                <a:gd name="T66" fmla="*/ 49 w 98"/>
                <a:gd name="T67" fmla="*/ 75 h 112"/>
                <a:gd name="T68" fmla="*/ 46 w 98"/>
                <a:gd name="T69" fmla="*/ 78 h 112"/>
                <a:gd name="T70" fmla="*/ 64 w 98"/>
                <a:gd name="T71" fmla="*/ 96 h 112"/>
                <a:gd name="T72" fmla="*/ 82 w 98"/>
                <a:gd name="T73" fmla="*/ 78 h 112"/>
                <a:gd name="T74" fmla="*/ 79 w 98"/>
                <a:gd name="T75" fmla="*/ 75 h 112"/>
                <a:gd name="T76" fmla="*/ 66 w 98"/>
                <a:gd name="T77" fmla="*/ 88 h 112"/>
                <a:gd name="T78" fmla="*/ 66 w 98"/>
                <a:gd name="T79" fmla="*/ 52 h 112"/>
                <a:gd name="T80" fmla="*/ 66 w 98"/>
                <a:gd name="T81" fmla="*/ 46 h 112"/>
                <a:gd name="T82" fmla="*/ 72 w 98"/>
                <a:gd name="T83" fmla="*/ 40 h 112"/>
                <a:gd name="T84" fmla="*/ 78 w 98"/>
                <a:gd name="T85" fmla="*/ 46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2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66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0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Freeform 18"/>
            <p:cNvSpPr>
              <a:spLocks noEditPoints="1"/>
            </p:cNvSpPr>
            <p:nvPr/>
          </p:nvSpPr>
          <p:spPr bwMode="auto">
            <a:xfrm>
              <a:off x="10591801" y="355034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4 h 112"/>
                <a:gd name="T64" fmla="*/ 66 w 98"/>
                <a:gd name="T65" fmla="*/ 54 h 112"/>
                <a:gd name="T66" fmla="*/ 66 w 98"/>
                <a:gd name="T67" fmla="*/ 46 h 112"/>
                <a:gd name="T68" fmla="*/ 72 w 98"/>
                <a:gd name="T69" fmla="*/ 40 h 112"/>
                <a:gd name="T70" fmla="*/ 78 w 98"/>
                <a:gd name="T71" fmla="*/ 46 h 112"/>
                <a:gd name="T72" fmla="*/ 78 w 98"/>
                <a:gd name="T73" fmla="*/ 58 h 112"/>
                <a:gd name="T74" fmla="*/ 82 w 98"/>
                <a:gd name="T75" fmla="*/ 58 h 112"/>
                <a:gd name="T76" fmla="*/ 82 w 98"/>
                <a:gd name="T77" fmla="*/ 54 h 112"/>
                <a:gd name="T78" fmla="*/ 88 w 98"/>
                <a:gd name="T79" fmla="*/ 48 h 112"/>
                <a:gd name="T80" fmla="*/ 94 w 98"/>
                <a:gd name="T81" fmla="*/ 54 h 112"/>
                <a:gd name="T82" fmla="*/ 94 w 98"/>
                <a:gd name="T83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70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1734802" y="4456235"/>
              <a:ext cx="254000" cy="333375"/>
              <a:chOff x="8229600" y="1885950"/>
              <a:chExt cx="254000" cy="333375"/>
            </a:xfrm>
            <a:grpFill/>
          </p:grpSpPr>
          <p:sp>
            <p:nvSpPr>
              <p:cNvPr id="229" name="Freeform 19"/>
              <p:cNvSpPr/>
              <p:nvPr/>
            </p:nvSpPr>
            <p:spPr bwMode="auto">
              <a:xfrm>
                <a:off x="8286750" y="1906588"/>
                <a:ext cx="138113" cy="85725"/>
              </a:xfrm>
              <a:custGeom>
                <a:avLst/>
                <a:gdLst>
                  <a:gd name="T0" fmla="*/ 24 w 53"/>
                  <a:gd name="T1" fmla="*/ 9 h 33"/>
                  <a:gd name="T2" fmla="*/ 35 w 53"/>
                  <a:gd name="T3" fmla="*/ 5 h 33"/>
                  <a:gd name="T4" fmla="*/ 45 w 53"/>
                  <a:gd name="T5" fmla="*/ 10 h 33"/>
                  <a:gd name="T6" fmla="*/ 45 w 53"/>
                  <a:gd name="T7" fmla="*/ 10 h 33"/>
                  <a:gd name="T8" fmla="*/ 48 w 53"/>
                  <a:gd name="T9" fmla="*/ 18 h 33"/>
                  <a:gd name="T10" fmla="*/ 48 w 53"/>
                  <a:gd name="T11" fmla="*/ 29 h 33"/>
                  <a:gd name="T12" fmla="*/ 53 w 53"/>
                  <a:gd name="T13" fmla="*/ 18 h 33"/>
                  <a:gd name="T14" fmla="*/ 35 w 53"/>
                  <a:gd name="T15" fmla="*/ 0 h 33"/>
                  <a:gd name="T16" fmla="*/ 23 w 53"/>
                  <a:gd name="T17" fmla="*/ 4 h 33"/>
                  <a:gd name="T18" fmla="*/ 19 w 53"/>
                  <a:gd name="T19" fmla="*/ 4 h 33"/>
                  <a:gd name="T20" fmla="*/ 0 w 53"/>
                  <a:gd name="T21" fmla="*/ 22 h 33"/>
                  <a:gd name="T22" fmla="*/ 4 w 53"/>
                  <a:gd name="T23" fmla="*/ 33 h 33"/>
                  <a:gd name="T24" fmla="*/ 4 w 53"/>
                  <a:gd name="T25" fmla="*/ 22 h 33"/>
                  <a:gd name="T26" fmla="*/ 9 w 53"/>
                  <a:gd name="T27" fmla="*/ 14 h 33"/>
                  <a:gd name="T28" fmla="*/ 9 w 53"/>
                  <a:gd name="T29" fmla="*/ 14 h 33"/>
                  <a:gd name="T30" fmla="*/ 19 w 53"/>
                  <a:gd name="T31" fmla="*/ 9 h 33"/>
                  <a:gd name="T32" fmla="*/ 24 w 53"/>
                  <a:gd name="T33" fmla="*/ 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" h="33">
                    <a:moveTo>
                      <a:pt x="24" y="9"/>
                    </a:moveTo>
                    <a:cubicBezTo>
                      <a:pt x="27" y="6"/>
                      <a:pt x="31" y="5"/>
                      <a:pt x="35" y="5"/>
                    </a:cubicBezTo>
                    <a:cubicBezTo>
                      <a:pt x="39" y="5"/>
                      <a:pt x="42" y="6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7" y="10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3" y="22"/>
                      <a:pt x="53" y="18"/>
                    </a:cubicBezTo>
                    <a:cubicBezTo>
                      <a:pt x="53" y="8"/>
                      <a:pt x="45" y="0"/>
                      <a:pt x="35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2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1" y="9"/>
                      <a:pt x="23" y="8"/>
                      <a:pt x="2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0" name="Freeform 20"/>
              <p:cNvSpPr/>
              <p:nvPr/>
            </p:nvSpPr>
            <p:spPr bwMode="auto">
              <a:xfrm>
                <a:off x="8266113" y="1885950"/>
                <a:ext cx="179388" cy="134938"/>
              </a:xfrm>
              <a:custGeom>
                <a:avLst/>
                <a:gdLst>
                  <a:gd name="T0" fmla="*/ 12 w 69"/>
                  <a:gd name="T1" fmla="*/ 52 h 52"/>
                  <a:gd name="T2" fmla="*/ 12 w 69"/>
                  <a:gd name="T3" fmla="*/ 47 h 52"/>
                  <a:gd name="T4" fmla="*/ 5 w 69"/>
                  <a:gd name="T5" fmla="*/ 30 h 52"/>
                  <a:gd name="T6" fmla="*/ 27 w 69"/>
                  <a:gd name="T7" fmla="*/ 8 h 52"/>
                  <a:gd name="T8" fmla="*/ 30 w 69"/>
                  <a:gd name="T9" fmla="*/ 8 h 52"/>
                  <a:gd name="T10" fmla="*/ 43 w 69"/>
                  <a:gd name="T11" fmla="*/ 4 h 52"/>
                  <a:gd name="T12" fmla="*/ 64 w 69"/>
                  <a:gd name="T13" fmla="*/ 26 h 52"/>
                  <a:gd name="T14" fmla="*/ 56 w 69"/>
                  <a:gd name="T15" fmla="*/ 43 h 52"/>
                  <a:gd name="T16" fmla="*/ 56 w 69"/>
                  <a:gd name="T17" fmla="*/ 48 h 52"/>
                  <a:gd name="T18" fmla="*/ 69 w 69"/>
                  <a:gd name="T19" fmla="*/ 26 h 52"/>
                  <a:gd name="T20" fmla="*/ 43 w 69"/>
                  <a:gd name="T21" fmla="*/ 0 h 52"/>
                  <a:gd name="T22" fmla="*/ 29 w 69"/>
                  <a:gd name="T23" fmla="*/ 4 h 52"/>
                  <a:gd name="T24" fmla="*/ 27 w 69"/>
                  <a:gd name="T25" fmla="*/ 4 h 52"/>
                  <a:gd name="T26" fmla="*/ 0 w 69"/>
                  <a:gd name="T27" fmla="*/ 30 h 52"/>
                  <a:gd name="T28" fmla="*/ 12 w 69"/>
                  <a:gd name="T2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5" y="37"/>
                      <a:pt x="5" y="30"/>
                    </a:cubicBezTo>
                    <a:cubicBezTo>
                      <a:pt x="5" y="18"/>
                      <a:pt x="15" y="8"/>
                      <a:pt x="27" y="8"/>
                    </a:cubicBezTo>
                    <a:cubicBezTo>
                      <a:pt x="28" y="8"/>
                      <a:pt x="29" y="8"/>
                      <a:pt x="30" y="8"/>
                    </a:cubicBezTo>
                    <a:cubicBezTo>
                      <a:pt x="34" y="6"/>
                      <a:pt x="38" y="4"/>
                      <a:pt x="43" y="4"/>
                    </a:cubicBezTo>
                    <a:cubicBezTo>
                      <a:pt x="55" y="4"/>
                      <a:pt x="64" y="14"/>
                      <a:pt x="64" y="26"/>
                    </a:cubicBezTo>
                    <a:cubicBezTo>
                      <a:pt x="64" y="33"/>
                      <a:pt x="60" y="39"/>
                      <a:pt x="56" y="43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4" y="43"/>
                      <a:pt x="69" y="35"/>
                      <a:pt x="69" y="26"/>
                    </a:cubicBezTo>
                    <a:cubicBezTo>
                      <a:pt x="69" y="12"/>
                      <a:pt x="57" y="0"/>
                      <a:pt x="43" y="0"/>
                    </a:cubicBezTo>
                    <a:cubicBezTo>
                      <a:pt x="38" y="0"/>
                      <a:pt x="33" y="1"/>
                      <a:pt x="29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13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1" name="Freeform 21"/>
              <p:cNvSpPr>
                <a:spLocks noEditPoints="1"/>
              </p:cNvSpPr>
              <p:nvPr/>
            </p:nvSpPr>
            <p:spPr bwMode="auto">
              <a:xfrm>
                <a:off x="8229600" y="1927225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7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6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49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2458028" y="1802029"/>
              <a:ext cx="254000" cy="312737"/>
              <a:chOff x="615950" y="2532063"/>
              <a:chExt cx="254000" cy="312737"/>
            </a:xfrm>
            <a:grpFill/>
          </p:grpSpPr>
          <p:sp>
            <p:nvSpPr>
              <p:cNvPr id="227" name="Freeform 22"/>
              <p:cNvSpPr/>
              <p:nvPr/>
            </p:nvSpPr>
            <p:spPr bwMode="auto">
              <a:xfrm>
                <a:off x="673100" y="2532063"/>
                <a:ext cx="134938" cy="85725"/>
              </a:xfrm>
              <a:custGeom>
                <a:avLst/>
                <a:gdLst>
                  <a:gd name="T0" fmla="*/ 4 w 52"/>
                  <a:gd name="T1" fmla="*/ 22 h 33"/>
                  <a:gd name="T2" fmla="*/ 8 w 52"/>
                  <a:gd name="T3" fmla="*/ 14 h 33"/>
                  <a:gd name="T4" fmla="*/ 9 w 52"/>
                  <a:gd name="T5" fmla="*/ 14 h 33"/>
                  <a:gd name="T6" fmla="*/ 19 w 52"/>
                  <a:gd name="T7" fmla="*/ 9 h 33"/>
                  <a:gd name="T8" fmla="*/ 24 w 52"/>
                  <a:gd name="T9" fmla="*/ 9 h 33"/>
                  <a:gd name="T10" fmla="*/ 35 w 52"/>
                  <a:gd name="T11" fmla="*/ 4 h 33"/>
                  <a:gd name="T12" fmla="*/ 44 w 52"/>
                  <a:gd name="T13" fmla="*/ 8 h 33"/>
                  <a:gd name="T14" fmla="*/ 48 w 52"/>
                  <a:gd name="T15" fmla="*/ 18 h 33"/>
                  <a:gd name="T16" fmla="*/ 48 w 52"/>
                  <a:gd name="T17" fmla="*/ 29 h 33"/>
                  <a:gd name="T18" fmla="*/ 52 w 52"/>
                  <a:gd name="T19" fmla="*/ 18 h 33"/>
                  <a:gd name="T20" fmla="*/ 34 w 52"/>
                  <a:gd name="T21" fmla="*/ 0 h 33"/>
                  <a:gd name="T22" fmla="*/ 23 w 52"/>
                  <a:gd name="T23" fmla="*/ 4 h 33"/>
                  <a:gd name="T24" fmla="*/ 19 w 52"/>
                  <a:gd name="T25" fmla="*/ 4 h 33"/>
                  <a:gd name="T26" fmla="*/ 0 w 52"/>
                  <a:gd name="T27" fmla="*/ 22 h 33"/>
                  <a:gd name="T28" fmla="*/ 4 w 52"/>
                  <a:gd name="T29" fmla="*/ 33 h 33"/>
                  <a:gd name="T30" fmla="*/ 4 w 52"/>
                  <a:gd name="T3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33">
                    <a:moveTo>
                      <a:pt x="4" y="22"/>
                    </a:moveTo>
                    <a:cubicBezTo>
                      <a:pt x="4" y="18"/>
                      <a:pt x="6" y="14"/>
                      <a:pt x="8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0" y="9"/>
                      <a:pt x="22" y="9"/>
                      <a:pt x="24" y="9"/>
                    </a:cubicBezTo>
                    <a:cubicBezTo>
                      <a:pt x="26" y="6"/>
                      <a:pt x="30" y="4"/>
                      <a:pt x="35" y="4"/>
                    </a:cubicBezTo>
                    <a:cubicBezTo>
                      <a:pt x="38" y="4"/>
                      <a:pt x="42" y="6"/>
                      <a:pt x="44" y="8"/>
                    </a:cubicBezTo>
                    <a:cubicBezTo>
                      <a:pt x="47" y="11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2" y="22"/>
                      <a:pt x="52" y="18"/>
                    </a:cubicBezTo>
                    <a:cubicBezTo>
                      <a:pt x="52" y="8"/>
                      <a:pt x="44" y="0"/>
                      <a:pt x="34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lnTo>
                      <a:pt x="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8" name="Freeform 23"/>
              <p:cNvSpPr>
                <a:spLocks noEditPoints="1"/>
              </p:cNvSpPr>
              <p:nvPr/>
            </p:nvSpPr>
            <p:spPr bwMode="auto">
              <a:xfrm>
                <a:off x="615950" y="2552700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6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4 w 98"/>
                  <a:gd name="T39" fmla="*/ 108 h 112"/>
                  <a:gd name="T40" fmla="*/ 33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4221164" y="4171057"/>
              <a:ext cx="312738" cy="322263"/>
              <a:chOff x="1223963" y="2527300"/>
              <a:chExt cx="312738" cy="322263"/>
            </a:xfrm>
            <a:grpFill/>
          </p:grpSpPr>
          <p:sp>
            <p:nvSpPr>
              <p:cNvPr id="224" name="Freeform 24"/>
              <p:cNvSpPr/>
              <p:nvPr/>
            </p:nvSpPr>
            <p:spPr bwMode="auto">
              <a:xfrm>
                <a:off x="1223963" y="2592388"/>
                <a:ext cx="65088" cy="58738"/>
              </a:xfrm>
              <a:custGeom>
                <a:avLst/>
                <a:gdLst>
                  <a:gd name="T0" fmla="*/ 36 w 41"/>
                  <a:gd name="T1" fmla="*/ 0 h 37"/>
                  <a:gd name="T2" fmla="*/ 7 w 41"/>
                  <a:gd name="T3" fmla="*/ 26 h 37"/>
                  <a:gd name="T4" fmla="*/ 7 w 41"/>
                  <a:gd name="T5" fmla="*/ 5 h 37"/>
                  <a:gd name="T6" fmla="*/ 0 w 41"/>
                  <a:gd name="T7" fmla="*/ 5 h 37"/>
                  <a:gd name="T8" fmla="*/ 0 w 41"/>
                  <a:gd name="T9" fmla="*/ 37 h 37"/>
                  <a:gd name="T10" fmla="*/ 33 w 41"/>
                  <a:gd name="T11" fmla="*/ 37 h 37"/>
                  <a:gd name="T12" fmla="*/ 33 w 41"/>
                  <a:gd name="T13" fmla="*/ 31 h 37"/>
                  <a:gd name="T14" fmla="*/ 15 w 41"/>
                  <a:gd name="T15" fmla="*/ 31 h 37"/>
                  <a:gd name="T16" fmla="*/ 41 w 41"/>
                  <a:gd name="T17" fmla="*/ 5 h 37"/>
                  <a:gd name="T18" fmla="*/ 36 w 41"/>
                  <a:gd name="T1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37">
                    <a:moveTo>
                      <a:pt x="36" y="0"/>
                    </a:moveTo>
                    <a:lnTo>
                      <a:pt x="7" y="26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0" y="37"/>
                    </a:lnTo>
                    <a:lnTo>
                      <a:pt x="33" y="37"/>
                    </a:lnTo>
                    <a:lnTo>
                      <a:pt x="33" y="31"/>
                    </a:lnTo>
                    <a:lnTo>
                      <a:pt x="15" y="31"/>
                    </a:lnTo>
                    <a:lnTo>
                      <a:pt x="41" y="5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5" name="Freeform 25"/>
              <p:cNvSpPr/>
              <p:nvPr/>
            </p:nvSpPr>
            <p:spPr bwMode="auto">
              <a:xfrm>
                <a:off x="1292225" y="2527300"/>
                <a:ext cx="57150" cy="58738"/>
              </a:xfrm>
              <a:custGeom>
                <a:avLst/>
                <a:gdLst>
                  <a:gd name="T0" fmla="*/ 29 w 36"/>
                  <a:gd name="T1" fmla="*/ 32 h 37"/>
                  <a:gd name="T2" fmla="*/ 36 w 36"/>
                  <a:gd name="T3" fmla="*/ 32 h 37"/>
                  <a:gd name="T4" fmla="*/ 36 w 36"/>
                  <a:gd name="T5" fmla="*/ 0 h 37"/>
                  <a:gd name="T6" fmla="*/ 3 w 36"/>
                  <a:gd name="T7" fmla="*/ 0 h 37"/>
                  <a:gd name="T8" fmla="*/ 3 w 36"/>
                  <a:gd name="T9" fmla="*/ 6 h 37"/>
                  <a:gd name="T10" fmla="*/ 28 w 36"/>
                  <a:gd name="T11" fmla="*/ 6 h 37"/>
                  <a:gd name="T12" fmla="*/ 0 w 36"/>
                  <a:gd name="T13" fmla="*/ 32 h 37"/>
                  <a:gd name="T14" fmla="*/ 3 w 36"/>
                  <a:gd name="T15" fmla="*/ 37 h 37"/>
                  <a:gd name="T16" fmla="*/ 29 w 36"/>
                  <a:gd name="T17" fmla="*/ 11 h 37"/>
                  <a:gd name="T18" fmla="*/ 29 w 36"/>
                  <a:gd name="T19" fmla="*/ 3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7">
                    <a:moveTo>
                      <a:pt x="29" y="32"/>
                    </a:moveTo>
                    <a:lnTo>
                      <a:pt x="36" y="32"/>
                    </a:lnTo>
                    <a:lnTo>
                      <a:pt x="36" y="0"/>
                    </a:lnTo>
                    <a:lnTo>
                      <a:pt x="3" y="0"/>
                    </a:lnTo>
                    <a:lnTo>
                      <a:pt x="3" y="6"/>
                    </a:lnTo>
                    <a:lnTo>
                      <a:pt x="28" y="6"/>
                    </a:lnTo>
                    <a:lnTo>
                      <a:pt x="0" y="32"/>
                    </a:lnTo>
                    <a:lnTo>
                      <a:pt x="3" y="37"/>
                    </a:lnTo>
                    <a:lnTo>
                      <a:pt x="29" y="11"/>
                    </a:lnTo>
                    <a:lnTo>
                      <a:pt x="29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6" name="Freeform 26"/>
              <p:cNvSpPr>
                <a:spLocks noEditPoints="1"/>
              </p:cNvSpPr>
              <p:nvPr/>
            </p:nvSpPr>
            <p:spPr bwMode="auto">
              <a:xfrm>
                <a:off x="1284288" y="2557463"/>
                <a:ext cx="252413" cy="292100"/>
              </a:xfrm>
              <a:custGeom>
                <a:avLst/>
                <a:gdLst>
                  <a:gd name="T0" fmla="*/ 87 w 97"/>
                  <a:gd name="T1" fmla="*/ 44 h 112"/>
                  <a:gd name="T2" fmla="*/ 81 w 97"/>
                  <a:gd name="T3" fmla="*/ 46 h 112"/>
                  <a:gd name="T4" fmla="*/ 81 w 97"/>
                  <a:gd name="T5" fmla="*/ 46 h 112"/>
                  <a:gd name="T6" fmla="*/ 71 w 97"/>
                  <a:gd name="T7" fmla="*/ 36 h 112"/>
                  <a:gd name="T8" fmla="*/ 65 w 97"/>
                  <a:gd name="T9" fmla="*/ 38 h 112"/>
                  <a:gd name="T10" fmla="*/ 65 w 97"/>
                  <a:gd name="T11" fmla="*/ 10 h 112"/>
                  <a:gd name="T12" fmla="*/ 56 w 97"/>
                  <a:gd name="T13" fmla="*/ 0 h 112"/>
                  <a:gd name="T14" fmla="*/ 47 w 97"/>
                  <a:gd name="T15" fmla="*/ 7 h 112"/>
                  <a:gd name="T16" fmla="*/ 40 w 97"/>
                  <a:gd name="T17" fmla="*/ 4 h 112"/>
                  <a:gd name="T18" fmla="*/ 29 w 97"/>
                  <a:gd name="T19" fmla="*/ 14 h 112"/>
                  <a:gd name="T20" fmla="*/ 29 w 97"/>
                  <a:gd name="T21" fmla="*/ 49 h 112"/>
                  <a:gd name="T22" fmla="*/ 8 w 97"/>
                  <a:gd name="T23" fmla="*/ 42 h 112"/>
                  <a:gd name="T24" fmla="*/ 30 w 97"/>
                  <a:gd name="T25" fmla="*/ 90 h 112"/>
                  <a:gd name="T26" fmla="*/ 64 w 97"/>
                  <a:gd name="T27" fmla="*/ 112 h 112"/>
                  <a:gd name="T28" fmla="*/ 97 w 97"/>
                  <a:gd name="T29" fmla="*/ 78 h 112"/>
                  <a:gd name="T30" fmla="*/ 97 w 97"/>
                  <a:gd name="T31" fmla="*/ 54 h 112"/>
                  <a:gd name="T32" fmla="*/ 87 w 97"/>
                  <a:gd name="T33" fmla="*/ 44 h 112"/>
                  <a:gd name="T34" fmla="*/ 93 w 97"/>
                  <a:gd name="T35" fmla="*/ 63 h 112"/>
                  <a:gd name="T36" fmla="*/ 93 w 97"/>
                  <a:gd name="T37" fmla="*/ 78 h 112"/>
                  <a:gd name="T38" fmla="*/ 64 w 97"/>
                  <a:gd name="T39" fmla="*/ 108 h 112"/>
                  <a:gd name="T40" fmla="*/ 33 w 97"/>
                  <a:gd name="T41" fmla="*/ 88 h 112"/>
                  <a:gd name="T42" fmla="*/ 10 w 97"/>
                  <a:gd name="T43" fmla="*/ 45 h 112"/>
                  <a:gd name="T44" fmla="*/ 33 w 97"/>
                  <a:gd name="T45" fmla="*/ 59 h 112"/>
                  <a:gd name="T46" fmla="*/ 33 w 97"/>
                  <a:gd name="T47" fmla="*/ 14 h 112"/>
                  <a:gd name="T48" fmla="*/ 39 w 97"/>
                  <a:gd name="T49" fmla="*/ 8 h 112"/>
                  <a:gd name="T50" fmla="*/ 45 w 97"/>
                  <a:gd name="T51" fmla="*/ 14 h 112"/>
                  <a:gd name="T52" fmla="*/ 45 w 97"/>
                  <a:gd name="T53" fmla="*/ 56 h 112"/>
                  <a:gd name="T54" fmla="*/ 49 w 97"/>
                  <a:gd name="T55" fmla="*/ 56 h 112"/>
                  <a:gd name="T56" fmla="*/ 49 w 97"/>
                  <a:gd name="T57" fmla="*/ 10 h 112"/>
                  <a:gd name="T58" fmla="*/ 55 w 97"/>
                  <a:gd name="T59" fmla="*/ 4 h 112"/>
                  <a:gd name="T60" fmla="*/ 61 w 97"/>
                  <a:gd name="T61" fmla="*/ 10 h 112"/>
                  <a:gd name="T62" fmla="*/ 61 w 97"/>
                  <a:gd name="T63" fmla="*/ 52 h 112"/>
                  <a:gd name="T64" fmla="*/ 65 w 97"/>
                  <a:gd name="T65" fmla="*/ 52 h 112"/>
                  <a:gd name="T66" fmla="*/ 65 w 97"/>
                  <a:gd name="T67" fmla="*/ 46 h 112"/>
                  <a:gd name="T68" fmla="*/ 71 w 97"/>
                  <a:gd name="T69" fmla="*/ 40 h 112"/>
                  <a:gd name="T70" fmla="*/ 77 w 97"/>
                  <a:gd name="T71" fmla="*/ 46 h 112"/>
                  <a:gd name="T72" fmla="*/ 77 w 97"/>
                  <a:gd name="T73" fmla="*/ 56 h 112"/>
                  <a:gd name="T74" fmla="*/ 81 w 97"/>
                  <a:gd name="T75" fmla="*/ 56 h 112"/>
                  <a:gd name="T76" fmla="*/ 81 w 97"/>
                  <a:gd name="T77" fmla="*/ 54 h 112"/>
                  <a:gd name="T78" fmla="*/ 87 w 97"/>
                  <a:gd name="T79" fmla="*/ 48 h 112"/>
                  <a:gd name="T80" fmla="*/ 93 w 97"/>
                  <a:gd name="T81" fmla="*/ 54 h 112"/>
                  <a:gd name="T82" fmla="*/ 93 w 97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" h="112">
                    <a:moveTo>
                      <a:pt x="87" y="44"/>
                    </a:moveTo>
                    <a:cubicBezTo>
                      <a:pt x="85" y="44"/>
                      <a:pt x="85" y="45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0"/>
                      <a:pt x="77" y="36"/>
                      <a:pt x="71" y="36"/>
                    </a:cubicBezTo>
                    <a:cubicBezTo>
                      <a:pt x="69" y="36"/>
                      <a:pt x="69" y="37"/>
                      <a:pt x="65" y="38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2" y="4"/>
                      <a:pt x="40" y="4"/>
                    </a:cubicBezTo>
                    <a:cubicBezTo>
                      <a:pt x="34" y="4"/>
                      <a:pt x="29" y="8"/>
                      <a:pt x="29" y="14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5" y="42"/>
                      <a:pt x="13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1" y="112"/>
                      <a:pt x="64" y="112"/>
                    </a:cubicBezTo>
                    <a:cubicBezTo>
                      <a:pt x="83" y="112"/>
                      <a:pt x="97" y="97"/>
                      <a:pt x="97" y="78"/>
                    </a:cubicBezTo>
                    <a:cubicBezTo>
                      <a:pt x="97" y="54"/>
                      <a:pt x="97" y="54"/>
                      <a:pt x="97" y="54"/>
                    </a:cubicBezTo>
                    <a:cubicBezTo>
                      <a:pt x="97" y="49"/>
                      <a:pt x="93" y="44"/>
                      <a:pt x="87" y="44"/>
                    </a:cubicBezTo>
                    <a:close/>
                    <a:moveTo>
                      <a:pt x="93" y="63"/>
                    </a:moveTo>
                    <a:cubicBezTo>
                      <a:pt x="93" y="78"/>
                      <a:pt x="93" y="78"/>
                      <a:pt x="93" y="78"/>
                    </a:cubicBezTo>
                    <a:cubicBezTo>
                      <a:pt x="93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0" y="45"/>
                    </a:cubicBezTo>
                    <a:cubicBezTo>
                      <a:pt x="15" y="41"/>
                      <a:pt x="25" y="50"/>
                      <a:pt x="33" y="59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1"/>
                      <a:pt x="36" y="8"/>
                      <a:pt x="39" y="8"/>
                    </a:cubicBezTo>
                    <a:cubicBezTo>
                      <a:pt x="42" y="8"/>
                      <a:pt x="45" y="11"/>
                      <a:pt x="45" y="14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7"/>
                      <a:pt x="52" y="4"/>
                      <a:pt x="55" y="4"/>
                    </a:cubicBezTo>
                    <a:cubicBezTo>
                      <a:pt x="58" y="4"/>
                      <a:pt x="61" y="7"/>
                      <a:pt x="61" y="10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43"/>
                      <a:pt x="68" y="40"/>
                      <a:pt x="71" y="40"/>
                    </a:cubicBezTo>
                    <a:cubicBezTo>
                      <a:pt x="74" y="40"/>
                      <a:pt x="77" y="43"/>
                      <a:pt x="77" y="46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81" y="56"/>
                      <a:pt x="81" y="56"/>
                      <a:pt x="81" y="56"/>
                    </a:cubicBezTo>
                    <a:cubicBezTo>
                      <a:pt x="81" y="54"/>
                      <a:pt x="81" y="54"/>
                      <a:pt x="81" y="54"/>
                    </a:cubicBezTo>
                    <a:cubicBezTo>
                      <a:pt x="81" y="51"/>
                      <a:pt x="84" y="48"/>
                      <a:pt x="87" y="48"/>
                    </a:cubicBezTo>
                    <a:cubicBezTo>
                      <a:pt x="90" y="48"/>
                      <a:pt x="93" y="51"/>
                      <a:pt x="93" y="54"/>
                    </a:cubicBezTo>
                    <a:lnTo>
                      <a:pt x="93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562028" y="629976"/>
              <a:ext cx="317500" cy="322263"/>
              <a:chOff x="1863725" y="2527300"/>
              <a:chExt cx="317500" cy="322263"/>
            </a:xfrm>
            <a:grpFill/>
          </p:grpSpPr>
          <p:sp>
            <p:nvSpPr>
              <p:cNvPr id="221" name="Freeform 27"/>
              <p:cNvSpPr/>
              <p:nvPr/>
            </p:nvSpPr>
            <p:spPr bwMode="auto">
              <a:xfrm>
                <a:off x="1941513" y="2527300"/>
                <a:ext cx="55563" cy="61913"/>
              </a:xfrm>
              <a:custGeom>
                <a:avLst/>
                <a:gdLst>
                  <a:gd name="T0" fmla="*/ 33 w 35"/>
                  <a:gd name="T1" fmla="*/ 32 h 39"/>
                  <a:gd name="T2" fmla="*/ 7 w 35"/>
                  <a:gd name="T3" fmla="*/ 32 h 39"/>
                  <a:gd name="T4" fmla="*/ 35 w 35"/>
                  <a:gd name="T5" fmla="*/ 5 h 39"/>
                  <a:gd name="T6" fmla="*/ 31 w 35"/>
                  <a:gd name="T7" fmla="*/ 0 h 39"/>
                  <a:gd name="T8" fmla="*/ 7 w 35"/>
                  <a:gd name="T9" fmla="*/ 28 h 39"/>
                  <a:gd name="T10" fmla="*/ 7 w 35"/>
                  <a:gd name="T11" fmla="*/ 6 h 39"/>
                  <a:gd name="T12" fmla="*/ 0 w 35"/>
                  <a:gd name="T13" fmla="*/ 6 h 39"/>
                  <a:gd name="T14" fmla="*/ 0 w 35"/>
                  <a:gd name="T15" fmla="*/ 39 h 39"/>
                  <a:gd name="T16" fmla="*/ 33 w 35"/>
                  <a:gd name="T17" fmla="*/ 39 h 39"/>
                  <a:gd name="T18" fmla="*/ 33 w 35"/>
                  <a:gd name="T19" fmla="*/ 32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" h="39">
                    <a:moveTo>
                      <a:pt x="33" y="32"/>
                    </a:moveTo>
                    <a:lnTo>
                      <a:pt x="7" y="32"/>
                    </a:lnTo>
                    <a:lnTo>
                      <a:pt x="35" y="5"/>
                    </a:lnTo>
                    <a:lnTo>
                      <a:pt x="31" y="0"/>
                    </a:lnTo>
                    <a:lnTo>
                      <a:pt x="7" y="28"/>
                    </a:lnTo>
                    <a:lnTo>
                      <a:pt x="7" y="6"/>
                    </a:lnTo>
                    <a:lnTo>
                      <a:pt x="0" y="6"/>
                    </a:lnTo>
                    <a:lnTo>
                      <a:pt x="0" y="39"/>
                    </a:lnTo>
                    <a:lnTo>
                      <a:pt x="33" y="39"/>
                    </a:lnTo>
                    <a:lnTo>
                      <a:pt x="33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2" name="Freeform 28"/>
              <p:cNvSpPr/>
              <p:nvPr/>
            </p:nvSpPr>
            <p:spPr bwMode="auto">
              <a:xfrm>
                <a:off x="1863725" y="2600325"/>
                <a:ext cx="68263" cy="58738"/>
              </a:xfrm>
              <a:custGeom>
                <a:avLst/>
                <a:gdLst>
                  <a:gd name="T0" fmla="*/ 10 w 43"/>
                  <a:gd name="T1" fmla="*/ 6 h 37"/>
                  <a:gd name="T2" fmla="*/ 26 w 43"/>
                  <a:gd name="T3" fmla="*/ 6 h 37"/>
                  <a:gd name="T4" fmla="*/ 0 w 43"/>
                  <a:gd name="T5" fmla="*/ 32 h 37"/>
                  <a:gd name="T6" fmla="*/ 7 w 43"/>
                  <a:gd name="T7" fmla="*/ 37 h 37"/>
                  <a:gd name="T8" fmla="*/ 36 w 43"/>
                  <a:gd name="T9" fmla="*/ 9 h 37"/>
                  <a:gd name="T10" fmla="*/ 36 w 43"/>
                  <a:gd name="T11" fmla="*/ 32 h 37"/>
                  <a:gd name="T12" fmla="*/ 43 w 43"/>
                  <a:gd name="T13" fmla="*/ 32 h 37"/>
                  <a:gd name="T14" fmla="*/ 43 w 43"/>
                  <a:gd name="T15" fmla="*/ 0 h 37"/>
                  <a:gd name="T16" fmla="*/ 10 w 43"/>
                  <a:gd name="T17" fmla="*/ 0 h 37"/>
                  <a:gd name="T18" fmla="*/ 10 w 43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37">
                    <a:moveTo>
                      <a:pt x="10" y="6"/>
                    </a:moveTo>
                    <a:lnTo>
                      <a:pt x="26" y="6"/>
                    </a:lnTo>
                    <a:lnTo>
                      <a:pt x="0" y="32"/>
                    </a:lnTo>
                    <a:lnTo>
                      <a:pt x="7" y="37"/>
                    </a:lnTo>
                    <a:lnTo>
                      <a:pt x="36" y="9"/>
                    </a:lnTo>
                    <a:lnTo>
                      <a:pt x="36" y="32"/>
                    </a:lnTo>
                    <a:lnTo>
                      <a:pt x="43" y="32"/>
                    </a:lnTo>
                    <a:lnTo>
                      <a:pt x="43" y="0"/>
                    </a:lnTo>
                    <a:lnTo>
                      <a:pt x="10" y="0"/>
                    </a:lnTo>
                    <a:lnTo>
                      <a:pt x="1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3" name="Freeform 29"/>
              <p:cNvSpPr>
                <a:spLocks noEditPoints="1"/>
              </p:cNvSpPr>
              <p:nvPr/>
            </p:nvSpPr>
            <p:spPr bwMode="auto">
              <a:xfrm>
                <a:off x="1920875" y="2557463"/>
                <a:ext cx="260350" cy="292100"/>
              </a:xfrm>
              <a:custGeom>
                <a:avLst/>
                <a:gdLst>
                  <a:gd name="T0" fmla="*/ 90 w 100"/>
                  <a:gd name="T1" fmla="*/ 44 h 112"/>
                  <a:gd name="T2" fmla="*/ 84 w 100"/>
                  <a:gd name="T3" fmla="*/ 46 h 112"/>
                  <a:gd name="T4" fmla="*/ 84 w 100"/>
                  <a:gd name="T5" fmla="*/ 46 h 112"/>
                  <a:gd name="T6" fmla="*/ 74 w 100"/>
                  <a:gd name="T7" fmla="*/ 36 h 112"/>
                  <a:gd name="T8" fmla="*/ 68 w 100"/>
                  <a:gd name="T9" fmla="*/ 38 h 112"/>
                  <a:gd name="T10" fmla="*/ 68 w 100"/>
                  <a:gd name="T11" fmla="*/ 10 h 112"/>
                  <a:gd name="T12" fmla="*/ 57 w 100"/>
                  <a:gd name="T13" fmla="*/ 0 h 112"/>
                  <a:gd name="T14" fmla="*/ 47 w 100"/>
                  <a:gd name="T15" fmla="*/ 6 h 112"/>
                  <a:gd name="T16" fmla="*/ 41 w 100"/>
                  <a:gd name="T17" fmla="*/ 4 h 112"/>
                  <a:gd name="T18" fmla="*/ 32 w 100"/>
                  <a:gd name="T19" fmla="*/ 14 h 112"/>
                  <a:gd name="T20" fmla="*/ 32 w 100"/>
                  <a:gd name="T21" fmla="*/ 49 h 112"/>
                  <a:gd name="T22" fmla="*/ 8 w 100"/>
                  <a:gd name="T23" fmla="*/ 42 h 112"/>
                  <a:gd name="T24" fmla="*/ 29 w 100"/>
                  <a:gd name="T25" fmla="*/ 89 h 112"/>
                  <a:gd name="T26" fmla="*/ 65 w 100"/>
                  <a:gd name="T27" fmla="*/ 112 h 112"/>
                  <a:gd name="T28" fmla="*/ 100 w 100"/>
                  <a:gd name="T29" fmla="*/ 78 h 112"/>
                  <a:gd name="T30" fmla="*/ 100 w 100"/>
                  <a:gd name="T31" fmla="*/ 54 h 112"/>
                  <a:gd name="T32" fmla="*/ 90 w 100"/>
                  <a:gd name="T33" fmla="*/ 44 h 112"/>
                  <a:gd name="T34" fmla="*/ 96 w 100"/>
                  <a:gd name="T35" fmla="*/ 63 h 112"/>
                  <a:gd name="T36" fmla="*/ 96 w 100"/>
                  <a:gd name="T37" fmla="*/ 78 h 112"/>
                  <a:gd name="T38" fmla="*/ 65 w 100"/>
                  <a:gd name="T39" fmla="*/ 108 h 112"/>
                  <a:gd name="T40" fmla="*/ 33 w 100"/>
                  <a:gd name="T41" fmla="*/ 88 h 112"/>
                  <a:gd name="T42" fmla="*/ 11 w 100"/>
                  <a:gd name="T43" fmla="*/ 45 h 112"/>
                  <a:gd name="T44" fmla="*/ 36 w 100"/>
                  <a:gd name="T45" fmla="*/ 59 h 112"/>
                  <a:gd name="T46" fmla="*/ 36 w 100"/>
                  <a:gd name="T47" fmla="*/ 14 h 112"/>
                  <a:gd name="T48" fmla="*/ 42 w 100"/>
                  <a:gd name="T49" fmla="*/ 8 h 112"/>
                  <a:gd name="T50" fmla="*/ 48 w 100"/>
                  <a:gd name="T51" fmla="*/ 14 h 112"/>
                  <a:gd name="T52" fmla="*/ 48 w 100"/>
                  <a:gd name="T53" fmla="*/ 56 h 112"/>
                  <a:gd name="T54" fmla="*/ 52 w 100"/>
                  <a:gd name="T55" fmla="*/ 56 h 112"/>
                  <a:gd name="T56" fmla="*/ 52 w 100"/>
                  <a:gd name="T57" fmla="*/ 10 h 112"/>
                  <a:gd name="T58" fmla="*/ 58 w 100"/>
                  <a:gd name="T59" fmla="*/ 4 h 112"/>
                  <a:gd name="T60" fmla="*/ 64 w 100"/>
                  <a:gd name="T61" fmla="*/ 10 h 112"/>
                  <a:gd name="T62" fmla="*/ 64 w 100"/>
                  <a:gd name="T63" fmla="*/ 52 h 112"/>
                  <a:gd name="T64" fmla="*/ 68 w 100"/>
                  <a:gd name="T65" fmla="*/ 52 h 112"/>
                  <a:gd name="T66" fmla="*/ 68 w 100"/>
                  <a:gd name="T67" fmla="*/ 46 h 112"/>
                  <a:gd name="T68" fmla="*/ 74 w 100"/>
                  <a:gd name="T69" fmla="*/ 40 h 112"/>
                  <a:gd name="T70" fmla="*/ 80 w 100"/>
                  <a:gd name="T71" fmla="*/ 46 h 112"/>
                  <a:gd name="T72" fmla="*/ 80 w 100"/>
                  <a:gd name="T73" fmla="*/ 56 h 112"/>
                  <a:gd name="T74" fmla="*/ 84 w 100"/>
                  <a:gd name="T75" fmla="*/ 56 h 112"/>
                  <a:gd name="T76" fmla="*/ 84 w 100"/>
                  <a:gd name="T77" fmla="*/ 54 h 112"/>
                  <a:gd name="T78" fmla="*/ 90 w 100"/>
                  <a:gd name="T79" fmla="*/ 48 h 112"/>
                  <a:gd name="T80" fmla="*/ 96 w 100"/>
                  <a:gd name="T81" fmla="*/ 54 h 112"/>
                  <a:gd name="T82" fmla="*/ 96 w 100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0" h="112">
                    <a:moveTo>
                      <a:pt x="90" y="44"/>
                    </a:moveTo>
                    <a:cubicBezTo>
                      <a:pt x="88" y="44"/>
                      <a:pt x="84" y="44"/>
                      <a:pt x="84" y="46"/>
                    </a:cubicBezTo>
                    <a:cubicBezTo>
                      <a:pt x="84" y="46"/>
                      <a:pt x="84" y="46"/>
                      <a:pt x="84" y="46"/>
                    </a:cubicBezTo>
                    <a:cubicBezTo>
                      <a:pt x="84" y="40"/>
                      <a:pt x="80" y="36"/>
                      <a:pt x="74" y="36"/>
                    </a:cubicBezTo>
                    <a:cubicBezTo>
                      <a:pt x="72" y="36"/>
                      <a:pt x="68" y="36"/>
                      <a:pt x="68" y="38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4"/>
                      <a:pt x="62" y="0"/>
                      <a:pt x="57" y="0"/>
                    </a:cubicBezTo>
                    <a:cubicBezTo>
                      <a:pt x="52" y="0"/>
                      <a:pt x="48" y="2"/>
                      <a:pt x="47" y="6"/>
                    </a:cubicBezTo>
                    <a:cubicBezTo>
                      <a:pt x="45" y="5"/>
                      <a:pt x="44" y="4"/>
                      <a:pt x="41" y="4"/>
                    </a:cubicBezTo>
                    <a:cubicBezTo>
                      <a:pt x="35" y="4"/>
                      <a:pt x="32" y="8"/>
                      <a:pt x="32" y="14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24" y="42"/>
                      <a:pt x="14" y="36"/>
                      <a:pt x="8" y="42"/>
                    </a:cubicBezTo>
                    <a:cubicBezTo>
                      <a:pt x="0" y="50"/>
                      <a:pt x="16" y="66"/>
                      <a:pt x="29" y="89"/>
                    </a:cubicBezTo>
                    <a:cubicBezTo>
                      <a:pt x="38" y="106"/>
                      <a:pt x="53" y="112"/>
                      <a:pt x="65" y="112"/>
                    </a:cubicBezTo>
                    <a:cubicBezTo>
                      <a:pt x="84" y="112"/>
                      <a:pt x="100" y="96"/>
                      <a:pt x="100" y="78"/>
                    </a:cubicBezTo>
                    <a:cubicBezTo>
                      <a:pt x="100" y="54"/>
                      <a:pt x="100" y="54"/>
                      <a:pt x="100" y="54"/>
                    </a:cubicBezTo>
                    <a:cubicBezTo>
                      <a:pt x="100" y="48"/>
                      <a:pt x="96" y="44"/>
                      <a:pt x="90" y="44"/>
                    </a:cubicBezTo>
                    <a:close/>
                    <a:moveTo>
                      <a:pt x="96" y="63"/>
                    </a:moveTo>
                    <a:cubicBezTo>
                      <a:pt x="96" y="78"/>
                      <a:pt x="96" y="78"/>
                      <a:pt x="96" y="78"/>
                    </a:cubicBezTo>
                    <a:cubicBezTo>
                      <a:pt x="96" y="94"/>
                      <a:pt x="81" y="108"/>
                      <a:pt x="65" y="108"/>
                    </a:cubicBezTo>
                    <a:cubicBezTo>
                      <a:pt x="50" y="108"/>
                      <a:pt x="40" y="100"/>
                      <a:pt x="33" y="88"/>
                    </a:cubicBezTo>
                    <a:cubicBezTo>
                      <a:pt x="17" y="61"/>
                      <a:pt x="7" y="49"/>
                      <a:pt x="11" y="45"/>
                    </a:cubicBezTo>
                    <a:cubicBezTo>
                      <a:pt x="16" y="40"/>
                      <a:pt x="28" y="50"/>
                      <a:pt x="36" y="5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0"/>
                      <a:pt x="39" y="8"/>
                      <a:pt x="42" y="8"/>
                    </a:cubicBezTo>
                    <a:cubicBezTo>
                      <a:pt x="45" y="8"/>
                      <a:pt x="48" y="10"/>
                      <a:pt x="48" y="14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6"/>
                      <a:pt x="55" y="4"/>
                      <a:pt x="58" y="4"/>
                    </a:cubicBezTo>
                    <a:cubicBezTo>
                      <a:pt x="61" y="4"/>
                      <a:pt x="64" y="6"/>
                      <a:pt x="64" y="10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68" y="42"/>
                      <a:pt x="71" y="40"/>
                      <a:pt x="74" y="40"/>
                    </a:cubicBezTo>
                    <a:cubicBezTo>
                      <a:pt x="77" y="40"/>
                      <a:pt x="80" y="42"/>
                      <a:pt x="80" y="4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0"/>
                      <a:pt x="87" y="48"/>
                      <a:pt x="90" y="48"/>
                    </a:cubicBezTo>
                    <a:cubicBezTo>
                      <a:pt x="93" y="48"/>
                      <a:pt x="96" y="50"/>
                      <a:pt x="96" y="54"/>
                    </a:cubicBezTo>
                    <a:lnTo>
                      <a:pt x="96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319274" y="6295418"/>
              <a:ext cx="309563" cy="322263"/>
              <a:chOff x="2495550" y="2527300"/>
              <a:chExt cx="309563" cy="322263"/>
            </a:xfrm>
            <a:grpFill/>
          </p:grpSpPr>
          <p:sp>
            <p:nvSpPr>
              <p:cNvPr id="219" name="Freeform 30"/>
              <p:cNvSpPr/>
              <p:nvPr/>
            </p:nvSpPr>
            <p:spPr bwMode="auto">
              <a:xfrm>
                <a:off x="2495550" y="2527300"/>
                <a:ext cx="134938" cy="134938"/>
              </a:xfrm>
              <a:custGeom>
                <a:avLst/>
                <a:gdLst>
                  <a:gd name="T0" fmla="*/ 29 w 52"/>
                  <a:gd name="T1" fmla="*/ 38 h 52"/>
                  <a:gd name="T2" fmla="*/ 26 w 52"/>
                  <a:gd name="T3" fmla="*/ 35 h 52"/>
                  <a:gd name="T4" fmla="*/ 17 w 52"/>
                  <a:gd name="T5" fmla="*/ 44 h 52"/>
                  <a:gd name="T6" fmla="*/ 17 w 52"/>
                  <a:gd name="T7" fmla="*/ 38 h 52"/>
                  <a:gd name="T8" fmla="*/ 39 w 52"/>
                  <a:gd name="T9" fmla="*/ 16 h 52"/>
                  <a:gd name="T10" fmla="*/ 44 w 52"/>
                  <a:gd name="T11" fmla="*/ 17 h 52"/>
                  <a:gd name="T12" fmla="*/ 36 w 52"/>
                  <a:gd name="T13" fmla="*/ 25 h 52"/>
                  <a:gd name="T14" fmla="*/ 39 w 52"/>
                  <a:gd name="T15" fmla="*/ 28 h 52"/>
                  <a:gd name="T16" fmla="*/ 48 w 52"/>
                  <a:gd name="T17" fmla="*/ 18 h 52"/>
                  <a:gd name="T18" fmla="*/ 47 w 52"/>
                  <a:gd name="T19" fmla="*/ 18 h 52"/>
                  <a:gd name="T20" fmla="*/ 47 w 52"/>
                  <a:gd name="T21" fmla="*/ 18 h 52"/>
                  <a:gd name="T22" fmla="*/ 49 w 52"/>
                  <a:gd name="T23" fmla="*/ 17 h 52"/>
                  <a:gd name="T24" fmla="*/ 52 w 52"/>
                  <a:gd name="T25" fmla="*/ 14 h 52"/>
                  <a:gd name="T26" fmla="*/ 38 w 52"/>
                  <a:gd name="T27" fmla="*/ 0 h 52"/>
                  <a:gd name="T28" fmla="*/ 36 w 52"/>
                  <a:gd name="T29" fmla="*/ 3 h 52"/>
                  <a:gd name="T30" fmla="*/ 46 w 52"/>
                  <a:gd name="T31" fmla="*/ 13 h 52"/>
                  <a:gd name="T32" fmla="*/ 39 w 52"/>
                  <a:gd name="T33" fmla="*/ 12 h 52"/>
                  <a:gd name="T34" fmla="*/ 13 w 52"/>
                  <a:gd name="T35" fmla="*/ 38 h 52"/>
                  <a:gd name="T36" fmla="*/ 14 w 52"/>
                  <a:gd name="T37" fmla="*/ 46 h 52"/>
                  <a:gd name="T38" fmla="*/ 3 w 52"/>
                  <a:gd name="T39" fmla="*/ 35 h 52"/>
                  <a:gd name="T40" fmla="*/ 0 w 52"/>
                  <a:gd name="T41" fmla="*/ 38 h 52"/>
                  <a:gd name="T42" fmla="*/ 12 w 52"/>
                  <a:gd name="T43" fmla="*/ 49 h 52"/>
                  <a:gd name="T44" fmla="*/ 15 w 52"/>
                  <a:gd name="T45" fmla="*/ 52 h 52"/>
                  <a:gd name="T46" fmla="*/ 19 w 52"/>
                  <a:gd name="T47" fmla="*/ 48 h 52"/>
                  <a:gd name="T48" fmla="*/ 19 w 52"/>
                  <a:gd name="T49" fmla="*/ 48 h 52"/>
                  <a:gd name="T50" fmla="*/ 19 w 52"/>
                  <a:gd name="T51" fmla="*/ 48 h 52"/>
                  <a:gd name="T52" fmla="*/ 29 w 52"/>
                  <a:gd name="T53" fmla="*/ 3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2" h="52">
                    <a:moveTo>
                      <a:pt x="29" y="38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26"/>
                      <a:pt x="26" y="16"/>
                      <a:pt x="39" y="16"/>
                    </a:cubicBezTo>
                    <a:cubicBezTo>
                      <a:pt x="41" y="16"/>
                      <a:pt x="42" y="16"/>
                      <a:pt x="44" y="17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48" y="18"/>
                      <a:pt x="47" y="18"/>
                      <a:pt x="47" y="18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2" y="14"/>
                      <a:pt x="52" y="14"/>
                      <a:pt x="52" y="14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4" y="12"/>
                      <a:pt x="41" y="12"/>
                      <a:pt x="39" y="12"/>
                    </a:cubicBezTo>
                    <a:cubicBezTo>
                      <a:pt x="24" y="12"/>
                      <a:pt x="13" y="24"/>
                      <a:pt x="13" y="38"/>
                    </a:cubicBezTo>
                    <a:cubicBezTo>
                      <a:pt x="13" y="41"/>
                      <a:pt x="13" y="43"/>
                      <a:pt x="14" y="46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lnTo>
                      <a:pt x="2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0" name="Freeform 31"/>
              <p:cNvSpPr>
                <a:spLocks noEditPoints="1"/>
              </p:cNvSpPr>
              <p:nvPr/>
            </p:nvSpPr>
            <p:spPr bwMode="auto">
              <a:xfrm>
                <a:off x="2551113" y="255746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8 w 98"/>
                  <a:gd name="T15" fmla="*/ 7 h 112"/>
                  <a:gd name="T16" fmla="*/ 41 w 98"/>
                  <a:gd name="T17" fmla="*/ 4 h 112"/>
                  <a:gd name="T18" fmla="*/ 30 w 98"/>
                  <a:gd name="T19" fmla="*/ 14 h 112"/>
                  <a:gd name="T20" fmla="*/ 30 w 98"/>
                  <a:gd name="T21" fmla="*/ 50 h 112"/>
                  <a:gd name="T22" fmla="*/ 8 w 98"/>
                  <a:gd name="T23" fmla="*/ 42 h 112"/>
                  <a:gd name="T24" fmla="*/ 31 w 98"/>
                  <a:gd name="T25" fmla="*/ 90 h 112"/>
                  <a:gd name="T26" fmla="*/ 65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6 h 112"/>
                  <a:gd name="T54" fmla="*/ 50 w 98"/>
                  <a:gd name="T55" fmla="*/ 56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2 h 112"/>
                  <a:gd name="T64" fmla="*/ 66 w 98"/>
                  <a:gd name="T65" fmla="*/ 52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6 h 112"/>
                  <a:gd name="T74" fmla="*/ 82 w 98"/>
                  <a:gd name="T75" fmla="*/ 56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1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5"/>
                      <a:pt x="62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8" y="66"/>
                      <a:pt x="31" y="90"/>
                    </a:cubicBezTo>
                    <a:cubicBezTo>
                      <a:pt x="40" y="106"/>
                      <a:pt x="52" y="112"/>
                      <a:pt x="65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9" y="62"/>
                      <a:pt x="7" y="50"/>
                      <a:pt x="11" y="45"/>
                    </a:cubicBezTo>
                    <a:cubicBezTo>
                      <a:pt x="16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0" name="Freeform 32"/>
            <p:cNvSpPr>
              <a:spLocks noEditPoints="1"/>
            </p:cNvSpPr>
            <p:nvPr/>
          </p:nvSpPr>
          <p:spPr bwMode="auto">
            <a:xfrm>
              <a:off x="1649861" y="3039669"/>
              <a:ext cx="269875" cy="303213"/>
            </a:xfrm>
            <a:custGeom>
              <a:avLst/>
              <a:gdLst>
                <a:gd name="T0" fmla="*/ 36 w 104"/>
                <a:gd name="T1" fmla="*/ 20 h 116"/>
                <a:gd name="T2" fmla="*/ 8 w 104"/>
                <a:gd name="T3" fmla="*/ 20 h 116"/>
                <a:gd name="T4" fmla="*/ 21 w 104"/>
                <a:gd name="T5" fmla="*/ 33 h 116"/>
                <a:gd name="T6" fmla="*/ 18 w 104"/>
                <a:gd name="T7" fmla="*/ 36 h 116"/>
                <a:gd name="T8" fmla="*/ 0 w 104"/>
                <a:gd name="T9" fmla="*/ 18 h 116"/>
                <a:gd name="T10" fmla="*/ 18 w 104"/>
                <a:gd name="T11" fmla="*/ 0 h 116"/>
                <a:gd name="T12" fmla="*/ 21 w 104"/>
                <a:gd name="T13" fmla="*/ 3 h 116"/>
                <a:gd name="T14" fmla="*/ 8 w 104"/>
                <a:gd name="T15" fmla="*/ 16 h 116"/>
                <a:gd name="T16" fmla="*/ 36 w 104"/>
                <a:gd name="T17" fmla="*/ 16 h 116"/>
                <a:gd name="T18" fmla="*/ 46 w 104"/>
                <a:gd name="T19" fmla="*/ 8 h 116"/>
                <a:gd name="T20" fmla="*/ 56 w 104"/>
                <a:gd name="T21" fmla="*/ 18 h 116"/>
                <a:gd name="T22" fmla="*/ 56 w 104"/>
                <a:gd name="T23" fmla="*/ 38 h 116"/>
                <a:gd name="T24" fmla="*/ 62 w 104"/>
                <a:gd name="T25" fmla="*/ 36 h 116"/>
                <a:gd name="T26" fmla="*/ 71 w 104"/>
                <a:gd name="T27" fmla="*/ 43 h 116"/>
                <a:gd name="T28" fmla="*/ 78 w 104"/>
                <a:gd name="T29" fmla="*/ 40 h 116"/>
                <a:gd name="T30" fmla="*/ 88 w 104"/>
                <a:gd name="T31" fmla="*/ 50 h 116"/>
                <a:gd name="T32" fmla="*/ 88 w 104"/>
                <a:gd name="T33" fmla="*/ 50 h 116"/>
                <a:gd name="T34" fmla="*/ 94 w 104"/>
                <a:gd name="T35" fmla="*/ 48 h 116"/>
                <a:gd name="T36" fmla="*/ 104 w 104"/>
                <a:gd name="T37" fmla="*/ 58 h 116"/>
                <a:gd name="T38" fmla="*/ 104 w 104"/>
                <a:gd name="T39" fmla="*/ 82 h 116"/>
                <a:gd name="T40" fmla="*/ 70 w 104"/>
                <a:gd name="T41" fmla="*/ 116 h 116"/>
                <a:gd name="T42" fmla="*/ 35 w 104"/>
                <a:gd name="T43" fmla="*/ 94 h 116"/>
                <a:gd name="T44" fmla="*/ 14 w 104"/>
                <a:gd name="T45" fmla="*/ 46 h 116"/>
                <a:gd name="T46" fmla="*/ 36 w 104"/>
                <a:gd name="T47" fmla="*/ 53 h 116"/>
                <a:gd name="T48" fmla="*/ 36 w 104"/>
                <a:gd name="T49" fmla="*/ 53 h 116"/>
                <a:gd name="T50" fmla="*/ 36 w 104"/>
                <a:gd name="T51" fmla="*/ 20 h 116"/>
                <a:gd name="T52" fmla="*/ 70 w 104"/>
                <a:gd name="T53" fmla="*/ 112 h 116"/>
                <a:gd name="T54" fmla="*/ 100 w 104"/>
                <a:gd name="T55" fmla="*/ 82 h 116"/>
                <a:gd name="T56" fmla="*/ 100 w 104"/>
                <a:gd name="T57" fmla="*/ 82 h 116"/>
                <a:gd name="T58" fmla="*/ 100 w 104"/>
                <a:gd name="T59" fmla="*/ 67 h 116"/>
                <a:gd name="T60" fmla="*/ 100 w 104"/>
                <a:gd name="T61" fmla="*/ 58 h 116"/>
                <a:gd name="T62" fmla="*/ 94 w 104"/>
                <a:gd name="T63" fmla="*/ 52 h 116"/>
                <a:gd name="T64" fmla="*/ 88 w 104"/>
                <a:gd name="T65" fmla="*/ 58 h 116"/>
                <a:gd name="T66" fmla="*/ 88 w 104"/>
                <a:gd name="T67" fmla="*/ 60 h 116"/>
                <a:gd name="T68" fmla="*/ 84 w 104"/>
                <a:gd name="T69" fmla="*/ 60 h 116"/>
                <a:gd name="T70" fmla="*/ 84 w 104"/>
                <a:gd name="T71" fmla="*/ 50 h 116"/>
                <a:gd name="T72" fmla="*/ 78 w 104"/>
                <a:gd name="T73" fmla="*/ 44 h 116"/>
                <a:gd name="T74" fmla="*/ 72 w 104"/>
                <a:gd name="T75" fmla="*/ 50 h 116"/>
                <a:gd name="T76" fmla="*/ 72 w 104"/>
                <a:gd name="T77" fmla="*/ 56 h 116"/>
                <a:gd name="T78" fmla="*/ 68 w 104"/>
                <a:gd name="T79" fmla="*/ 56 h 116"/>
                <a:gd name="T80" fmla="*/ 68 w 104"/>
                <a:gd name="T81" fmla="*/ 46 h 116"/>
                <a:gd name="T82" fmla="*/ 62 w 104"/>
                <a:gd name="T83" fmla="*/ 40 h 116"/>
                <a:gd name="T84" fmla="*/ 56 w 104"/>
                <a:gd name="T85" fmla="*/ 46 h 116"/>
                <a:gd name="T86" fmla="*/ 56 w 104"/>
                <a:gd name="T87" fmla="*/ 60 h 116"/>
                <a:gd name="T88" fmla="*/ 52 w 104"/>
                <a:gd name="T89" fmla="*/ 60 h 116"/>
                <a:gd name="T90" fmla="*/ 52 w 104"/>
                <a:gd name="T91" fmla="*/ 18 h 116"/>
                <a:gd name="T92" fmla="*/ 46 w 104"/>
                <a:gd name="T93" fmla="*/ 12 h 116"/>
                <a:gd name="T94" fmla="*/ 40 w 104"/>
                <a:gd name="T95" fmla="*/ 18 h 116"/>
                <a:gd name="T96" fmla="*/ 40 w 104"/>
                <a:gd name="T97" fmla="*/ 63 h 116"/>
                <a:gd name="T98" fmla="*/ 17 w 104"/>
                <a:gd name="T99" fmla="*/ 49 h 116"/>
                <a:gd name="T100" fmla="*/ 39 w 104"/>
                <a:gd name="T101" fmla="*/ 92 h 116"/>
                <a:gd name="T102" fmla="*/ 70 w 104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4" h="116">
                  <a:moveTo>
                    <a:pt x="36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1"/>
                    <a:pt x="41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6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5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7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1" name="Freeform 33"/>
            <p:cNvSpPr>
              <a:spLocks noEditPoints="1"/>
            </p:cNvSpPr>
            <p:nvPr/>
          </p:nvSpPr>
          <p:spPr bwMode="auto">
            <a:xfrm>
              <a:off x="3737053" y="2107975"/>
              <a:ext cx="255588" cy="303213"/>
            </a:xfrm>
            <a:custGeom>
              <a:avLst/>
              <a:gdLst>
                <a:gd name="T0" fmla="*/ 88 w 98"/>
                <a:gd name="T1" fmla="*/ 48 h 116"/>
                <a:gd name="T2" fmla="*/ 82 w 98"/>
                <a:gd name="T3" fmla="*/ 50 h 116"/>
                <a:gd name="T4" fmla="*/ 82 w 98"/>
                <a:gd name="T5" fmla="*/ 50 h 116"/>
                <a:gd name="T6" fmla="*/ 72 w 98"/>
                <a:gd name="T7" fmla="*/ 40 h 116"/>
                <a:gd name="T8" fmla="*/ 66 w 98"/>
                <a:gd name="T9" fmla="*/ 43 h 116"/>
                <a:gd name="T10" fmla="*/ 56 w 98"/>
                <a:gd name="T11" fmla="*/ 36 h 116"/>
                <a:gd name="T12" fmla="*/ 50 w 98"/>
                <a:gd name="T13" fmla="*/ 38 h 116"/>
                <a:gd name="T14" fmla="*/ 50 w 98"/>
                <a:gd name="T15" fmla="*/ 20 h 116"/>
                <a:gd name="T16" fmla="*/ 79 w 98"/>
                <a:gd name="T17" fmla="*/ 20 h 116"/>
                <a:gd name="T18" fmla="*/ 66 w 98"/>
                <a:gd name="T19" fmla="*/ 33 h 116"/>
                <a:gd name="T20" fmla="*/ 69 w 98"/>
                <a:gd name="T21" fmla="*/ 36 h 116"/>
                <a:gd name="T22" fmla="*/ 87 w 98"/>
                <a:gd name="T23" fmla="*/ 18 h 116"/>
                <a:gd name="T24" fmla="*/ 69 w 98"/>
                <a:gd name="T25" fmla="*/ 0 h 116"/>
                <a:gd name="T26" fmla="*/ 66 w 98"/>
                <a:gd name="T27" fmla="*/ 3 h 116"/>
                <a:gd name="T28" fmla="*/ 79 w 98"/>
                <a:gd name="T29" fmla="*/ 16 h 116"/>
                <a:gd name="T30" fmla="*/ 50 w 98"/>
                <a:gd name="T31" fmla="*/ 16 h 116"/>
                <a:gd name="T32" fmla="*/ 40 w 98"/>
                <a:gd name="T33" fmla="*/ 8 h 116"/>
                <a:gd name="T34" fmla="*/ 30 w 98"/>
                <a:gd name="T35" fmla="*/ 18 h 116"/>
                <a:gd name="T36" fmla="*/ 30 w 98"/>
                <a:gd name="T37" fmla="*/ 53 h 116"/>
                <a:gd name="T38" fmla="*/ 8 w 98"/>
                <a:gd name="T39" fmla="*/ 46 h 116"/>
                <a:gd name="T40" fmla="*/ 30 w 98"/>
                <a:gd name="T41" fmla="*/ 94 h 116"/>
                <a:gd name="T42" fmla="*/ 64 w 98"/>
                <a:gd name="T43" fmla="*/ 116 h 116"/>
                <a:gd name="T44" fmla="*/ 98 w 98"/>
                <a:gd name="T45" fmla="*/ 82 h 116"/>
                <a:gd name="T46" fmla="*/ 98 w 98"/>
                <a:gd name="T47" fmla="*/ 58 h 116"/>
                <a:gd name="T48" fmla="*/ 88 w 98"/>
                <a:gd name="T49" fmla="*/ 48 h 116"/>
                <a:gd name="T50" fmla="*/ 94 w 98"/>
                <a:gd name="T51" fmla="*/ 67 h 116"/>
                <a:gd name="T52" fmla="*/ 94 w 98"/>
                <a:gd name="T53" fmla="*/ 82 h 116"/>
                <a:gd name="T54" fmla="*/ 94 w 98"/>
                <a:gd name="T55" fmla="*/ 86 h 116"/>
                <a:gd name="T56" fmla="*/ 94 w 98"/>
                <a:gd name="T57" fmla="*/ 82 h 116"/>
                <a:gd name="T58" fmla="*/ 64 w 98"/>
                <a:gd name="T59" fmla="*/ 112 h 116"/>
                <a:gd name="T60" fmla="*/ 33 w 98"/>
                <a:gd name="T61" fmla="*/ 92 h 116"/>
                <a:gd name="T62" fmla="*/ 11 w 98"/>
                <a:gd name="T63" fmla="*/ 49 h 116"/>
                <a:gd name="T64" fmla="*/ 34 w 98"/>
                <a:gd name="T65" fmla="*/ 63 h 116"/>
                <a:gd name="T66" fmla="*/ 34 w 98"/>
                <a:gd name="T67" fmla="*/ 18 h 116"/>
                <a:gd name="T68" fmla="*/ 40 w 98"/>
                <a:gd name="T69" fmla="*/ 12 h 116"/>
                <a:gd name="T70" fmla="*/ 46 w 98"/>
                <a:gd name="T71" fmla="*/ 18 h 116"/>
                <a:gd name="T72" fmla="*/ 46 w 98"/>
                <a:gd name="T73" fmla="*/ 60 h 116"/>
                <a:gd name="T74" fmla="*/ 50 w 98"/>
                <a:gd name="T75" fmla="*/ 60 h 116"/>
                <a:gd name="T76" fmla="*/ 50 w 98"/>
                <a:gd name="T77" fmla="*/ 46 h 116"/>
                <a:gd name="T78" fmla="*/ 56 w 98"/>
                <a:gd name="T79" fmla="*/ 40 h 116"/>
                <a:gd name="T80" fmla="*/ 62 w 98"/>
                <a:gd name="T81" fmla="*/ 46 h 116"/>
                <a:gd name="T82" fmla="*/ 62 w 98"/>
                <a:gd name="T83" fmla="*/ 56 h 116"/>
                <a:gd name="T84" fmla="*/ 66 w 98"/>
                <a:gd name="T85" fmla="*/ 56 h 116"/>
                <a:gd name="T86" fmla="*/ 66 w 98"/>
                <a:gd name="T87" fmla="*/ 50 h 116"/>
                <a:gd name="T88" fmla="*/ 72 w 98"/>
                <a:gd name="T89" fmla="*/ 44 h 116"/>
                <a:gd name="T90" fmla="*/ 78 w 98"/>
                <a:gd name="T91" fmla="*/ 50 h 116"/>
                <a:gd name="T92" fmla="*/ 78 w 98"/>
                <a:gd name="T93" fmla="*/ 60 h 116"/>
                <a:gd name="T94" fmla="*/ 82 w 98"/>
                <a:gd name="T95" fmla="*/ 60 h 116"/>
                <a:gd name="T96" fmla="*/ 82 w 98"/>
                <a:gd name="T97" fmla="*/ 58 h 116"/>
                <a:gd name="T98" fmla="*/ 88 w 98"/>
                <a:gd name="T99" fmla="*/ 52 h 116"/>
                <a:gd name="T100" fmla="*/ 94 w 98"/>
                <a:gd name="T101" fmla="*/ 58 h 116"/>
                <a:gd name="T102" fmla="*/ 94 w 98"/>
                <a:gd name="T103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6">
                  <a:moveTo>
                    <a:pt x="88" y="48"/>
                  </a:moveTo>
                  <a:cubicBezTo>
                    <a:pt x="86" y="48"/>
                    <a:pt x="86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3"/>
                  </a:cubicBezTo>
                  <a:cubicBezTo>
                    <a:pt x="64" y="39"/>
                    <a:pt x="61" y="36"/>
                    <a:pt x="56" y="36"/>
                  </a:cubicBezTo>
                  <a:cubicBezTo>
                    <a:pt x="54" y="36"/>
                    <a:pt x="54" y="37"/>
                    <a:pt x="50" y="38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2"/>
                    <a:pt x="45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4" y="41"/>
                    <a:pt x="8" y="46"/>
                  </a:cubicBezTo>
                  <a:cubicBezTo>
                    <a:pt x="0" y="54"/>
                    <a:pt x="17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lose/>
                  <a:moveTo>
                    <a:pt x="94" y="67"/>
                  </a:moveTo>
                  <a:cubicBezTo>
                    <a:pt x="94" y="82"/>
                    <a:pt x="94" y="82"/>
                    <a:pt x="94" y="82"/>
                  </a:cubicBezTo>
                  <a:cubicBezTo>
                    <a:pt x="94" y="82"/>
                    <a:pt x="94" y="86"/>
                    <a:pt x="94" y="86"/>
                  </a:cubicBezTo>
                  <a:cubicBezTo>
                    <a:pt x="94" y="86"/>
                    <a:pt x="94" y="82"/>
                    <a:pt x="94" y="82"/>
                  </a:cubicBezTo>
                  <a:cubicBezTo>
                    <a:pt x="94" y="98"/>
                    <a:pt x="81" y="112"/>
                    <a:pt x="64" y="112"/>
                  </a:cubicBezTo>
                  <a:cubicBezTo>
                    <a:pt x="49" y="112"/>
                    <a:pt x="41" y="104"/>
                    <a:pt x="33" y="92"/>
                  </a:cubicBezTo>
                  <a:cubicBezTo>
                    <a:pt x="18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43"/>
                    <a:pt x="53" y="40"/>
                    <a:pt x="56" y="40"/>
                  </a:cubicBezTo>
                  <a:cubicBezTo>
                    <a:pt x="59" y="40"/>
                    <a:pt x="62" y="43"/>
                    <a:pt x="62" y="4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lnTo>
                    <a:pt x="9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Freeform 34"/>
            <p:cNvSpPr>
              <a:spLocks noEditPoints="1"/>
            </p:cNvSpPr>
            <p:nvPr/>
          </p:nvSpPr>
          <p:spPr bwMode="auto">
            <a:xfrm>
              <a:off x="7419976" y="4191695"/>
              <a:ext cx="254000" cy="280988"/>
            </a:xfrm>
            <a:custGeom>
              <a:avLst/>
              <a:gdLst>
                <a:gd name="T0" fmla="*/ 66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2 w 98"/>
                <a:gd name="T51" fmla="*/ 104 h 108"/>
                <a:gd name="T52" fmla="*/ 62 w 98"/>
                <a:gd name="T53" fmla="*/ 68 h 108"/>
                <a:gd name="T54" fmla="*/ 49 w 98"/>
                <a:gd name="T55" fmla="*/ 81 h 108"/>
                <a:gd name="T56" fmla="*/ 46 w 98"/>
                <a:gd name="T57" fmla="*/ 78 h 108"/>
                <a:gd name="T58" fmla="*/ 64 w 98"/>
                <a:gd name="T59" fmla="*/ 60 h 108"/>
                <a:gd name="T60" fmla="*/ 82 w 98"/>
                <a:gd name="T61" fmla="*/ 78 h 108"/>
                <a:gd name="T62" fmla="*/ 79 w 98"/>
                <a:gd name="T63" fmla="*/ 81 h 108"/>
                <a:gd name="T64" fmla="*/ 66 w 98"/>
                <a:gd name="T65" fmla="*/ 68 h 108"/>
                <a:gd name="T66" fmla="*/ 66 w 98"/>
                <a:gd name="T67" fmla="*/ 104 h 108"/>
                <a:gd name="T68" fmla="*/ 98 w 98"/>
                <a:gd name="T69" fmla="*/ 74 h 108"/>
                <a:gd name="T70" fmla="*/ 64 w 98"/>
                <a:gd name="T71" fmla="*/ 108 h 108"/>
                <a:gd name="T72" fmla="*/ 30 w 98"/>
                <a:gd name="T73" fmla="*/ 86 h 108"/>
                <a:gd name="T74" fmla="*/ 8 w 98"/>
                <a:gd name="T75" fmla="*/ 38 h 108"/>
                <a:gd name="T76" fmla="*/ 30 w 98"/>
                <a:gd name="T77" fmla="*/ 45 h 108"/>
                <a:gd name="T78" fmla="*/ 30 w 98"/>
                <a:gd name="T79" fmla="*/ 45 h 108"/>
                <a:gd name="T80" fmla="*/ 30 w 98"/>
                <a:gd name="T81" fmla="*/ 10 h 108"/>
                <a:gd name="T82" fmla="*/ 40 w 98"/>
                <a:gd name="T83" fmla="*/ 0 h 108"/>
                <a:gd name="T84" fmla="*/ 50 w 98"/>
                <a:gd name="T85" fmla="*/ 10 h 108"/>
                <a:gd name="T86" fmla="*/ 50 w 98"/>
                <a:gd name="T87" fmla="*/ 30 h 108"/>
                <a:gd name="T88" fmla="*/ 56 w 98"/>
                <a:gd name="T89" fmla="*/ 28 h 108"/>
                <a:gd name="T90" fmla="*/ 66 w 98"/>
                <a:gd name="T91" fmla="*/ 35 h 108"/>
                <a:gd name="T92" fmla="*/ 72 w 98"/>
                <a:gd name="T93" fmla="*/ 32 h 108"/>
                <a:gd name="T94" fmla="*/ 82 w 98"/>
                <a:gd name="T95" fmla="*/ 42 h 108"/>
                <a:gd name="T96" fmla="*/ 82 w 98"/>
                <a:gd name="T97" fmla="*/ 42 h 108"/>
                <a:gd name="T98" fmla="*/ 88 w 98"/>
                <a:gd name="T99" fmla="*/ 40 h 108"/>
                <a:gd name="T100" fmla="*/ 98 w 98"/>
                <a:gd name="T101" fmla="*/ 50 h 108"/>
                <a:gd name="T102" fmla="*/ 98 w 98"/>
                <a:gd name="T103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08">
                  <a:moveTo>
                    <a:pt x="66" y="104"/>
                  </a:moveTo>
                  <a:cubicBezTo>
                    <a:pt x="82" y="103"/>
                    <a:pt x="94" y="89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5"/>
                    <a:pt x="48" y="103"/>
                    <a:pt x="62" y="104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6" y="104"/>
                    <a:pt x="66" y="104"/>
                    <a:pt x="66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Freeform 35"/>
            <p:cNvSpPr>
              <a:spLocks noEditPoints="1"/>
            </p:cNvSpPr>
            <p:nvPr/>
          </p:nvSpPr>
          <p:spPr bwMode="auto">
            <a:xfrm>
              <a:off x="3619622" y="592634"/>
              <a:ext cx="254000" cy="280988"/>
            </a:xfrm>
            <a:custGeom>
              <a:avLst/>
              <a:gdLst>
                <a:gd name="T0" fmla="*/ 88 w 98"/>
                <a:gd name="T1" fmla="*/ 40 h 108"/>
                <a:gd name="T2" fmla="*/ 82 w 98"/>
                <a:gd name="T3" fmla="*/ 42 h 108"/>
                <a:gd name="T4" fmla="*/ 82 w 98"/>
                <a:gd name="T5" fmla="*/ 42 h 108"/>
                <a:gd name="T6" fmla="*/ 72 w 98"/>
                <a:gd name="T7" fmla="*/ 32 h 108"/>
                <a:gd name="T8" fmla="*/ 65 w 98"/>
                <a:gd name="T9" fmla="*/ 35 h 108"/>
                <a:gd name="T10" fmla="*/ 56 w 98"/>
                <a:gd name="T11" fmla="*/ 28 h 108"/>
                <a:gd name="T12" fmla="*/ 50 w 98"/>
                <a:gd name="T13" fmla="*/ 30 h 108"/>
                <a:gd name="T14" fmla="*/ 50 w 98"/>
                <a:gd name="T15" fmla="*/ 10 h 108"/>
                <a:gd name="T16" fmla="*/ 40 w 98"/>
                <a:gd name="T17" fmla="*/ 0 h 108"/>
                <a:gd name="T18" fmla="*/ 30 w 98"/>
                <a:gd name="T19" fmla="*/ 10 h 108"/>
                <a:gd name="T20" fmla="*/ 30 w 98"/>
                <a:gd name="T21" fmla="*/ 45 h 108"/>
                <a:gd name="T22" fmla="*/ 8 w 98"/>
                <a:gd name="T23" fmla="*/ 38 h 108"/>
                <a:gd name="T24" fmla="*/ 29 w 98"/>
                <a:gd name="T25" fmla="*/ 86 h 108"/>
                <a:gd name="T26" fmla="*/ 64 w 98"/>
                <a:gd name="T27" fmla="*/ 108 h 108"/>
                <a:gd name="T28" fmla="*/ 98 w 98"/>
                <a:gd name="T29" fmla="*/ 74 h 108"/>
                <a:gd name="T30" fmla="*/ 98 w 98"/>
                <a:gd name="T31" fmla="*/ 50 h 108"/>
                <a:gd name="T32" fmla="*/ 88 w 98"/>
                <a:gd name="T33" fmla="*/ 40 h 108"/>
                <a:gd name="T34" fmla="*/ 94 w 98"/>
                <a:gd name="T35" fmla="*/ 59 h 108"/>
                <a:gd name="T36" fmla="*/ 94 w 98"/>
                <a:gd name="T37" fmla="*/ 74 h 108"/>
                <a:gd name="T38" fmla="*/ 64 w 98"/>
                <a:gd name="T39" fmla="*/ 104 h 108"/>
                <a:gd name="T40" fmla="*/ 33 w 98"/>
                <a:gd name="T41" fmla="*/ 84 h 108"/>
                <a:gd name="T42" fmla="*/ 11 w 98"/>
                <a:gd name="T43" fmla="*/ 41 h 108"/>
                <a:gd name="T44" fmla="*/ 34 w 98"/>
                <a:gd name="T45" fmla="*/ 55 h 108"/>
                <a:gd name="T46" fmla="*/ 34 w 98"/>
                <a:gd name="T47" fmla="*/ 10 h 108"/>
                <a:gd name="T48" fmla="*/ 40 w 98"/>
                <a:gd name="T49" fmla="*/ 4 h 108"/>
                <a:gd name="T50" fmla="*/ 46 w 98"/>
                <a:gd name="T51" fmla="*/ 10 h 108"/>
                <a:gd name="T52" fmla="*/ 46 w 98"/>
                <a:gd name="T53" fmla="*/ 52 h 108"/>
                <a:gd name="T54" fmla="*/ 50 w 98"/>
                <a:gd name="T55" fmla="*/ 52 h 108"/>
                <a:gd name="T56" fmla="*/ 50 w 98"/>
                <a:gd name="T57" fmla="*/ 38 h 108"/>
                <a:gd name="T58" fmla="*/ 56 w 98"/>
                <a:gd name="T59" fmla="*/ 32 h 108"/>
                <a:gd name="T60" fmla="*/ 62 w 98"/>
                <a:gd name="T61" fmla="*/ 38 h 108"/>
                <a:gd name="T62" fmla="*/ 62 w 98"/>
                <a:gd name="T63" fmla="*/ 48 h 108"/>
                <a:gd name="T64" fmla="*/ 62 w 98"/>
                <a:gd name="T65" fmla="*/ 84 h 108"/>
                <a:gd name="T66" fmla="*/ 49 w 98"/>
                <a:gd name="T67" fmla="*/ 71 h 108"/>
                <a:gd name="T68" fmla="*/ 46 w 98"/>
                <a:gd name="T69" fmla="*/ 74 h 108"/>
                <a:gd name="T70" fmla="*/ 64 w 98"/>
                <a:gd name="T71" fmla="*/ 92 h 108"/>
                <a:gd name="T72" fmla="*/ 82 w 98"/>
                <a:gd name="T73" fmla="*/ 74 h 108"/>
                <a:gd name="T74" fmla="*/ 79 w 98"/>
                <a:gd name="T75" fmla="*/ 71 h 108"/>
                <a:gd name="T76" fmla="*/ 66 w 98"/>
                <a:gd name="T77" fmla="*/ 84 h 108"/>
                <a:gd name="T78" fmla="*/ 66 w 98"/>
                <a:gd name="T79" fmla="*/ 48 h 108"/>
                <a:gd name="T80" fmla="*/ 66 w 98"/>
                <a:gd name="T81" fmla="*/ 42 h 108"/>
                <a:gd name="T82" fmla="*/ 72 w 98"/>
                <a:gd name="T83" fmla="*/ 36 h 108"/>
                <a:gd name="T84" fmla="*/ 78 w 98"/>
                <a:gd name="T85" fmla="*/ 42 h 108"/>
                <a:gd name="T86" fmla="*/ 78 w 98"/>
                <a:gd name="T87" fmla="*/ 52 h 108"/>
                <a:gd name="T88" fmla="*/ 82 w 98"/>
                <a:gd name="T89" fmla="*/ 52 h 108"/>
                <a:gd name="T90" fmla="*/ 82 w 98"/>
                <a:gd name="T91" fmla="*/ 50 h 108"/>
                <a:gd name="T92" fmla="*/ 88 w 98"/>
                <a:gd name="T93" fmla="*/ 44 h 108"/>
                <a:gd name="T94" fmla="*/ 94 w 98"/>
                <a:gd name="T95" fmla="*/ 50 h 108"/>
                <a:gd name="T96" fmla="*/ 94 w 98"/>
                <a:gd name="T97" fmla="*/ 5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08">
                  <a:moveTo>
                    <a:pt x="88" y="40"/>
                  </a:moveTo>
                  <a:cubicBezTo>
                    <a:pt x="86" y="40"/>
                    <a:pt x="82" y="41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6"/>
                    <a:pt x="78" y="32"/>
                    <a:pt x="72" y="32"/>
                  </a:cubicBezTo>
                  <a:cubicBezTo>
                    <a:pt x="70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2" y="38"/>
                    <a:pt x="13" y="33"/>
                    <a:pt x="8" y="38"/>
                  </a:cubicBezTo>
                  <a:cubicBezTo>
                    <a:pt x="0" y="46"/>
                    <a:pt x="16" y="62"/>
                    <a:pt x="29" y="86"/>
                  </a:cubicBezTo>
                  <a:cubicBezTo>
                    <a:pt x="39" y="102"/>
                    <a:pt x="52" y="108"/>
                    <a:pt x="64" y="108"/>
                  </a:cubicBezTo>
                  <a:cubicBezTo>
                    <a:pt x="83" y="108"/>
                    <a:pt x="98" y="93"/>
                    <a:pt x="98" y="74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5"/>
                    <a:pt x="94" y="40"/>
                    <a:pt x="88" y="40"/>
                  </a:cubicBezTo>
                  <a:close/>
                  <a:moveTo>
                    <a:pt x="94" y="59"/>
                  </a:moveTo>
                  <a:cubicBezTo>
                    <a:pt x="94" y="74"/>
                    <a:pt x="94" y="74"/>
                    <a:pt x="94" y="74"/>
                  </a:cubicBezTo>
                  <a:cubicBezTo>
                    <a:pt x="94" y="90"/>
                    <a:pt x="81" y="104"/>
                    <a:pt x="64" y="104"/>
                  </a:cubicBezTo>
                  <a:cubicBezTo>
                    <a:pt x="49" y="104"/>
                    <a:pt x="40" y="96"/>
                    <a:pt x="33" y="84"/>
                  </a:cubicBezTo>
                  <a:cubicBezTo>
                    <a:pt x="17" y="58"/>
                    <a:pt x="6" y="46"/>
                    <a:pt x="11" y="41"/>
                  </a:cubicBezTo>
                  <a:cubicBezTo>
                    <a:pt x="15" y="37"/>
                    <a:pt x="26" y="46"/>
                    <a:pt x="34" y="5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79" y="71"/>
                    <a:pt x="79" y="71"/>
                    <a:pt x="79" y="71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7"/>
                    <a:pt x="85" y="44"/>
                    <a:pt x="88" y="44"/>
                  </a:cubicBezTo>
                  <a:cubicBezTo>
                    <a:pt x="91" y="44"/>
                    <a:pt x="94" y="47"/>
                    <a:pt x="94" y="50"/>
                  </a:cubicBezTo>
                  <a:lnTo>
                    <a:pt x="94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4" name="Freeform 36"/>
            <p:cNvSpPr>
              <a:spLocks noEditPoints="1"/>
            </p:cNvSpPr>
            <p:nvPr/>
          </p:nvSpPr>
          <p:spPr bwMode="auto">
            <a:xfrm>
              <a:off x="9288155" y="3676336"/>
              <a:ext cx="255588" cy="280988"/>
            </a:xfrm>
            <a:custGeom>
              <a:avLst/>
              <a:gdLst>
                <a:gd name="T0" fmla="*/ 64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4 w 98"/>
                <a:gd name="T51" fmla="*/ 104 h 108"/>
                <a:gd name="T52" fmla="*/ 64 w 98"/>
                <a:gd name="T53" fmla="*/ 104 h 108"/>
                <a:gd name="T54" fmla="*/ 98 w 98"/>
                <a:gd name="T55" fmla="*/ 74 h 108"/>
                <a:gd name="T56" fmla="*/ 64 w 98"/>
                <a:gd name="T57" fmla="*/ 108 h 108"/>
                <a:gd name="T58" fmla="*/ 30 w 98"/>
                <a:gd name="T59" fmla="*/ 86 h 108"/>
                <a:gd name="T60" fmla="*/ 8 w 98"/>
                <a:gd name="T61" fmla="*/ 38 h 108"/>
                <a:gd name="T62" fmla="*/ 30 w 98"/>
                <a:gd name="T63" fmla="*/ 45 h 108"/>
                <a:gd name="T64" fmla="*/ 30 w 98"/>
                <a:gd name="T65" fmla="*/ 45 h 108"/>
                <a:gd name="T66" fmla="*/ 30 w 98"/>
                <a:gd name="T67" fmla="*/ 10 h 108"/>
                <a:gd name="T68" fmla="*/ 40 w 98"/>
                <a:gd name="T69" fmla="*/ 0 h 108"/>
                <a:gd name="T70" fmla="*/ 50 w 98"/>
                <a:gd name="T71" fmla="*/ 10 h 108"/>
                <a:gd name="T72" fmla="*/ 50 w 98"/>
                <a:gd name="T73" fmla="*/ 30 h 108"/>
                <a:gd name="T74" fmla="*/ 56 w 98"/>
                <a:gd name="T75" fmla="*/ 28 h 108"/>
                <a:gd name="T76" fmla="*/ 66 w 98"/>
                <a:gd name="T77" fmla="*/ 35 h 108"/>
                <a:gd name="T78" fmla="*/ 72 w 98"/>
                <a:gd name="T79" fmla="*/ 32 h 108"/>
                <a:gd name="T80" fmla="*/ 82 w 98"/>
                <a:gd name="T81" fmla="*/ 42 h 108"/>
                <a:gd name="T82" fmla="*/ 82 w 98"/>
                <a:gd name="T83" fmla="*/ 42 h 108"/>
                <a:gd name="T84" fmla="*/ 88 w 98"/>
                <a:gd name="T85" fmla="*/ 40 h 108"/>
                <a:gd name="T86" fmla="*/ 98 w 98"/>
                <a:gd name="T87" fmla="*/ 50 h 108"/>
                <a:gd name="T88" fmla="*/ 98 w 98"/>
                <a:gd name="T89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108">
                  <a:moveTo>
                    <a:pt x="64" y="104"/>
                  </a:moveTo>
                  <a:cubicBezTo>
                    <a:pt x="81" y="104"/>
                    <a:pt x="94" y="90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6"/>
                    <a:pt x="49" y="104"/>
                    <a:pt x="64" y="104"/>
                  </a:cubicBezTo>
                  <a:cubicBezTo>
                    <a:pt x="64" y="104"/>
                    <a:pt x="64" y="104"/>
                    <a:pt x="64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Freeform 37"/>
            <p:cNvSpPr>
              <a:spLocks noEditPoints="1"/>
            </p:cNvSpPr>
            <p:nvPr/>
          </p:nvSpPr>
          <p:spPr bwMode="auto">
            <a:xfrm>
              <a:off x="320572" y="184483"/>
              <a:ext cx="254000" cy="322263"/>
            </a:xfrm>
            <a:custGeom>
              <a:avLst/>
              <a:gdLst>
                <a:gd name="T0" fmla="*/ 66 w 98"/>
                <a:gd name="T1" fmla="*/ 26 h 124"/>
                <a:gd name="T2" fmla="*/ 14 w 98"/>
                <a:gd name="T3" fmla="*/ 26 h 124"/>
                <a:gd name="T4" fmla="*/ 26 w 98"/>
                <a:gd name="T5" fmla="*/ 43 h 124"/>
                <a:gd name="T6" fmla="*/ 40 w 98"/>
                <a:gd name="T7" fmla="*/ 4 h 124"/>
                <a:gd name="T8" fmla="*/ 57 w 98"/>
                <a:gd name="T9" fmla="*/ 40 h 124"/>
                <a:gd name="T10" fmla="*/ 61 w 98"/>
                <a:gd name="T11" fmla="*/ 41 h 124"/>
                <a:gd name="T12" fmla="*/ 58 w 98"/>
                <a:gd name="T13" fmla="*/ 26 h 124"/>
                <a:gd name="T14" fmla="*/ 22 w 98"/>
                <a:gd name="T15" fmla="*/ 26 h 124"/>
                <a:gd name="T16" fmla="*/ 26 w 98"/>
                <a:gd name="T17" fmla="*/ 26 h 124"/>
                <a:gd name="T18" fmla="*/ 54 w 98"/>
                <a:gd name="T19" fmla="*/ 26 h 124"/>
                <a:gd name="T20" fmla="*/ 54 w 98"/>
                <a:gd name="T21" fmla="*/ 37 h 124"/>
                <a:gd name="T22" fmla="*/ 94 w 98"/>
                <a:gd name="T23" fmla="*/ 90 h 124"/>
                <a:gd name="T24" fmla="*/ 94 w 98"/>
                <a:gd name="T25" fmla="*/ 75 h 124"/>
                <a:gd name="T26" fmla="*/ 88 w 98"/>
                <a:gd name="T27" fmla="*/ 60 h 124"/>
                <a:gd name="T28" fmla="*/ 82 w 98"/>
                <a:gd name="T29" fmla="*/ 68 h 124"/>
                <a:gd name="T30" fmla="*/ 78 w 98"/>
                <a:gd name="T31" fmla="*/ 58 h 124"/>
                <a:gd name="T32" fmla="*/ 66 w 98"/>
                <a:gd name="T33" fmla="*/ 58 h 124"/>
                <a:gd name="T34" fmla="*/ 62 w 98"/>
                <a:gd name="T35" fmla="*/ 64 h 124"/>
                <a:gd name="T36" fmla="*/ 56 w 98"/>
                <a:gd name="T37" fmla="*/ 48 h 124"/>
                <a:gd name="T38" fmla="*/ 50 w 98"/>
                <a:gd name="T39" fmla="*/ 68 h 124"/>
                <a:gd name="T40" fmla="*/ 46 w 98"/>
                <a:gd name="T41" fmla="*/ 26 h 124"/>
                <a:gd name="T42" fmla="*/ 34 w 98"/>
                <a:gd name="T43" fmla="*/ 26 h 124"/>
                <a:gd name="T44" fmla="*/ 11 w 98"/>
                <a:gd name="T45" fmla="*/ 57 h 124"/>
                <a:gd name="T46" fmla="*/ 64 w 98"/>
                <a:gd name="T47" fmla="*/ 120 h 124"/>
                <a:gd name="T48" fmla="*/ 64 w 98"/>
                <a:gd name="T49" fmla="*/ 124 h 124"/>
                <a:gd name="T50" fmla="*/ 8 w 98"/>
                <a:gd name="T51" fmla="*/ 54 h 124"/>
                <a:gd name="T52" fmla="*/ 30 w 98"/>
                <a:gd name="T53" fmla="*/ 61 h 124"/>
                <a:gd name="T54" fmla="*/ 40 w 98"/>
                <a:gd name="T55" fmla="*/ 16 h 124"/>
                <a:gd name="T56" fmla="*/ 50 w 98"/>
                <a:gd name="T57" fmla="*/ 46 h 124"/>
                <a:gd name="T58" fmla="*/ 66 w 98"/>
                <a:gd name="T59" fmla="*/ 51 h 124"/>
                <a:gd name="T60" fmla="*/ 82 w 98"/>
                <a:gd name="T61" fmla="*/ 58 h 124"/>
                <a:gd name="T62" fmla="*/ 88 w 98"/>
                <a:gd name="T63" fmla="*/ 56 h 124"/>
                <a:gd name="T64" fmla="*/ 98 w 98"/>
                <a:gd name="T65" fmla="*/ 9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8" h="124">
                  <a:moveTo>
                    <a:pt x="61" y="41"/>
                  </a:moveTo>
                  <a:cubicBezTo>
                    <a:pt x="64" y="37"/>
                    <a:pt x="66" y="32"/>
                    <a:pt x="66" y="26"/>
                  </a:cubicBezTo>
                  <a:cubicBezTo>
                    <a:pt x="66" y="12"/>
                    <a:pt x="55" y="0"/>
                    <a:pt x="40" y="0"/>
                  </a:cubicBezTo>
                  <a:cubicBezTo>
                    <a:pt x="26" y="0"/>
                    <a:pt x="14" y="12"/>
                    <a:pt x="14" y="26"/>
                  </a:cubicBezTo>
                  <a:cubicBezTo>
                    <a:pt x="14" y="35"/>
                    <a:pt x="19" y="43"/>
                    <a:pt x="26" y="48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1" y="39"/>
                    <a:pt x="18" y="33"/>
                    <a:pt x="18" y="26"/>
                  </a:cubicBezTo>
                  <a:cubicBezTo>
                    <a:pt x="18" y="14"/>
                    <a:pt x="28" y="4"/>
                    <a:pt x="40" y="4"/>
                  </a:cubicBezTo>
                  <a:cubicBezTo>
                    <a:pt x="52" y="4"/>
                    <a:pt x="62" y="14"/>
                    <a:pt x="62" y="26"/>
                  </a:cubicBezTo>
                  <a:cubicBezTo>
                    <a:pt x="62" y="31"/>
                    <a:pt x="60" y="36"/>
                    <a:pt x="57" y="40"/>
                  </a:cubicBezTo>
                  <a:cubicBezTo>
                    <a:pt x="59" y="40"/>
                    <a:pt x="60" y="40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lose/>
                  <a:moveTo>
                    <a:pt x="54" y="37"/>
                  </a:moveTo>
                  <a:cubicBezTo>
                    <a:pt x="57" y="34"/>
                    <a:pt x="58" y="30"/>
                    <a:pt x="58" y="26"/>
                  </a:cubicBezTo>
                  <a:cubicBezTo>
                    <a:pt x="58" y="16"/>
                    <a:pt x="50" y="8"/>
                    <a:pt x="40" y="8"/>
                  </a:cubicBezTo>
                  <a:cubicBezTo>
                    <a:pt x="30" y="8"/>
                    <a:pt x="22" y="16"/>
                    <a:pt x="22" y="26"/>
                  </a:cubicBezTo>
                  <a:cubicBezTo>
                    <a:pt x="22" y="30"/>
                    <a:pt x="24" y="34"/>
                    <a:pt x="26" y="37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8"/>
                    <a:pt x="33" y="12"/>
                    <a:pt x="40" y="12"/>
                  </a:cubicBezTo>
                  <a:cubicBezTo>
                    <a:pt x="48" y="12"/>
                    <a:pt x="54" y="18"/>
                    <a:pt x="54" y="26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64" y="120"/>
                  </a:moveTo>
                  <a:cubicBezTo>
                    <a:pt x="81" y="120"/>
                    <a:pt x="94" y="106"/>
                    <a:pt x="94" y="90"/>
                  </a:cubicBezTo>
                  <a:cubicBezTo>
                    <a:pt x="94" y="90"/>
                    <a:pt x="94" y="99"/>
                    <a:pt x="94" y="90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63"/>
                    <a:pt x="92" y="60"/>
                    <a:pt x="88" y="60"/>
                  </a:cubicBezTo>
                  <a:cubicBezTo>
                    <a:pt x="85" y="60"/>
                    <a:pt x="82" y="63"/>
                    <a:pt x="82" y="66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55"/>
                    <a:pt x="76" y="52"/>
                    <a:pt x="72" y="52"/>
                  </a:cubicBezTo>
                  <a:cubicBezTo>
                    <a:pt x="69" y="52"/>
                    <a:pt x="66" y="55"/>
                    <a:pt x="66" y="58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2" y="51"/>
                    <a:pt x="60" y="48"/>
                    <a:pt x="56" y="48"/>
                  </a:cubicBezTo>
                  <a:cubicBezTo>
                    <a:pt x="53" y="48"/>
                    <a:pt x="50" y="51"/>
                    <a:pt x="50" y="54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6" y="68"/>
                    <a:pt x="46" y="68"/>
                    <a:pt x="46" y="68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3"/>
                    <a:pt x="44" y="20"/>
                    <a:pt x="40" y="20"/>
                  </a:cubicBezTo>
                  <a:cubicBezTo>
                    <a:pt x="37" y="20"/>
                    <a:pt x="34" y="23"/>
                    <a:pt x="34" y="26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26" y="62"/>
                    <a:pt x="15" y="53"/>
                    <a:pt x="11" y="57"/>
                  </a:cubicBezTo>
                  <a:cubicBezTo>
                    <a:pt x="6" y="62"/>
                    <a:pt x="18" y="74"/>
                    <a:pt x="33" y="100"/>
                  </a:cubicBezTo>
                  <a:cubicBezTo>
                    <a:pt x="40" y="112"/>
                    <a:pt x="49" y="120"/>
                    <a:pt x="64" y="120"/>
                  </a:cubicBezTo>
                  <a:close/>
                  <a:moveTo>
                    <a:pt x="98" y="90"/>
                  </a:moveTo>
                  <a:cubicBezTo>
                    <a:pt x="98" y="109"/>
                    <a:pt x="83" y="124"/>
                    <a:pt x="64" y="124"/>
                  </a:cubicBezTo>
                  <a:cubicBezTo>
                    <a:pt x="52" y="124"/>
                    <a:pt x="39" y="118"/>
                    <a:pt x="30" y="102"/>
                  </a:cubicBezTo>
                  <a:cubicBezTo>
                    <a:pt x="17" y="78"/>
                    <a:pt x="0" y="62"/>
                    <a:pt x="8" y="54"/>
                  </a:cubicBezTo>
                  <a:cubicBezTo>
                    <a:pt x="14" y="49"/>
                    <a:pt x="22" y="54"/>
                    <a:pt x="30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0"/>
                    <a:pt x="35" y="16"/>
                    <a:pt x="40" y="16"/>
                  </a:cubicBezTo>
                  <a:cubicBezTo>
                    <a:pt x="46" y="16"/>
                    <a:pt x="50" y="20"/>
                    <a:pt x="50" y="2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2" y="45"/>
                    <a:pt x="54" y="44"/>
                    <a:pt x="56" y="44"/>
                  </a:cubicBezTo>
                  <a:cubicBezTo>
                    <a:pt x="61" y="44"/>
                    <a:pt x="64" y="47"/>
                    <a:pt x="66" y="51"/>
                  </a:cubicBezTo>
                  <a:cubicBezTo>
                    <a:pt x="67" y="49"/>
                    <a:pt x="70" y="48"/>
                    <a:pt x="72" y="48"/>
                  </a:cubicBezTo>
                  <a:cubicBezTo>
                    <a:pt x="78" y="48"/>
                    <a:pt x="82" y="52"/>
                    <a:pt x="82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4" y="57"/>
                    <a:pt x="86" y="56"/>
                    <a:pt x="88" y="56"/>
                  </a:cubicBezTo>
                  <a:cubicBezTo>
                    <a:pt x="94" y="56"/>
                    <a:pt x="98" y="61"/>
                    <a:pt x="98" y="66"/>
                  </a:cubicBezTo>
                  <a:cubicBezTo>
                    <a:pt x="98" y="90"/>
                    <a:pt x="98" y="90"/>
                    <a:pt x="98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Freeform 38"/>
            <p:cNvSpPr>
              <a:spLocks noEditPoints="1"/>
            </p:cNvSpPr>
            <p:nvPr/>
          </p:nvSpPr>
          <p:spPr bwMode="auto">
            <a:xfrm>
              <a:off x="8269432" y="4112575"/>
              <a:ext cx="254000" cy="303213"/>
            </a:xfrm>
            <a:custGeom>
              <a:avLst/>
              <a:gdLst>
                <a:gd name="T0" fmla="*/ 54 w 98"/>
                <a:gd name="T1" fmla="*/ 29 h 116"/>
                <a:gd name="T2" fmla="*/ 58 w 98"/>
                <a:gd name="T3" fmla="*/ 18 h 116"/>
                <a:gd name="T4" fmla="*/ 40 w 98"/>
                <a:gd name="T5" fmla="*/ 0 h 116"/>
                <a:gd name="T6" fmla="*/ 22 w 98"/>
                <a:gd name="T7" fmla="*/ 18 h 116"/>
                <a:gd name="T8" fmla="*/ 26 w 98"/>
                <a:gd name="T9" fmla="*/ 29 h 116"/>
                <a:gd name="T10" fmla="*/ 26 w 98"/>
                <a:gd name="T11" fmla="*/ 18 h 116"/>
                <a:gd name="T12" fmla="*/ 40 w 98"/>
                <a:gd name="T13" fmla="*/ 4 h 116"/>
                <a:gd name="T14" fmla="*/ 54 w 98"/>
                <a:gd name="T15" fmla="*/ 18 h 116"/>
                <a:gd name="T16" fmla="*/ 54 w 98"/>
                <a:gd name="T17" fmla="*/ 29 h 116"/>
                <a:gd name="T18" fmla="*/ 54 w 98"/>
                <a:gd name="T19" fmla="*/ 29 h 116"/>
                <a:gd name="T20" fmla="*/ 64 w 98"/>
                <a:gd name="T21" fmla="*/ 112 h 116"/>
                <a:gd name="T22" fmla="*/ 94 w 98"/>
                <a:gd name="T23" fmla="*/ 82 h 116"/>
                <a:gd name="T24" fmla="*/ 94 w 98"/>
                <a:gd name="T25" fmla="*/ 82 h 116"/>
                <a:gd name="T26" fmla="*/ 94 w 98"/>
                <a:gd name="T27" fmla="*/ 67 h 116"/>
                <a:gd name="T28" fmla="*/ 94 w 98"/>
                <a:gd name="T29" fmla="*/ 58 h 116"/>
                <a:gd name="T30" fmla="*/ 88 w 98"/>
                <a:gd name="T31" fmla="*/ 52 h 116"/>
                <a:gd name="T32" fmla="*/ 82 w 98"/>
                <a:gd name="T33" fmla="*/ 58 h 116"/>
                <a:gd name="T34" fmla="*/ 82 w 98"/>
                <a:gd name="T35" fmla="*/ 60 h 116"/>
                <a:gd name="T36" fmla="*/ 78 w 98"/>
                <a:gd name="T37" fmla="*/ 60 h 116"/>
                <a:gd name="T38" fmla="*/ 78 w 98"/>
                <a:gd name="T39" fmla="*/ 50 h 116"/>
                <a:gd name="T40" fmla="*/ 72 w 98"/>
                <a:gd name="T41" fmla="*/ 44 h 116"/>
                <a:gd name="T42" fmla="*/ 66 w 98"/>
                <a:gd name="T43" fmla="*/ 50 h 116"/>
                <a:gd name="T44" fmla="*/ 66 w 98"/>
                <a:gd name="T45" fmla="*/ 56 h 116"/>
                <a:gd name="T46" fmla="*/ 62 w 98"/>
                <a:gd name="T47" fmla="*/ 56 h 116"/>
                <a:gd name="T48" fmla="*/ 62 w 98"/>
                <a:gd name="T49" fmla="*/ 46 h 116"/>
                <a:gd name="T50" fmla="*/ 56 w 98"/>
                <a:gd name="T51" fmla="*/ 40 h 116"/>
                <a:gd name="T52" fmla="*/ 50 w 98"/>
                <a:gd name="T53" fmla="*/ 46 h 116"/>
                <a:gd name="T54" fmla="*/ 50 w 98"/>
                <a:gd name="T55" fmla="*/ 60 h 116"/>
                <a:gd name="T56" fmla="*/ 46 w 98"/>
                <a:gd name="T57" fmla="*/ 60 h 116"/>
                <a:gd name="T58" fmla="*/ 46 w 98"/>
                <a:gd name="T59" fmla="*/ 18 h 116"/>
                <a:gd name="T60" fmla="*/ 40 w 98"/>
                <a:gd name="T61" fmla="*/ 12 h 116"/>
                <a:gd name="T62" fmla="*/ 34 w 98"/>
                <a:gd name="T63" fmla="*/ 18 h 116"/>
                <a:gd name="T64" fmla="*/ 34 w 98"/>
                <a:gd name="T65" fmla="*/ 63 h 116"/>
                <a:gd name="T66" fmla="*/ 11 w 98"/>
                <a:gd name="T67" fmla="*/ 49 h 116"/>
                <a:gd name="T68" fmla="*/ 33 w 98"/>
                <a:gd name="T69" fmla="*/ 92 h 116"/>
                <a:gd name="T70" fmla="*/ 64 w 98"/>
                <a:gd name="T71" fmla="*/ 112 h 116"/>
                <a:gd name="T72" fmla="*/ 98 w 98"/>
                <a:gd name="T73" fmla="*/ 82 h 116"/>
                <a:gd name="T74" fmla="*/ 64 w 98"/>
                <a:gd name="T75" fmla="*/ 116 h 116"/>
                <a:gd name="T76" fmla="*/ 30 w 98"/>
                <a:gd name="T77" fmla="*/ 94 h 116"/>
                <a:gd name="T78" fmla="*/ 8 w 98"/>
                <a:gd name="T79" fmla="*/ 46 h 116"/>
                <a:gd name="T80" fmla="*/ 30 w 98"/>
                <a:gd name="T81" fmla="*/ 53 h 116"/>
                <a:gd name="T82" fmla="*/ 30 w 98"/>
                <a:gd name="T83" fmla="*/ 53 h 116"/>
                <a:gd name="T84" fmla="*/ 30 w 98"/>
                <a:gd name="T85" fmla="*/ 18 h 116"/>
                <a:gd name="T86" fmla="*/ 40 w 98"/>
                <a:gd name="T87" fmla="*/ 8 h 116"/>
                <a:gd name="T88" fmla="*/ 50 w 98"/>
                <a:gd name="T89" fmla="*/ 18 h 116"/>
                <a:gd name="T90" fmla="*/ 50 w 98"/>
                <a:gd name="T91" fmla="*/ 38 h 116"/>
                <a:gd name="T92" fmla="*/ 56 w 98"/>
                <a:gd name="T93" fmla="*/ 36 h 116"/>
                <a:gd name="T94" fmla="*/ 66 w 98"/>
                <a:gd name="T95" fmla="*/ 43 h 116"/>
                <a:gd name="T96" fmla="*/ 72 w 98"/>
                <a:gd name="T97" fmla="*/ 40 h 116"/>
                <a:gd name="T98" fmla="*/ 82 w 98"/>
                <a:gd name="T99" fmla="*/ 50 h 116"/>
                <a:gd name="T100" fmla="*/ 82 w 98"/>
                <a:gd name="T101" fmla="*/ 50 h 116"/>
                <a:gd name="T102" fmla="*/ 88 w 98"/>
                <a:gd name="T103" fmla="*/ 48 h 116"/>
                <a:gd name="T104" fmla="*/ 98 w 98"/>
                <a:gd name="T105" fmla="*/ 58 h 116"/>
                <a:gd name="T106" fmla="*/ 98 w 98"/>
                <a:gd name="T107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" h="116">
                  <a:moveTo>
                    <a:pt x="54" y="29"/>
                  </a:moveTo>
                  <a:cubicBezTo>
                    <a:pt x="57" y="26"/>
                    <a:pt x="58" y="22"/>
                    <a:pt x="58" y="18"/>
                  </a:cubicBezTo>
                  <a:cubicBezTo>
                    <a:pt x="58" y="8"/>
                    <a:pt x="50" y="0"/>
                    <a:pt x="40" y="0"/>
                  </a:cubicBezTo>
                  <a:cubicBezTo>
                    <a:pt x="30" y="0"/>
                    <a:pt x="22" y="8"/>
                    <a:pt x="22" y="18"/>
                  </a:cubicBezTo>
                  <a:cubicBezTo>
                    <a:pt x="22" y="22"/>
                    <a:pt x="24" y="26"/>
                    <a:pt x="26" y="2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0"/>
                    <a:pt x="33" y="4"/>
                    <a:pt x="40" y="4"/>
                  </a:cubicBezTo>
                  <a:cubicBezTo>
                    <a:pt x="48" y="4"/>
                    <a:pt x="54" y="10"/>
                    <a:pt x="54" y="1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9"/>
                    <a:pt x="54" y="29"/>
                    <a:pt x="54" y="29"/>
                  </a:cubicBezTo>
                  <a:close/>
                  <a:moveTo>
                    <a:pt x="64" y="112"/>
                  </a:moveTo>
                  <a:cubicBezTo>
                    <a:pt x="81" y="112"/>
                    <a:pt x="94" y="98"/>
                    <a:pt x="94" y="82"/>
                  </a:cubicBezTo>
                  <a:cubicBezTo>
                    <a:pt x="94" y="82"/>
                    <a:pt x="94" y="91"/>
                    <a:pt x="94" y="82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58"/>
                    <a:pt x="94" y="58"/>
                    <a:pt x="94" y="58"/>
                  </a:cubicBezTo>
                  <a:cubicBezTo>
                    <a:pt x="94" y="55"/>
                    <a:pt x="92" y="52"/>
                    <a:pt x="88" y="52"/>
                  </a:cubicBezTo>
                  <a:cubicBezTo>
                    <a:pt x="85" y="52"/>
                    <a:pt x="82" y="55"/>
                    <a:pt x="82" y="58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47"/>
                    <a:pt x="76" y="44"/>
                    <a:pt x="72" y="44"/>
                  </a:cubicBezTo>
                  <a:cubicBezTo>
                    <a:pt x="69" y="44"/>
                    <a:pt x="66" y="47"/>
                    <a:pt x="66" y="50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2" y="46"/>
                    <a:pt x="62" y="46"/>
                    <a:pt x="62" y="46"/>
                  </a:cubicBezTo>
                  <a:cubicBezTo>
                    <a:pt x="62" y="43"/>
                    <a:pt x="60" y="40"/>
                    <a:pt x="56" y="40"/>
                  </a:cubicBezTo>
                  <a:cubicBezTo>
                    <a:pt x="53" y="40"/>
                    <a:pt x="50" y="43"/>
                    <a:pt x="50" y="46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5"/>
                    <a:pt x="44" y="12"/>
                    <a:pt x="40" y="12"/>
                  </a:cubicBezTo>
                  <a:cubicBezTo>
                    <a:pt x="37" y="12"/>
                    <a:pt x="34" y="15"/>
                    <a:pt x="34" y="18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26" y="54"/>
                    <a:pt x="15" y="45"/>
                    <a:pt x="11" y="49"/>
                  </a:cubicBezTo>
                  <a:cubicBezTo>
                    <a:pt x="6" y="54"/>
                    <a:pt x="18" y="66"/>
                    <a:pt x="33" y="92"/>
                  </a:cubicBezTo>
                  <a:cubicBezTo>
                    <a:pt x="40" y="104"/>
                    <a:pt x="49" y="112"/>
                    <a:pt x="64" y="112"/>
                  </a:cubicBezTo>
                  <a:close/>
                  <a:moveTo>
                    <a:pt x="98" y="82"/>
                  </a:moveTo>
                  <a:cubicBezTo>
                    <a:pt x="98" y="101"/>
                    <a:pt x="83" y="116"/>
                    <a:pt x="64" y="116"/>
                  </a:cubicBezTo>
                  <a:cubicBezTo>
                    <a:pt x="52" y="116"/>
                    <a:pt x="39" y="110"/>
                    <a:pt x="30" y="94"/>
                  </a:cubicBezTo>
                  <a:cubicBezTo>
                    <a:pt x="17" y="70"/>
                    <a:pt x="0" y="54"/>
                    <a:pt x="8" y="46"/>
                  </a:cubicBezTo>
                  <a:cubicBezTo>
                    <a:pt x="14" y="41"/>
                    <a:pt x="22" y="46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2"/>
                    <a:pt x="35" y="8"/>
                    <a:pt x="40" y="8"/>
                  </a:cubicBezTo>
                  <a:cubicBezTo>
                    <a:pt x="46" y="8"/>
                    <a:pt x="50" y="12"/>
                    <a:pt x="50" y="1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7"/>
                    <a:pt x="54" y="36"/>
                    <a:pt x="56" y="36"/>
                  </a:cubicBezTo>
                  <a:cubicBezTo>
                    <a:pt x="61" y="36"/>
                    <a:pt x="64" y="39"/>
                    <a:pt x="66" y="43"/>
                  </a:cubicBezTo>
                  <a:cubicBezTo>
                    <a:pt x="67" y="41"/>
                    <a:pt x="70" y="40"/>
                    <a:pt x="72" y="40"/>
                  </a:cubicBezTo>
                  <a:cubicBezTo>
                    <a:pt x="78" y="40"/>
                    <a:pt x="82" y="44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4" y="49"/>
                    <a:pt x="86" y="48"/>
                    <a:pt x="88" y="48"/>
                  </a:cubicBezTo>
                  <a:cubicBezTo>
                    <a:pt x="94" y="48"/>
                    <a:pt x="98" y="53"/>
                    <a:pt x="98" y="58"/>
                  </a:cubicBezTo>
                  <a:cubicBezTo>
                    <a:pt x="98" y="82"/>
                    <a:pt x="98" y="82"/>
                    <a:pt x="98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5865835" y="6228619"/>
              <a:ext cx="423070" cy="514475"/>
              <a:chOff x="7593013" y="2532063"/>
              <a:chExt cx="257175" cy="312738"/>
            </a:xfrm>
            <a:grpFill/>
          </p:grpSpPr>
          <p:sp>
            <p:nvSpPr>
              <p:cNvPr id="217" name="Freeform 39"/>
              <p:cNvSpPr>
                <a:spLocks noEditPoints="1"/>
              </p:cNvSpPr>
              <p:nvPr/>
            </p:nvSpPr>
            <p:spPr bwMode="auto">
              <a:xfrm>
                <a:off x="7753350" y="2532063"/>
                <a:ext cx="93663" cy="93663"/>
              </a:xfrm>
              <a:custGeom>
                <a:avLst/>
                <a:gdLst>
                  <a:gd name="T0" fmla="*/ 18 w 36"/>
                  <a:gd name="T1" fmla="*/ 36 h 36"/>
                  <a:gd name="T2" fmla="*/ 36 w 36"/>
                  <a:gd name="T3" fmla="*/ 18 h 36"/>
                  <a:gd name="T4" fmla="*/ 18 w 36"/>
                  <a:gd name="T5" fmla="*/ 0 h 36"/>
                  <a:gd name="T6" fmla="*/ 0 w 36"/>
                  <a:gd name="T7" fmla="*/ 18 h 36"/>
                  <a:gd name="T8" fmla="*/ 18 w 36"/>
                  <a:gd name="T9" fmla="*/ 36 h 36"/>
                  <a:gd name="T10" fmla="*/ 17 w 36"/>
                  <a:gd name="T11" fmla="*/ 4 h 36"/>
                  <a:gd name="T12" fmla="*/ 17 w 36"/>
                  <a:gd name="T13" fmla="*/ 18 h 36"/>
                  <a:gd name="T14" fmla="*/ 19 w 36"/>
                  <a:gd name="T15" fmla="*/ 18 h 36"/>
                  <a:gd name="T16" fmla="*/ 29 w 36"/>
                  <a:gd name="T17" fmla="*/ 18 h 36"/>
                  <a:gd name="T18" fmla="*/ 29 w 36"/>
                  <a:gd name="T19" fmla="*/ 14 h 36"/>
                  <a:gd name="T20" fmla="*/ 21 w 36"/>
                  <a:gd name="T21" fmla="*/ 14 h 36"/>
                  <a:gd name="T22" fmla="*/ 21 w 36"/>
                  <a:gd name="T23" fmla="*/ 4 h 36"/>
                  <a:gd name="T24" fmla="*/ 33 w 36"/>
                  <a:gd name="T25" fmla="*/ 18 h 36"/>
                  <a:gd name="T26" fmla="*/ 18 w 36"/>
                  <a:gd name="T27" fmla="*/ 32 h 36"/>
                  <a:gd name="T28" fmla="*/ 5 w 36"/>
                  <a:gd name="T29" fmla="*/ 18 h 36"/>
                  <a:gd name="T30" fmla="*/ 17 w 36"/>
                  <a:gd name="T31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28" y="36"/>
                      <a:pt x="36" y="28"/>
                      <a:pt x="36" y="18"/>
                    </a:cubicBezTo>
                    <a:cubicBezTo>
                      <a:pt x="36" y="8"/>
                      <a:pt x="2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8"/>
                      <a:pt x="8" y="36"/>
                      <a:pt x="18" y="36"/>
                    </a:cubicBezTo>
                    <a:close/>
                    <a:moveTo>
                      <a:pt x="17" y="4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5" y="5"/>
                      <a:pt x="33" y="11"/>
                      <a:pt x="33" y="18"/>
                    </a:cubicBezTo>
                    <a:cubicBezTo>
                      <a:pt x="33" y="26"/>
                      <a:pt x="26" y="32"/>
                      <a:pt x="18" y="32"/>
                    </a:cubicBezTo>
                    <a:cubicBezTo>
                      <a:pt x="11" y="32"/>
                      <a:pt x="5" y="26"/>
                      <a:pt x="5" y="18"/>
                    </a:cubicBezTo>
                    <a:cubicBezTo>
                      <a:pt x="5" y="11"/>
                      <a:pt x="9" y="5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reeform 40"/>
              <p:cNvSpPr>
                <a:spLocks noEditPoints="1"/>
              </p:cNvSpPr>
              <p:nvPr/>
            </p:nvSpPr>
            <p:spPr bwMode="auto">
              <a:xfrm>
                <a:off x="7593013" y="2563813"/>
                <a:ext cx="257175" cy="280988"/>
              </a:xfrm>
              <a:custGeom>
                <a:avLst/>
                <a:gdLst>
                  <a:gd name="T0" fmla="*/ 89 w 99"/>
                  <a:gd name="T1" fmla="*/ 40 h 108"/>
                  <a:gd name="T2" fmla="*/ 82 w 99"/>
                  <a:gd name="T3" fmla="*/ 42 h 108"/>
                  <a:gd name="T4" fmla="*/ 72 w 99"/>
                  <a:gd name="T5" fmla="*/ 32 h 108"/>
                  <a:gd name="T6" fmla="*/ 66 w 99"/>
                  <a:gd name="T7" fmla="*/ 35 h 108"/>
                  <a:gd name="T8" fmla="*/ 57 w 99"/>
                  <a:gd name="T9" fmla="*/ 28 h 108"/>
                  <a:gd name="T10" fmla="*/ 51 w 99"/>
                  <a:gd name="T11" fmla="*/ 30 h 108"/>
                  <a:gd name="T12" fmla="*/ 51 w 99"/>
                  <a:gd name="T13" fmla="*/ 10 h 108"/>
                  <a:gd name="T14" fmla="*/ 41 w 99"/>
                  <a:gd name="T15" fmla="*/ 0 h 108"/>
                  <a:gd name="T16" fmla="*/ 31 w 99"/>
                  <a:gd name="T17" fmla="*/ 10 h 108"/>
                  <a:gd name="T18" fmla="*/ 31 w 99"/>
                  <a:gd name="T19" fmla="*/ 45 h 108"/>
                  <a:gd name="T20" fmla="*/ 8 w 99"/>
                  <a:gd name="T21" fmla="*/ 38 h 108"/>
                  <a:gd name="T22" fmla="*/ 30 w 99"/>
                  <a:gd name="T23" fmla="*/ 86 h 108"/>
                  <a:gd name="T24" fmla="*/ 65 w 99"/>
                  <a:gd name="T25" fmla="*/ 108 h 108"/>
                  <a:gd name="T26" fmla="*/ 99 w 99"/>
                  <a:gd name="T27" fmla="*/ 74 h 108"/>
                  <a:gd name="T28" fmla="*/ 99 w 99"/>
                  <a:gd name="T29" fmla="*/ 50 h 108"/>
                  <a:gd name="T30" fmla="*/ 89 w 99"/>
                  <a:gd name="T31" fmla="*/ 40 h 108"/>
                  <a:gd name="T32" fmla="*/ 95 w 99"/>
                  <a:gd name="T33" fmla="*/ 59 h 108"/>
                  <a:gd name="T34" fmla="*/ 95 w 99"/>
                  <a:gd name="T35" fmla="*/ 74 h 108"/>
                  <a:gd name="T36" fmla="*/ 95 w 99"/>
                  <a:gd name="T37" fmla="*/ 78 h 108"/>
                  <a:gd name="T38" fmla="*/ 95 w 99"/>
                  <a:gd name="T39" fmla="*/ 74 h 108"/>
                  <a:gd name="T40" fmla="*/ 65 w 99"/>
                  <a:gd name="T41" fmla="*/ 104 h 108"/>
                  <a:gd name="T42" fmla="*/ 33 w 99"/>
                  <a:gd name="T43" fmla="*/ 84 h 108"/>
                  <a:gd name="T44" fmla="*/ 11 w 99"/>
                  <a:gd name="T45" fmla="*/ 41 h 108"/>
                  <a:gd name="T46" fmla="*/ 35 w 99"/>
                  <a:gd name="T47" fmla="*/ 55 h 108"/>
                  <a:gd name="T48" fmla="*/ 35 w 99"/>
                  <a:gd name="T49" fmla="*/ 10 h 108"/>
                  <a:gd name="T50" fmla="*/ 41 w 99"/>
                  <a:gd name="T51" fmla="*/ 4 h 108"/>
                  <a:gd name="T52" fmla="*/ 47 w 99"/>
                  <a:gd name="T53" fmla="*/ 10 h 108"/>
                  <a:gd name="T54" fmla="*/ 47 w 99"/>
                  <a:gd name="T55" fmla="*/ 50 h 108"/>
                  <a:gd name="T56" fmla="*/ 51 w 99"/>
                  <a:gd name="T57" fmla="*/ 50 h 108"/>
                  <a:gd name="T58" fmla="*/ 51 w 99"/>
                  <a:gd name="T59" fmla="*/ 38 h 108"/>
                  <a:gd name="T60" fmla="*/ 57 w 99"/>
                  <a:gd name="T61" fmla="*/ 32 h 108"/>
                  <a:gd name="T62" fmla="*/ 63 w 99"/>
                  <a:gd name="T63" fmla="*/ 38 h 108"/>
                  <a:gd name="T64" fmla="*/ 63 w 99"/>
                  <a:gd name="T65" fmla="*/ 46 h 108"/>
                  <a:gd name="T66" fmla="*/ 67 w 99"/>
                  <a:gd name="T67" fmla="*/ 46 h 108"/>
                  <a:gd name="T68" fmla="*/ 67 w 99"/>
                  <a:gd name="T69" fmla="*/ 42 h 108"/>
                  <a:gd name="T70" fmla="*/ 73 w 99"/>
                  <a:gd name="T71" fmla="*/ 36 h 108"/>
                  <a:gd name="T72" fmla="*/ 79 w 99"/>
                  <a:gd name="T73" fmla="*/ 42 h 108"/>
                  <a:gd name="T74" fmla="*/ 79 w 99"/>
                  <a:gd name="T75" fmla="*/ 50 h 108"/>
                  <a:gd name="T76" fmla="*/ 83 w 99"/>
                  <a:gd name="T77" fmla="*/ 50 h 108"/>
                  <a:gd name="T78" fmla="*/ 83 w 99"/>
                  <a:gd name="T79" fmla="*/ 50 h 108"/>
                  <a:gd name="T80" fmla="*/ 89 w 99"/>
                  <a:gd name="T81" fmla="*/ 44 h 108"/>
                  <a:gd name="T82" fmla="*/ 95 w 99"/>
                  <a:gd name="T83" fmla="*/ 50 h 108"/>
                  <a:gd name="T84" fmla="*/ 95 w 99"/>
                  <a:gd name="T85" fmla="*/ 5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9" h="108">
                    <a:moveTo>
                      <a:pt x="89" y="40"/>
                    </a:moveTo>
                    <a:cubicBezTo>
                      <a:pt x="86" y="40"/>
                      <a:pt x="84" y="41"/>
                      <a:pt x="82" y="42"/>
                    </a:cubicBezTo>
                    <a:cubicBezTo>
                      <a:pt x="82" y="36"/>
                      <a:pt x="78" y="32"/>
                      <a:pt x="72" y="32"/>
                    </a:cubicBezTo>
                    <a:cubicBezTo>
                      <a:pt x="70" y="32"/>
                      <a:pt x="67" y="33"/>
                      <a:pt x="66" y="35"/>
                    </a:cubicBezTo>
                    <a:cubicBezTo>
                      <a:pt x="64" y="31"/>
                      <a:pt x="61" y="28"/>
                      <a:pt x="57" y="28"/>
                    </a:cubicBezTo>
                    <a:cubicBezTo>
                      <a:pt x="54" y="28"/>
                      <a:pt x="51" y="29"/>
                      <a:pt x="51" y="30"/>
                    </a:cubicBezTo>
                    <a:cubicBezTo>
                      <a:pt x="51" y="10"/>
                      <a:pt x="51" y="10"/>
                      <a:pt x="51" y="10"/>
                    </a:cubicBezTo>
                    <a:cubicBezTo>
                      <a:pt x="51" y="4"/>
                      <a:pt x="47" y="0"/>
                      <a:pt x="41" y="0"/>
                    </a:cubicBezTo>
                    <a:cubicBezTo>
                      <a:pt x="35" y="0"/>
                      <a:pt x="31" y="4"/>
                      <a:pt x="31" y="10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3" y="38"/>
                      <a:pt x="14" y="33"/>
                      <a:pt x="8" y="38"/>
                    </a:cubicBezTo>
                    <a:cubicBezTo>
                      <a:pt x="0" y="46"/>
                      <a:pt x="17" y="62"/>
                      <a:pt x="30" y="86"/>
                    </a:cubicBezTo>
                    <a:cubicBezTo>
                      <a:pt x="39" y="102"/>
                      <a:pt x="52" y="108"/>
                      <a:pt x="65" y="108"/>
                    </a:cubicBezTo>
                    <a:cubicBezTo>
                      <a:pt x="83" y="108"/>
                      <a:pt x="99" y="93"/>
                      <a:pt x="99" y="74"/>
                    </a:cubicBezTo>
                    <a:cubicBezTo>
                      <a:pt x="99" y="50"/>
                      <a:pt x="99" y="50"/>
                      <a:pt x="99" y="50"/>
                    </a:cubicBezTo>
                    <a:cubicBezTo>
                      <a:pt x="99" y="45"/>
                      <a:pt x="94" y="40"/>
                      <a:pt x="89" y="40"/>
                    </a:cubicBezTo>
                    <a:close/>
                    <a:moveTo>
                      <a:pt x="95" y="59"/>
                    </a:move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8"/>
                      <a:pt x="95" y="78"/>
                    </a:cubicBezTo>
                    <a:cubicBezTo>
                      <a:pt x="95" y="78"/>
                      <a:pt x="95" y="74"/>
                      <a:pt x="95" y="74"/>
                    </a:cubicBezTo>
                    <a:cubicBezTo>
                      <a:pt x="95" y="90"/>
                      <a:pt x="81" y="104"/>
                      <a:pt x="65" y="104"/>
                    </a:cubicBezTo>
                    <a:cubicBezTo>
                      <a:pt x="50" y="104"/>
                      <a:pt x="40" y="96"/>
                      <a:pt x="33" y="84"/>
                    </a:cubicBezTo>
                    <a:cubicBezTo>
                      <a:pt x="18" y="58"/>
                      <a:pt x="7" y="46"/>
                      <a:pt x="11" y="41"/>
                    </a:cubicBezTo>
                    <a:cubicBezTo>
                      <a:pt x="16" y="37"/>
                      <a:pt x="27" y="46"/>
                      <a:pt x="35" y="55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7"/>
                      <a:pt x="38" y="4"/>
                      <a:pt x="41" y="4"/>
                    </a:cubicBezTo>
                    <a:cubicBezTo>
                      <a:pt x="44" y="4"/>
                      <a:pt x="47" y="7"/>
                      <a:pt x="47" y="10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1" y="35"/>
                      <a:pt x="54" y="32"/>
                      <a:pt x="57" y="32"/>
                    </a:cubicBezTo>
                    <a:cubicBezTo>
                      <a:pt x="60" y="32"/>
                      <a:pt x="63" y="35"/>
                      <a:pt x="63" y="38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7" y="46"/>
                      <a:pt x="67" y="46"/>
                      <a:pt x="67" y="46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7" y="39"/>
                      <a:pt x="70" y="36"/>
                      <a:pt x="73" y="36"/>
                    </a:cubicBezTo>
                    <a:cubicBezTo>
                      <a:pt x="76" y="36"/>
                      <a:pt x="79" y="39"/>
                      <a:pt x="79" y="42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47"/>
                      <a:pt x="86" y="44"/>
                      <a:pt x="89" y="44"/>
                    </a:cubicBezTo>
                    <a:cubicBezTo>
                      <a:pt x="92" y="44"/>
                      <a:pt x="95" y="47"/>
                      <a:pt x="95" y="50"/>
                    </a:cubicBezTo>
                    <a:lnTo>
                      <a:pt x="95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8" name="Freeform 41"/>
            <p:cNvSpPr>
              <a:spLocks noEditPoints="1"/>
            </p:cNvSpPr>
            <p:nvPr/>
          </p:nvSpPr>
          <p:spPr bwMode="auto">
            <a:xfrm>
              <a:off x="10844274" y="4674806"/>
              <a:ext cx="269875" cy="303213"/>
            </a:xfrm>
            <a:custGeom>
              <a:avLst/>
              <a:gdLst>
                <a:gd name="T0" fmla="*/ 18 w 104"/>
                <a:gd name="T1" fmla="*/ 32 h 116"/>
                <a:gd name="T2" fmla="*/ 13 w 104"/>
                <a:gd name="T3" fmla="*/ 67 h 116"/>
                <a:gd name="T4" fmla="*/ 4 w 104"/>
                <a:gd name="T5" fmla="*/ 50 h 116"/>
                <a:gd name="T6" fmla="*/ 31 w 104"/>
                <a:gd name="T7" fmla="*/ 44 h 116"/>
                <a:gd name="T8" fmla="*/ 32 w 104"/>
                <a:gd name="T9" fmla="*/ 39 h 116"/>
                <a:gd name="T10" fmla="*/ 60 w 104"/>
                <a:gd name="T11" fmla="*/ 29 h 116"/>
                <a:gd name="T12" fmla="*/ 46 w 104"/>
                <a:gd name="T13" fmla="*/ 0 h 116"/>
                <a:gd name="T14" fmla="*/ 32 w 104"/>
                <a:gd name="T15" fmla="*/ 29 h 116"/>
                <a:gd name="T16" fmla="*/ 46 w 104"/>
                <a:gd name="T17" fmla="*/ 4 h 116"/>
                <a:gd name="T18" fmla="*/ 60 w 104"/>
                <a:gd name="T19" fmla="*/ 29 h 116"/>
                <a:gd name="T20" fmla="*/ 70 w 104"/>
                <a:gd name="T21" fmla="*/ 112 h 116"/>
                <a:gd name="T22" fmla="*/ 100 w 104"/>
                <a:gd name="T23" fmla="*/ 82 h 116"/>
                <a:gd name="T24" fmla="*/ 100 w 104"/>
                <a:gd name="T25" fmla="*/ 58 h 116"/>
                <a:gd name="T26" fmla="*/ 88 w 104"/>
                <a:gd name="T27" fmla="*/ 58 h 116"/>
                <a:gd name="T28" fmla="*/ 84 w 104"/>
                <a:gd name="T29" fmla="*/ 60 h 116"/>
                <a:gd name="T30" fmla="*/ 78 w 104"/>
                <a:gd name="T31" fmla="*/ 44 h 116"/>
                <a:gd name="T32" fmla="*/ 72 w 104"/>
                <a:gd name="T33" fmla="*/ 56 h 116"/>
                <a:gd name="T34" fmla="*/ 68 w 104"/>
                <a:gd name="T35" fmla="*/ 46 h 116"/>
                <a:gd name="T36" fmla="*/ 56 w 104"/>
                <a:gd name="T37" fmla="*/ 46 h 116"/>
                <a:gd name="T38" fmla="*/ 52 w 104"/>
                <a:gd name="T39" fmla="*/ 60 h 116"/>
                <a:gd name="T40" fmla="*/ 46 w 104"/>
                <a:gd name="T41" fmla="*/ 12 h 116"/>
                <a:gd name="T42" fmla="*/ 40 w 104"/>
                <a:gd name="T43" fmla="*/ 63 h 116"/>
                <a:gd name="T44" fmla="*/ 39 w 104"/>
                <a:gd name="T45" fmla="*/ 92 h 116"/>
                <a:gd name="T46" fmla="*/ 104 w 104"/>
                <a:gd name="T47" fmla="*/ 82 h 116"/>
                <a:gd name="T48" fmla="*/ 35 w 104"/>
                <a:gd name="T49" fmla="*/ 94 h 116"/>
                <a:gd name="T50" fmla="*/ 36 w 104"/>
                <a:gd name="T51" fmla="*/ 53 h 116"/>
                <a:gd name="T52" fmla="*/ 36 w 104"/>
                <a:gd name="T53" fmla="*/ 18 h 116"/>
                <a:gd name="T54" fmla="*/ 56 w 104"/>
                <a:gd name="T55" fmla="*/ 18 h 116"/>
                <a:gd name="T56" fmla="*/ 62 w 104"/>
                <a:gd name="T57" fmla="*/ 36 h 116"/>
                <a:gd name="T58" fmla="*/ 78 w 104"/>
                <a:gd name="T59" fmla="*/ 40 h 116"/>
                <a:gd name="T60" fmla="*/ 88 w 104"/>
                <a:gd name="T61" fmla="*/ 50 h 116"/>
                <a:gd name="T62" fmla="*/ 104 w 104"/>
                <a:gd name="T63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4" h="116">
                  <a:moveTo>
                    <a:pt x="32" y="39"/>
                  </a:moveTo>
                  <a:cubicBezTo>
                    <a:pt x="29" y="35"/>
                    <a:pt x="24" y="32"/>
                    <a:pt x="18" y="32"/>
                  </a:cubicBezTo>
                  <a:cubicBezTo>
                    <a:pt x="8" y="32"/>
                    <a:pt x="0" y="40"/>
                    <a:pt x="0" y="50"/>
                  </a:cubicBezTo>
                  <a:cubicBezTo>
                    <a:pt x="0" y="58"/>
                    <a:pt x="6" y="65"/>
                    <a:pt x="13" y="67"/>
                  </a:cubicBezTo>
                  <a:cubicBezTo>
                    <a:pt x="12" y="66"/>
                    <a:pt x="11" y="64"/>
                    <a:pt x="11" y="62"/>
                  </a:cubicBezTo>
                  <a:cubicBezTo>
                    <a:pt x="7" y="59"/>
                    <a:pt x="4" y="55"/>
                    <a:pt x="4" y="50"/>
                  </a:cubicBezTo>
                  <a:cubicBezTo>
                    <a:pt x="4" y="42"/>
                    <a:pt x="10" y="36"/>
                    <a:pt x="18" y="36"/>
                  </a:cubicBezTo>
                  <a:cubicBezTo>
                    <a:pt x="24" y="36"/>
                    <a:pt x="28" y="39"/>
                    <a:pt x="31" y="44"/>
                  </a:cubicBezTo>
                  <a:cubicBezTo>
                    <a:pt x="31" y="44"/>
                    <a:pt x="32" y="45"/>
                    <a:pt x="32" y="45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lose/>
                  <a:moveTo>
                    <a:pt x="60" y="29"/>
                  </a:moveTo>
                  <a:cubicBezTo>
                    <a:pt x="63" y="26"/>
                    <a:pt x="64" y="22"/>
                    <a:pt x="64" y="18"/>
                  </a:cubicBezTo>
                  <a:cubicBezTo>
                    <a:pt x="64" y="8"/>
                    <a:pt x="56" y="0"/>
                    <a:pt x="46" y="0"/>
                  </a:cubicBezTo>
                  <a:cubicBezTo>
                    <a:pt x="36" y="0"/>
                    <a:pt x="28" y="8"/>
                    <a:pt x="28" y="18"/>
                  </a:cubicBezTo>
                  <a:cubicBezTo>
                    <a:pt x="28" y="22"/>
                    <a:pt x="30" y="26"/>
                    <a:pt x="32" y="2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0"/>
                    <a:pt x="38" y="4"/>
                    <a:pt x="46" y="4"/>
                  </a:cubicBezTo>
                  <a:cubicBezTo>
                    <a:pt x="54" y="4"/>
                    <a:pt x="60" y="10"/>
                    <a:pt x="60" y="18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6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  <a:moveTo>
                    <a:pt x="104" y="82"/>
                  </a:move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4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2"/>
                    <a:pt x="40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5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42"/>
            <p:cNvSpPr>
              <a:spLocks noEditPoints="1"/>
            </p:cNvSpPr>
            <p:nvPr/>
          </p:nvSpPr>
          <p:spPr bwMode="auto">
            <a:xfrm>
              <a:off x="575703" y="3405013"/>
              <a:ext cx="254000" cy="333375"/>
            </a:xfrm>
            <a:custGeom>
              <a:avLst/>
              <a:gdLst>
                <a:gd name="T0" fmla="*/ 38 w 98"/>
                <a:gd name="T1" fmla="*/ 16 h 128"/>
                <a:gd name="T2" fmla="*/ 42 w 98"/>
                <a:gd name="T3" fmla="*/ 0 h 128"/>
                <a:gd name="T4" fmla="*/ 64 w 98"/>
                <a:gd name="T5" fmla="*/ 10 h 128"/>
                <a:gd name="T6" fmla="*/ 54 w 98"/>
                <a:gd name="T7" fmla="*/ 23 h 128"/>
                <a:gd name="T8" fmla="*/ 64 w 98"/>
                <a:gd name="T9" fmla="*/ 10 h 128"/>
                <a:gd name="T10" fmla="*/ 56 w 98"/>
                <a:gd name="T11" fmla="*/ 34 h 128"/>
                <a:gd name="T12" fmla="*/ 71 w 98"/>
                <a:gd name="T13" fmla="*/ 41 h 128"/>
                <a:gd name="T14" fmla="*/ 10 w 98"/>
                <a:gd name="T15" fmla="*/ 41 h 128"/>
                <a:gd name="T16" fmla="*/ 24 w 98"/>
                <a:gd name="T17" fmla="*/ 34 h 128"/>
                <a:gd name="T18" fmla="*/ 10 w 98"/>
                <a:gd name="T19" fmla="*/ 41 h 128"/>
                <a:gd name="T20" fmla="*/ 27 w 98"/>
                <a:gd name="T21" fmla="*/ 23 h 128"/>
                <a:gd name="T22" fmla="*/ 17 w 98"/>
                <a:gd name="T23" fmla="*/ 10 h 128"/>
                <a:gd name="T24" fmla="*/ 64 w 98"/>
                <a:gd name="T25" fmla="*/ 124 h 128"/>
                <a:gd name="T26" fmla="*/ 94 w 98"/>
                <a:gd name="T27" fmla="*/ 94 h 128"/>
                <a:gd name="T28" fmla="*/ 94 w 98"/>
                <a:gd name="T29" fmla="*/ 70 h 128"/>
                <a:gd name="T30" fmla="*/ 82 w 98"/>
                <a:gd name="T31" fmla="*/ 70 h 128"/>
                <a:gd name="T32" fmla="*/ 78 w 98"/>
                <a:gd name="T33" fmla="*/ 72 h 128"/>
                <a:gd name="T34" fmla="*/ 72 w 98"/>
                <a:gd name="T35" fmla="*/ 56 h 128"/>
                <a:gd name="T36" fmla="*/ 66 w 98"/>
                <a:gd name="T37" fmla="*/ 68 h 128"/>
                <a:gd name="T38" fmla="*/ 62 w 98"/>
                <a:gd name="T39" fmla="*/ 58 h 128"/>
                <a:gd name="T40" fmla="*/ 50 w 98"/>
                <a:gd name="T41" fmla="*/ 58 h 128"/>
                <a:gd name="T42" fmla="*/ 46 w 98"/>
                <a:gd name="T43" fmla="*/ 72 h 128"/>
                <a:gd name="T44" fmla="*/ 40 w 98"/>
                <a:gd name="T45" fmla="*/ 24 h 128"/>
                <a:gd name="T46" fmla="*/ 34 w 98"/>
                <a:gd name="T47" fmla="*/ 75 h 128"/>
                <a:gd name="T48" fmla="*/ 33 w 98"/>
                <a:gd name="T49" fmla="*/ 104 h 128"/>
                <a:gd name="T50" fmla="*/ 98 w 98"/>
                <a:gd name="T51" fmla="*/ 94 h 128"/>
                <a:gd name="T52" fmla="*/ 30 w 98"/>
                <a:gd name="T53" fmla="*/ 106 h 128"/>
                <a:gd name="T54" fmla="*/ 30 w 98"/>
                <a:gd name="T55" fmla="*/ 65 h 128"/>
                <a:gd name="T56" fmla="*/ 30 w 98"/>
                <a:gd name="T57" fmla="*/ 30 h 128"/>
                <a:gd name="T58" fmla="*/ 50 w 98"/>
                <a:gd name="T59" fmla="*/ 30 h 128"/>
                <a:gd name="T60" fmla="*/ 56 w 98"/>
                <a:gd name="T61" fmla="*/ 48 h 128"/>
                <a:gd name="T62" fmla="*/ 72 w 98"/>
                <a:gd name="T63" fmla="*/ 52 h 128"/>
                <a:gd name="T64" fmla="*/ 82 w 98"/>
                <a:gd name="T65" fmla="*/ 62 h 128"/>
                <a:gd name="T66" fmla="*/ 98 w 98"/>
                <a:gd name="T67" fmla="*/ 7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8" h="128">
                  <a:moveTo>
                    <a:pt x="38" y="0"/>
                  </a:moveTo>
                  <a:cubicBezTo>
                    <a:pt x="38" y="16"/>
                    <a:pt x="38" y="16"/>
                    <a:pt x="38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8" y="0"/>
                    <a:pt x="38" y="0"/>
                    <a:pt x="38" y="0"/>
                  </a:cubicBezTo>
                  <a:close/>
                  <a:moveTo>
                    <a:pt x="64" y="10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4" y="10"/>
                    <a:pt x="64" y="10"/>
                    <a:pt x="64" y="10"/>
                  </a:cubicBezTo>
                  <a:close/>
                  <a:moveTo>
                    <a:pt x="72" y="37"/>
                  </a:moveTo>
                  <a:cubicBezTo>
                    <a:pt x="56" y="34"/>
                    <a:pt x="56" y="34"/>
                    <a:pt x="56" y="34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37"/>
                    <a:pt x="72" y="37"/>
                    <a:pt x="72" y="37"/>
                  </a:cubicBezTo>
                  <a:close/>
                  <a:moveTo>
                    <a:pt x="10" y="41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41"/>
                    <a:pt x="10" y="41"/>
                    <a:pt x="10" y="41"/>
                  </a:cubicBezTo>
                  <a:close/>
                  <a:moveTo>
                    <a:pt x="14" y="13"/>
                  </a:moveTo>
                  <a:cubicBezTo>
                    <a:pt x="27" y="23"/>
                    <a:pt x="27" y="23"/>
                    <a:pt x="27" y="23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4" y="13"/>
                    <a:pt x="14" y="13"/>
                    <a:pt x="14" y="13"/>
                  </a:cubicBezTo>
                  <a:close/>
                  <a:moveTo>
                    <a:pt x="64" y="124"/>
                  </a:moveTo>
                  <a:cubicBezTo>
                    <a:pt x="81" y="124"/>
                    <a:pt x="94" y="110"/>
                    <a:pt x="94" y="94"/>
                  </a:cubicBezTo>
                  <a:cubicBezTo>
                    <a:pt x="94" y="94"/>
                    <a:pt x="94" y="103"/>
                    <a:pt x="94" y="94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67"/>
                    <a:pt x="92" y="64"/>
                    <a:pt x="88" y="64"/>
                  </a:cubicBezTo>
                  <a:cubicBezTo>
                    <a:pt x="85" y="64"/>
                    <a:pt x="82" y="67"/>
                    <a:pt x="82" y="70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8" y="59"/>
                    <a:pt x="76" y="56"/>
                    <a:pt x="72" y="56"/>
                  </a:cubicBezTo>
                  <a:cubicBezTo>
                    <a:pt x="69" y="56"/>
                    <a:pt x="66" y="59"/>
                    <a:pt x="66" y="62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55"/>
                    <a:pt x="60" y="52"/>
                    <a:pt x="56" y="52"/>
                  </a:cubicBezTo>
                  <a:cubicBezTo>
                    <a:pt x="53" y="52"/>
                    <a:pt x="50" y="55"/>
                    <a:pt x="50" y="58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7"/>
                    <a:pt x="44" y="24"/>
                    <a:pt x="40" y="24"/>
                  </a:cubicBezTo>
                  <a:cubicBezTo>
                    <a:pt x="37" y="24"/>
                    <a:pt x="34" y="27"/>
                    <a:pt x="34" y="3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6"/>
                    <a:pt x="15" y="57"/>
                    <a:pt x="11" y="61"/>
                  </a:cubicBezTo>
                  <a:cubicBezTo>
                    <a:pt x="6" y="66"/>
                    <a:pt x="18" y="78"/>
                    <a:pt x="33" y="104"/>
                  </a:cubicBezTo>
                  <a:cubicBezTo>
                    <a:pt x="40" y="116"/>
                    <a:pt x="49" y="124"/>
                    <a:pt x="64" y="124"/>
                  </a:cubicBezTo>
                  <a:close/>
                  <a:moveTo>
                    <a:pt x="98" y="94"/>
                  </a:moveTo>
                  <a:cubicBezTo>
                    <a:pt x="98" y="113"/>
                    <a:pt x="83" y="128"/>
                    <a:pt x="64" y="128"/>
                  </a:cubicBezTo>
                  <a:cubicBezTo>
                    <a:pt x="52" y="128"/>
                    <a:pt x="39" y="122"/>
                    <a:pt x="30" y="106"/>
                  </a:cubicBezTo>
                  <a:cubicBezTo>
                    <a:pt x="17" y="82"/>
                    <a:pt x="0" y="66"/>
                    <a:pt x="8" y="58"/>
                  </a:cubicBezTo>
                  <a:cubicBezTo>
                    <a:pt x="14" y="53"/>
                    <a:pt x="22" y="58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4"/>
                    <a:pt x="35" y="20"/>
                    <a:pt x="40" y="20"/>
                  </a:cubicBezTo>
                  <a:cubicBezTo>
                    <a:pt x="46" y="20"/>
                    <a:pt x="50" y="24"/>
                    <a:pt x="50" y="3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2" y="49"/>
                    <a:pt x="54" y="48"/>
                    <a:pt x="56" y="48"/>
                  </a:cubicBezTo>
                  <a:cubicBezTo>
                    <a:pt x="61" y="48"/>
                    <a:pt x="64" y="51"/>
                    <a:pt x="66" y="55"/>
                  </a:cubicBezTo>
                  <a:cubicBezTo>
                    <a:pt x="67" y="53"/>
                    <a:pt x="70" y="52"/>
                    <a:pt x="72" y="52"/>
                  </a:cubicBezTo>
                  <a:cubicBezTo>
                    <a:pt x="78" y="52"/>
                    <a:pt x="82" y="56"/>
                    <a:pt x="82" y="62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84" y="61"/>
                    <a:pt x="86" y="60"/>
                    <a:pt x="88" y="60"/>
                  </a:cubicBezTo>
                  <a:cubicBezTo>
                    <a:pt x="94" y="60"/>
                    <a:pt x="98" y="65"/>
                    <a:pt x="98" y="70"/>
                  </a:cubicBezTo>
                  <a:cubicBezTo>
                    <a:pt x="98" y="94"/>
                    <a:pt x="98" y="94"/>
                    <a:pt x="98" y="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Freeform 43"/>
            <p:cNvSpPr>
              <a:spLocks noEditPoints="1"/>
            </p:cNvSpPr>
            <p:nvPr/>
          </p:nvSpPr>
          <p:spPr bwMode="auto">
            <a:xfrm>
              <a:off x="4244976" y="4821932"/>
              <a:ext cx="276225" cy="292100"/>
            </a:xfrm>
            <a:custGeom>
              <a:avLst/>
              <a:gdLst>
                <a:gd name="T0" fmla="*/ 38 w 106"/>
                <a:gd name="T1" fmla="*/ 20 h 112"/>
                <a:gd name="T2" fmla="*/ 38 w 106"/>
                <a:gd name="T3" fmla="*/ 49 h 112"/>
                <a:gd name="T4" fmla="*/ 38 w 106"/>
                <a:gd name="T5" fmla="*/ 49 h 112"/>
                <a:gd name="T6" fmla="*/ 16 w 106"/>
                <a:gd name="T7" fmla="*/ 42 h 112"/>
                <a:gd name="T8" fmla="*/ 37 w 106"/>
                <a:gd name="T9" fmla="*/ 90 h 112"/>
                <a:gd name="T10" fmla="*/ 72 w 106"/>
                <a:gd name="T11" fmla="*/ 112 h 112"/>
                <a:gd name="T12" fmla="*/ 106 w 106"/>
                <a:gd name="T13" fmla="*/ 78 h 112"/>
                <a:gd name="T14" fmla="*/ 106 w 106"/>
                <a:gd name="T15" fmla="*/ 54 h 112"/>
                <a:gd name="T16" fmla="*/ 96 w 106"/>
                <a:gd name="T17" fmla="*/ 44 h 112"/>
                <a:gd name="T18" fmla="*/ 90 w 106"/>
                <a:gd name="T19" fmla="*/ 46 h 112"/>
                <a:gd name="T20" fmla="*/ 90 w 106"/>
                <a:gd name="T21" fmla="*/ 14 h 112"/>
                <a:gd name="T22" fmla="*/ 80 w 106"/>
                <a:gd name="T23" fmla="*/ 4 h 112"/>
                <a:gd name="T24" fmla="*/ 73 w 106"/>
                <a:gd name="T25" fmla="*/ 7 h 112"/>
                <a:gd name="T26" fmla="*/ 64 w 106"/>
                <a:gd name="T27" fmla="*/ 0 h 112"/>
                <a:gd name="T28" fmla="*/ 55 w 106"/>
                <a:gd name="T29" fmla="*/ 7 h 112"/>
                <a:gd name="T30" fmla="*/ 48 w 106"/>
                <a:gd name="T31" fmla="*/ 4 h 112"/>
                <a:gd name="T32" fmla="*/ 38 w 106"/>
                <a:gd name="T33" fmla="*/ 14 h 112"/>
                <a:gd name="T34" fmla="*/ 38 w 106"/>
                <a:gd name="T35" fmla="*/ 16 h 112"/>
                <a:gd name="T36" fmla="*/ 8 w 106"/>
                <a:gd name="T37" fmla="*/ 16 h 112"/>
                <a:gd name="T38" fmla="*/ 21 w 106"/>
                <a:gd name="T39" fmla="*/ 3 h 112"/>
                <a:gd name="T40" fmla="*/ 18 w 106"/>
                <a:gd name="T41" fmla="*/ 0 h 112"/>
                <a:gd name="T42" fmla="*/ 0 w 106"/>
                <a:gd name="T43" fmla="*/ 18 h 112"/>
                <a:gd name="T44" fmla="*/ 18 w 106"/>
                <a:gd name="T45" fmla="*/ 36 h 112"/>
                <a:gd name="T46" fmla="*/ 21 w 106"/>
                <a:gd name="T47" fmla="*/ 33 h 112"/>
                <a:gd name="T48" fmla="*/ 8 w 106"/>
                <a:gd name="T49" fmla="*/ 20 h 112"/>
                <a:gd name="T50" fmla="*/ 38 w 106"/>
                <a:gd name="T51" fmla="*/ 20 h 112"/>
                <a:gd name="T52" fmla="*/ 72 w 106"/>
                <a:gd name="T53" fmla="*/ 108 h 112"/>
                <a:gd name="T54" fmla="*/ 41 w 106"/>
                <a:gd name="T55" fmla="*/ 88 h 112"/>
                <a:gd name="T56" fmla="*/ 19 w 106"/>
                <a:gd name="T57" fmla="*/ 45 h 112"/>
                <a:gd name="T58" fmla="*/ 42 w 106"/>
                <a:gd name="T59" fmla="*/ 59 h 112"/>
                <a:gd name="T60" fmla="*/ 42 w 106"/>
                <a:gd name="T61" fmla="*/ 14 h 112"/>
                <a:gd name="T62" fmla="*/ 48 w 106"/>
                <a:gd name="T63" fmla="*/ 8 h 112"/>
                <a:gd name="T64" fmla="*/ 54 w 106"/>
                <a:gd name="T65" fmla="*/ 14 h 112"/>
                <a:gd name="T66" fmla="*/ 54 w 106"/>
                <a:gd name="T67" fmla="*/ 56 h 112"/>
                <a:gd name="T68" fmla="*/ 58 w 106"/>
                <a:gd name="T69" fmla="*/ 56 h 112"/>
                <a:gd name="T70" fmla="*/ 58 w 106"/>
                <a:gd name="T71" fmla="*/ 10 h 112"/>
                <a:gd name="T72" fmla="*/ 64 w 106"/>
                <a:gd name="T73" fmla="*/ 4 h 112"/>
                <a:gd name="T74" fmla="*/ 70 w 106"/>
                <a:gd name="T75" fmla="*/ 10 h 112"/>
                <a:gd name="T76" fmla="*/ 70 w 106"/>
                <a:gd name="T77" fmla="*/ 52 h 112"/>
                <a:gd name="T78" fmla="*/ 74 w 106"/>
                <a:gd name="T79" fmla="*/ 52 h 112"/>
                <a:gd name="T80" fmla="*/ 74 w 106"/>
                <a:gd name="T81" fmla="*/ 14 h 112"/>
                <a:gd name="T82" fmla="*/ 80 w 106"/>
                <a:gd name="T83" fmla="*/ 8 h 112"/>
                <a:gd name="T84" fmla="*/ 86 w 106"/>
                <a:gd name="T85" fmla="*/ 14 h 112"/>
                <a:gd name="T86" fmla="*/ 86 w 106"/>
                <a:gd name="T87" fmla="*/ 56 h 112"/>
                <a:gd name="T88" fmla="*/ 90 w 106"/>
                <a:gd name="T89" fmla="*/ 56 h 112"/>
                <a:gd name="T90" fmla="*/ 90 w 106"/>
                <a:gd name="T91" fmla="*/ 54 h 112"/>
                <a:gd name="T92" fmla="*/ 96 w 106"/>
                <a:gd name="T93" fmla="*/ 48 h 112"/>
                <a:gd name="T94" fmla="*/ 102 w 106"/>
                <a:gd name="T95" fmla="*/ 54 h 112"/>
                <a:gd name="T96" fmla="*/ 102 w 106"/>
                <a:gd name="T97" fmla="*/ 63 h 112"/>
                <a:gd name="T98" fmla="*/ 102 w 106"/>
                <a:gd name="T99" fmla="*/ 78 h 112"/>
                <a:gd name="T100" fmla="*/ 72 w 106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6" h="112">
                  <a:moveTo>
                    <a:pt x="38" y="20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30" y="42"/>
                    <a:pt x="21" y="37"/>
                    <a:pt x="16" y="42"/>
                  </a:cubicBezTo>
                  <a:cubicBezTo>
                    <a:pt x="8" y="50"/>
                    <a:pt x="24" y="66"/>
                    <a:pt x="37" y="90"/>
                  </a:cubicBezTo>
                  <a:cubicBezTo>
                    <a:pt x="47" y="106"/>
                    <a:pt x="60" y="112"/>
                    <a:pt x="72" y="112"/>
                  </a:cubicBezTo>
                  <a:cubicBezTo>
                    <a:pt x="91" y="112"/>
                    <a:pt x="106" y="97"/>
                    <a:pt x="106" y="78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49"/>
                    <a:pt x="102" y="44"/>
                    <a:pt x="96" y="44"/>
                  </a:cubicBezTo>
                  <a:cubicBezTo>
                    <a:pt x="94" y="44"/>
                    <a:pt x="92" y="45"/>
                    <a:pt x="90" y="46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0" y="8"/>
                    <a:pt x="86" y="4"/>
                    <a:pt x="80" y="4"/>
                  </a:cubicBezTo>
                  <a:cubicBezTo>
                    <a:pt x="78" y="4"/>
                    <a:pt x="75" y="5"/>
                    <a:pt x="73" y="7"/>
                  </a:cubicBezTo>
                  <a:cubicBezTo>
                    <a:pt x="72" y="3"/>
                    <a:pt x="68" y="0"/>
                    <a:pt x="64" y="0"/>
                  </a:cubicBezTo>
                  <a:cubicBezTo>
                    <a:pt x="60" y="0"/>
                    <a:pt x="56" y="3"/>
                    <a:pt x="55" y="7"/>
                  </a:cubicBezTo>
                  <a:cubicBezTo>
                    <a:pt x="53" y="5"/>
                    <a:pt x="51" y="4"/>
                    <a:pt x="48" y="4"/>
                  </a:cubicBezTo>
                  <a:cubicBezTo>
                    <a:pt x="43" y="4"/>
                    <a:pt x="38" y="9"/>
                    <a:pt x="38" y="14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8" y="20"/>
                    <a:pt x="38" y="20"/>
                    <a:pt x="38" y="20"/>
                  </a:cubicBezTo>
                  <a:close/>
                  <a:moveTo>
                    <a:pt x="72" y="108"/>
                  </a:moveTo>
                  <a:cubicBezTo>
                    <a:pt x="57" y="108"/>
                    <a:pt x="48" y="100"/>
                    <a:pt x="41" y="88"/>
                  </a:cubicBezTo>
                  <a:cubicBezTo>
                    <a:pt x="25" y="62"/>
                    <a:pt x="14" y="50"/>
                    <a:pt x="19" y="45"/>
                  </a:cubicBezTo>
                  <a:cubicBezTo>
                    <a:pt x="23" y="41"/>
                    <a:pt x="34" y="50"/>
                    <a:pt x="42" y="59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1"/>
                    <a:pt x="45" y="8"/>
                    <a:pt x="48" y="8"/>
                  </a:cubicBezTo>
                  <a:cubicBezTo>
                    <a:pt x="51" y="8"/>
                    <a:pt x="54" y="11"/>
                    <a:pt x="54" y="1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7"/>
                    <a:pt x="61" y="4"/>
                    <a:pt x="64" y="4"/>
                  </a:cubicBezTo>
                  <a:cubicBezTo>
                    <a:pt x="67" y="4"/>
                    <a:pt x="70" y="7"/>
                    <a:pt x="70" y="10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1"/>
                    <a:pt x="77" y="8"/>
                    <a:pt x="80" y="8"/>
                  </a:cubicBezTo>
                  <a:cubicBezTo>
                    <a:pt x="83" y="8"/>
                    <a:pt x="86" y="11"/>
                    <a:pt x="86" y="14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0" y="51"/>
                    <a:pt x="93" y="48"/>
                    <a:pt x="96" y="48"/>
                  </a:cubicBezTo>
                  <a:cubicBezTo>
                    <a:pt x="99" y="48"/>
                    <a:pt x="102" y="51"/>
                    <a:pt x="102" y="54"/>
                  </a:cubicBezTo>
                  <a:cubicBezTo>
                    <a:pt x="102" y="63"/>
                    <a:pt x="102" y="63"/>
                    <a:pt x="102" y="63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95"/>
                    <a:pt x="89" y="108"/>
                    <a:pt x="72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Freeform 44"/>
            <p:cNvSpPr>
              <a:spLocks noEditPoints="1"/>
            </p:cNvSpPr>
            <p:nvPr/>
          </p:nvSpPr>
          <p:spPr bwMode="auto">
            <a:xfrm>
              <a:off x="11682414" y="3032156"/>
              <a:ext cx="306388" cy="292100"/>
            </a:xfrm>
            <a:custGeom>
              <a:avLst/>
              <a:gdLst>
                <a:gd name="T0" fmla="*/ 82 w 118"/>
                <a:gd name="T1" fmla="*/ 16 h 112"/>
                <a:gd name="T2" fmla="*/ 82 w 118"/>
                <a:gd name="T3" fmla="*/ 14 h 112"/>
                <a:gd name="T4" fmla="*/ 72 w 118"/>
                <a:gd name="T5" fmla="*/ 4 h 112"/>
                <a:gd name="T6" fmla="*/ 66 w 118"/>
                <a:gd name="T7" fmla="*/ 7 h 112"/>
                <a:gd name="T8" fmla="*/ 56 w 118"/>
                <a:gd name="T9" fmla="*/ 0 h 112"/>
                <a:gd name="T10" fmla="*/ 47 w 118"/>
                <a:gd name="T11" fmla="*/ 7 h 112"/>
                <a:gd name="T12" fmla="*/ 40 w 118"/>
                <a:gd name="T13" fmla="*/ 4 h 112"/>
                <a:gd name="T14" fmla="*/ 30 w 118"/>
                <a:gd name="T15" fmla="*/ 14 h 112"/>
                <a:gd name="T16" fmla="*/ 30 w 118"/>
                <a:gd name="T17" fmla="*/ 49 h 112"/>
                <a:gd name="T18" fmla="*/ 30 w 118"/>
                <a:gd name="T19" fmla="*/ 49 h 112"/>
                <a:gd name="T20" fmla="*/ 8 w 118"/>
                <a:gd name="T21" fmla="*/ 42 h 112"/>
                <a:gd name="T22" fmla="*/ 30 w 118"/>
                <a:gd name="T23" fmla="*/ 90 h 112"/>
                <a:gd name="T24" fmla="*/ 64 w 118"/>
                <a:gd name="T25" fmla="*/ 112 h 112"/>
                <a:gd name="T26" fmla="*/ 98 w 118"/>
                <a:gd name="T27" fmla="*/ 78 h 112"/>
                <a:gd name="T28" fmla="*/ 98 w 118"/>
                <a:gd name="T29" fmla="*/ 54 h 112"/>
                <a:gd name="T30" fmla="*/ 88 w 118"/>
                <a:gd name="T31" fmla="*/ 44 h 112"/>
                <a:gd name="T32" fmla="*/ 82 w 118"/>
                <a:gd name="T33" fmla="*/ 46 h 112"/>
                <a:gd name="T34" fmla="*/ 82 w 118"/>
                <a:gd name="T35" fmla="*/ 20 h 112"/>
                <a:gd name="T36" fmla="*/ 110 w 118"/>
                <a:gd name="T37" fmla="*/ 20 h 112"/>
                <a:gd name="T38" fmla="*/ 97 w 118"/>
                <a:gd name="T39" fmla="*/ 33 h 112"/>
                <a:gd name="T40" fmla="*/ 100 w 118"/>
                <a:gd name="T41" fmla="*/ 36 h 112"/>
                <a:gd name="T42" fmla="*/ 118 w 118"/>
                <a:gd name="T43" fmla="*/ 18 h 112"/>
                <a:gd name="T44" fmla="*/ 100 w 118"/>
                <a:gd name="T45" fmla="*/ 0 h 112"/>
                <a:gd name="T46" fmla="*/ 97 w 118"/>
                <a:gd name="T47" fmla="*/ 3 h 112"/>
                <a:gd name="T48" fmla="*/ 110 w 118"/>
                <a:gd name="T49" fmla="*/ 16 h 112"/>
                <a:gd name="T50" fmla="*/ 82 w 118"/>
                <a:gd name="T51" fmla="*/ 16 h 112"/>
                <a:gd name="T52" fmla="*/ 64 w 118"/>
                <a:gd name="T53" fmla="*/ 108 h 112"/>
                <a:gd name="T54" fmla="*/ 33 w 118"/>
                <a:gd name="T55" fmla="*/ 88 h 112"/>
                <a:gd name="T56" fmla="*/ 11 w 118"/>
                <a:gd name="T57" fmla="*/ 45 h 112"/>
                <a:gd name="T58" fmla="*/ 34 w 118"/>
                <a:gd name="T59" fmla="*/ 59 h 112"/>
                <a:gd name="T60" fmla="*/ 34 w 118"/>
                <a:gd name="T61" fmla="*/ 14 h 112"/>
                <a:gd name="T62" fmla="*/ 40 w 118"/>
                <a:gd name="T63" fmla="*/ 8 h 112"/>
                <a:gd name="T64" fmla="*/ 46 w 118"/>
                <a:gd name="T65" fmla="*/ 14 h 112"/>
                <a:gd name="T66" fmla="*/ 46 w 118"/>
                <a:gd name="T67" fmla="*/ 56 h 112"/>
                <a:gd name="T68" fmla="*/ 50 w 118"/>
                <a:gd name="T69" fmla="*/ 56 h 112"/>
                <a:gd name="T70" fmla="*/ 50 w 118"/>
                <a:gd name="T71" fmla="*/ 10 h 112"/>
                <a:gd name="T72" fmla="*/ 56 w 118"/>
                <a:gd name="T73" fmla="*/ 4 h 112"/>
                <a:gd name="T74" fmla="*/ 62 w 118"/>
                <a:gd name="T75" fmla="*/ 10 h 112"/>
                <a:gd name="T76" fmla="*/ 62 w 118"/>
                <a:gd name="T77" fmla="*/ 52 h 112"/>
                <a:gd name="T78" fmla="*/ 66 w 118"/>
                <a:gd name="T79" fmla="*/ 52 h 112"/>
                <a:gd name="T80" fmla="*/ 66 w 118"/>
                <a:gd name="T81" fmla="*/ 14 h 112"/>
                <a:gd name="T82" fmla="*/ 72 w 118"/>
                <a:gd name="T83" fmla="*/ 8 h 112"/>
                <a:gd name="T84" fmla="*/ 78 w 118"/>
                <a:gd name="T85" fmla="*/ 14 h 112"/>
                <a:gd name="T86" fmla="*/ 78 w 118"/>
                <a:gd name="T87" fmla="*/ 56 h 112"/>
                <a:gd name="T88" fmla="*/ 82 w 118"/>
                <a:gd name="T89" fmla="*/ 56 h 112"/>
                <a:gd name="T90" fmla="*/ 82 w 118"/>
                <a:gd name="T91" fmla="*/ 54 h 112"/>
                <a:gd name="T92" fmla="*/ 88 w 118"/>
                <a:gd name="T93" fmla="*/ 48 h 112"/>
                <a:gd name="T94" fmla="*/ 94 w 118"/>
                <a:gd name="T95" fmla="*/ 54 h 112"/>
                <a:gd name="T96" fmla="*/ 94 w 118"/>
                <a:gd name="T97" fmla="*/ 63 h 112"/>
                <a:gd name="T98" fmla="*/ 94 w 118"/>
                <a:gd name="T99" fmla="*/ 78 h 112"/>
                <a:gd name="T100" fmla="*/ 64 w 118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8" h="112">
                  <a:moveTo>
                    <a:pt x="82" y="16"/>
                  </a:move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7" y="5"/>
                    <a:pt x="66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6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ubicBezTo>
                    <a:pt x="86" y="44"/>
                    <a:pt x="84" y="45"/>
                    <a:pt x="82" y="46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82" y="16"/>
                    <a:pt x="82" y="16"/>
                    <a:pt x="82" y="16"/>
                  </a:cubicBezTo>
                  <a:close/>
                  <a:moveTo>
                    <a:pt x="64" y="108"/>
                  </a:moveTo>
                  <a:cubicBezTo>
                    <a:pt x="49" y="108"/>
                    <a:pt x="40" y="100"/>
                    <a:pt x="33" y="88"/>
                  </a:cubicBezTo>
                  <a:cubicBezTo>
                    <a:pt x="17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Freeform 45"/>
            <p:cNvSpPr>
              <a:spLocks noEditPoints="1"/>
            </p:cNvSpPr>
            <p:nvPr/>
          </p:nvSpPr>
          <p:spPr bwMode="auto">
            <a:xfrm>
              <a:off x="5516564" y="4821932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2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7 w 98"/>
                <a:gd name="T13" fmla="*/ 7 h 112"/>
                <a:gd name="T14" fmla="*/ 40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6 w 98"/>
                <a:gd name="T37" fmla="*/ 108 h 112"/>
                <a:gd name="T38" fmla="*/ 66 w 98"/>
                <a:gd name="T39" fmla="*/ 72 h 112"/>
                <a:gd name="T40" fmla="*/ 79 w 98"/>
                <a:gd name="T41" fmla="*/ 85 h 112"/>
                <a:gd name="T42" fmla="*/ 82 w 98"/>
                <a:gd name="T43" fmla="*/ 82 h 112"/>
                <a:gd name="T44" fmla="*/ 65 w 98"/>
                <a:gd name="T45" fmla="*/ 64 h 112"/>
                <a:gd name="T46" fmla="*/ 47 w 98"/>
                <a:gd name="T47" fmla="*/ 82 h 112"/>
                <a:gd name="T48" fmla="*/ 49 w 98"/>
                <a:gd name="T49" fmla="*/ 85 h 112"/>
                <a:gd name="T50" fmla="*/ 62 w 98"/>
                <a:gd name="T51" fmla="*/ 72 h 112"/>
                <a:gd name="T52" fmla="*/ 62 w 98"/>
                <a:gd name="T53" fmla="*/ 108 h 112"/>
                <a:gd name="T54" fmla="*/ 33 w 98"/>
                <a:gd name="T55" fmla="*/ 88 h 112"/>
                <a:gd name="T56" fmla="*/ 11 w 98"/>
                <a:gd name="T57" fmla="*/ 45 h 112"/>
                <a:gd name="T58" fmla="*/ 34 w 98"/>
                <a:gd name="T59" fmla="*/ 59 h 112"/>
                <a:gd name="T60" fmla="*/ 34 w 98"/>
                <a:gd name="T61" fmla="*/ 14 h 112"/>
                <a:gd name="T62" fmla="*/ 40 w 98"/>
                <a:gd name="T63" fmla="*/ 8 h 112"/>
                <a:gd name="T64" fmla="*/ 46 w 98"/>
                <a:gd name="T65" fmla="*/ 14 h 112"/>
                <a:gd name="T66" fmla="*/ 46 w 98"/>
                <a:gd name="T67" fmla="*/ 58 h 112"/>
                <a:gd name="T68" fmla="*/ 50 w 98"/>
                <a:gd name="T69" fmla="*/ 58 h 112"/>
                <a:gd name="T70" fmla="*/ 50 w 98"/>
                <a:gd name="T71" fmla="*/ 10 h 112"/>
                <a:gd name="T72" fmla="*/ 56 w 98"/>
                <a:gd name="T73" fmla="*/ 4 h 112"/>
                <a:gd name="T74" fmla="*/ 62 w 98"/>
                <a:gd name="T75" fmla="*/ 10 h 112"/>
                <a:gd name="T76" fmla="*/ 62 w 98"/>
                <a:gd name="T77" fmla="*/ 54 h 112"/>
                <a:gd name="T78" fmla="*/ 66 w 98"/>
                <a:gd name="T79" fmla="*/ 54 h 112"/>
                <a:gd name="T80" fmla="*/ 66 w 98"/>
                <a:gd name="T81" fmla="*/ 14 h 112"/>
                <a:gd name="T82" fmla="*/ 72 w 98"/>
                <a:gd name="T83" fmla="*/ 8 h 112"/>
                <a:gd name="T84" fmla="*/ 78 w 98"/>
                <a:gd name="T85" fmla="*/ 14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4" y="3"/>
                    <a:pt x="61" y="0"/>
                    <a:pt x="57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4"/>
                    <a:pt x="82" y="107"/>
                    <a:pt x="66" y="108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79" y="85"/>
                    <a:pt x="79" y="85"/>
                    <a:pt x="79" y="85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47" y="82"/>
                    <a:pt x="47" y="82"/>
                    <a:pt x="47" y="82"/>
                  </a:cubicBezTo>
                  <a:cubicBezTo>
                    <a:pt x="49" y="85"/>
                    <a:pt x="49" y="85"/>
                    <a:pt x="49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50" y="107"/>
                    <a:pt x="40" y="99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Freeform 46"/>
            <p:cNvSpPr>
              <a:spLocks noEditPoints="1"/>
            </p:cNvSpPr>
            <p:nvPr/>
          </p:nvSpPr>
          <p:spPr bwMode="auto">
            <a:xfrm>
              <a:off x="8439698" y="1680427"/>
              <a:ext cx="254000" cy="292100"/>
            </a:xfrm>
            <a:custGeom>
              <a:avLst/>
              <a:gdLst>
                <a:gd name="T0" fmla="*/ 62 w 98"/>
                <a:gd name="T1" fmla="*/ 52 h 112"/>
                <a:gd name="T2" fmla="*/ 62 w 98"/>
                <a:gd name="T3" fmla="*/ 10 h 112"/>
                <a:gd name="T4" fmla="*/ 56 w 98"/>
                <a:gd name="T5" fmla="*/ 4 h 112"/>
                <a:gd name="T6" fmla="*/ 50 w 98"/>
                <a:gd name="T7" fmla="*/ 10 h 112"/>
                <a:gd name="T8" fmla="*/ 50 w 98"/>
                <a:gd name="T9" fmla="*/ 56 h 112"/>
                <a:gd name="T10" fmla="*/ 46 w 98"/>
                <a:gd name="T11" fmla="*/ 56 h 112"/>
                <a:gd name="T12" fmla="*/ 46 w 98"/>
                <a:gd name="T13" fmla="*/ 14 h 112"/>
                <a:gd name="T14" fmla="*/ 40 w 98"/>
                <a:gd name="T15" fmla="*/ 8 h 112"/>
                <a:gd name="T16" fmla="*/ 34 w 98"/>
                <a:gd name="T17" fmla="*/ 14 h 112"/>
                <a:gd name="T18" fmla="*/ 34 w 98"/>
                <a:gd name="T19" fmla="*/ 59 h 112"/>
                <a:gd name="T20" fmla="*/ 11 w 98"/>
                <a:gd name="T21" fmla="*/ 45 h 112"/>
                <a:gd name="T22" fmla="*/ 33 w 98"/>
                <a:gd name="T23" fmla="*/ 88 h 112"/>
                <a:gd name="T24" fmla="*/ 64 w 98"/>
                <a:gd name="T25" fmla="*/ 108 h 112"/>
                <a:gd name="T26" fmla="*/ 94 w 98"/>
                <a:gd name="T27" fmla="*/ 78 h 112"/>
                <a:gd name="T28" fmla="*/ 94 w 98"/>
                <a:gd name="T29" fmla="*/ 63 h 112"/>
                <a:gd name="T30" fmla="*/ 94 w 98"/>
                <a:gd name="T31" fmla="*/ 54 h 112"/>
                <a:gd name="T32" fmla="*/ 88 w 98"/>
                <a:gd name="T33" fmla="*/ 48 h 112"/>
                <a:gd name="T34" fmla="*/ 82 w 98"/>
                <a:gd name="T35" fmla="*/ 54 h 112"/>
                <a:gd name="T36" fmla="*/ 82 w 98"/>
                <a:gd name="T37" fmla="*/ 56 h 112"/>
                <a:gd name="T38" fmla="*/ 78 w 98"/>
                <a:gd name="T39" fmla="*/ 56 h 112"/>
                <a:gd name="T40" fmla="*/ 78 w 98"/>
                <a:gd name="T41" fmla="*/ 14 h 112"/>
                <a:gd name="T42" fmla="*/ 72 w 98"/>
                <a:gd name="T43" fmla="*/ 8 h 112"/>
                <a:gd name="T44" fmla="*/ 66 w 98"/>
                <a:gd name="T45" fmla="*/ 14 h 112"/>
                <a:gd name="T46" fmla="*/ 66 w 98"/>
                <a:gd name="T47" fmla="*/ 52 h 112"/>
                <a:gd name="T48" fmla="*/ 66 w 98"/>
                <a:gd name="T49" fmla="*/ 88 h 112"/>
                <a:gd name="T50" fmla="*/ 79 w 98"/>
                <a:gd name="T51" fmla="*/ 75 h 112"/>
                <a:gd name="T52" fmla="*/ 82 w 98"/>
                <a:gd name="T53" fmla="*/ 78 h 112"/>
                <a:gd name="T54" fmla="*/ 64 w 98"/>
                <a:gd name="T55" fmla="*/ 96 h 112"/>
                <a:gd name="T56" fmla="*/ 46 w 98"/>
                <a:gd name="T57" fmla="*/ 78 h 112"/>
                <a:gd name="T58" fmla="*/ 49 w 98"/>
                <a:gd name="T59" fmla="*/ 75 h 112"/>
                <a:gd name="T60" fmla="*/ 62 w 98"/>
                <a:gd name="T61" fmla="*/ 88 h 112"/>
                <a:gd name="T62" fmla="*/ 62 w 98"/>
                <a:gd name="T63" fmla="*/ 52 h 112"/>
                <a:gd name="T64" fmla="*/ 98 w 98"/>
                <a:gd name="T65" fmla="*/ 78 h 112"/>
                <a:gd name="T66" fmla="*/ 64 w 98"/>
                <a:gd name="T67" fmla="*/ 112 h 112"/>
                <a:gd name="T68" fmla="*/ 30 w 98"/>
                <a:gd name="T69" fmla="*/ 90 h 112"/>
                <a:gd name="T70" fmla="*/ 8 w 98"/>
                <a:gd name="T71" fmla="*/ 42 h 112"/>
                <a:gd name="T72" fmla="*/ 30 w 98"/>
                <a:gd name="T73" fmla="*/ 49 h 112"/>
                <a:gd name="T74" fmla="*/ 30 w 98"/>
                <a:gd name="T75" fmla="*/ 49 h 112"/>
                <a:gd name="T76" fmla="*/ 30 w 98"/>
                <a:gd name="T77" fmla="*/ 14 h 112"/>
                <a:gd name="T78" fmla="*/ 40 w 98"/>
                <a:gd name="T79" fmla="*/ 4 h 112"/>
                <a:gd name="T80" fmla="*/ 47 w 98"/>
                <a:gd name="T81" fmla="*/ 7 h 112"/>
                <a:gd name="T82" fmla="*/ 56 w 98"/>
                <a:gd name="T83" fmla="*/ 0 h 112"/>
                <a:gd name="T84" fmla="*/ 66 w 98"/>
                <a:gd name="T85" fmla="*/ 7 h 112"/>
                <a:gd name="T86" fmla="*/ 72 w 98"/>
                <a:gd name="T87" fmla="*/ 4 h 112"/>
                <a:gd name="T88" fmla="*/ 82 w 98"/>
                <a:gd name="T89" fmla="*/ 14 h 112"/>
                <a:gd name="T90" fmla="*/ 82 w 98"/>
                <a:gd name="T91" fmla="*/ 46 h 112"/>
                <a:gd name="T92" fmla="*/ 88 w 98"/>
                <a:gd name="T93" fmla="*/ 44 h 112"/>
                <a:gd name="T94" fmla="*/ 98 w 98"/>
                <a:gd name="T95" fmla="*/ 54 h 112"/>
                <a:gd name="T96" fmla="*/ 98 w 98"/>
                <a:gd name="T97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62" y="52"/>
                  </a:move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40" y="100"/>
                    <a:pt x="49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1"/>
                    <a:pt x="76" y="8"/>
                    <a:pt x="72" y="8"/>
                  </a:cubicBezTo>
                  <a:cubicBezTo>
                    <a:pt x="69" y="8"/>
                    <a:pt x="66" y="11"/>
                    <a:pt x="66" y="1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52"/>
                    <a:pt x="62" y="52"/>
                    <a:pt x="62" y="52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9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1" y="0"/>
                    <a:pt x="64" y="3"/>
                    <a:pt x="66" y="7"/>
                  </a:cubicBezTo>
                  <a:cubicBezTo>
                    <a:pt x="67" y="5"/>
                    <a:pt x="70" y="4"/>
                    <a:pt x="72" y="4"/>
                  </a:cubicBezTo>
                  <a:cubicBezTo>
                    <a:pt x="78" y="4"/>
                    <a:pt x="82" y="8"/>
                    <a:pt x="82" y="14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Freeform 47"/>
            <p:cNvSpPr>
              <a:spLocks noEditPoints="1"/>
            </p:cNvSpPr>
            <p:nvPr/>
          </p:nvSpPr>
          <p:spPr bwMode="auto">
            <a:xfrm>
              <a:off x="3491034" y="636437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3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8 w 98"/>
                <a:gd name="T13" fmla="*/ 7 h 112"/>
                <a:gd name="T14" fmla="*/ 41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5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4 h 112"/>
                <a:gd name="T46" fmla="*/ 40 w 98"/>
                <a:gd name="T47" fmla="*/ 8 h 112"/>
                <a:gd name="T48" fmla="*/ 46 w 98"/>
                <a:gd name="T49" fmla="*/ 14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4 h 112"/>
                <a:gd name="T66" fmla="*/ 72 w 98"/>
                <a:gd name="T67" fmla="*/ 8 h 112"/>
                <a:gd name="T68" fmla="*/ 78 w 98"/>
                <a:gd name="T69" fmla="*/ 14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54 h 112"/>
                <a:gd name="T76" fmla="*/ 88 w 98"/>
                <a:gd name="T77" fmla="*/ 48 h 112"/>
                <a:gd name="T78" fmla="*/ 94 w 98"/>
                <a:gd name="T79" fmla="*/ 54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3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5" y="3"/>
                    <a:pt x="61" y="0"/>
                    <a:pt x="57" y="0"/>
                  </a:cubicBezTo>
                  <a:cubicBezTo>
                    <a:pt x="53" y="0"/>
                    <a:pt x="49" y="3"/>
                    <a:pt x="48" y="7"/>
                  </a:cubicBezTo>
                  <a:cubicBezTo>
                    <a:pt x="46" y="5"/>
                    <a:pt x="43" y="4"/>
                    <a:pt x="41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5" y="108"/>
                  </a:cubicBezTo>
                  <a:cubicBezTo>
                    <a:pt x="50" y="108"/>
                    <a:pt x="41" y="100"/>
                    <a:pt x="34" y="88"/>
                  </a:cubicBezTo>
                  <a:cubicBezTo>
                    <a:pt x="18" y="62"/>
                    <a:pt x="7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419976" y="5082683"/>
              <a:ext cx="254001" cy="333375"/>
              <a:chOff x="4422775" y="3157538"/>
              <a:chExt cx="254001" cy="333375"/>
            </a:xfrm>
            <a:grpFill/>
          </p:grpSpPr>
          <p:sp>
            <p:nvSpPr>
              <p:cNvPr id="214" name="Freeform 48"/>
              <p:cNvSpPr/>
              <p:nvPr/>
            </p:nvSpPr>
            <p:spPr bwMode="auto">
              <a:xfrm>
                <a:off x="4479925" y="3178175"/>
                <a:ext cx="176213" cy="85725"/>
              </a:xfrm>
              <a:custGeom>
                <a:avLst/>
                <a:gdLst>
                  <a:gd name="T0" fmla="*/ 64 w 68"/>
                  <a:gd name="T1" fmla="*/ 26 h 33"/>
                  <a:gd name="T2" fmla="*/ 64 w 68"/>
                  <a:gd name="T3" fmla="*/ 33 h 33"/>
                  <a:gd name="T4" fmla="*/ 68 w 68"/>
                  <a:gd name="T5" fmla="*/ 22 h 33"/>
                  <a:gd name="T6" fmla="*/ 50 w 68"/>
                  <a:gd name="T7" fmla="*/ 4 h 33"/>
                  <a:gd name="T8" fmla="*/ 46 w 68"/>
                  <a:gd name="T9" fmla="*/ 4 h 33"/>
                  <a:gd name="T10" fmla="*/ 34 w 68"/>
                  <a:gd name="T11" fmla="*/ 0 h 33"/>
                  <a:gd name="T12" fmla="*/ 22 w 68"/>
                  <a:gd name="T13" fmla="*/ 4 h 33"/>
                  <a:gd name="T14" fmla="*/ 18 w 68"/>
                  <a:gd name="T15" fmla="*/ 4 h 33"/>
                  <a:gd name="T16" fmla="*/ 0 w 68"/>
                  <a:gd name="T17" fmla="*/ 22 h 33"/>
                  <a:gd name="T18" fmla="*/ 4 w 68"/>
                  <a:gd name="T19" fmla="*/ 33 h 33"/>
                  <a:gd name="T20" fmla="*/ 4 w 68"/>
                  <a:gd name="T21" fmla="*/ 22 h 33"/>
                  <a:gd name="T22" fmla="*/ 8 w 68"/>
                  <a:gd name="T23" fmla="*/ 14 h 33"/>
                  <a:gd name="T24" fmla="*/ 8 w 68"/>
                  <a:gd name="T25" fmla="*/ 14 h 33"/>
                  <a:gd name="T26" fmla="*/ 18 w 68"/>
                  <a:gd name="T27" fmla="*/ 9 h 33"/>
                  <a:gd name="T28" fmla="*/ 23 w 68"/>
                  <a:gd name="T29" fmla="*/ 9 h 33"/>
                  <a:gd name="T30" fmla="*/ 34 w 68"/>
                  <a:gd name="T31" fmla="*/ 4 h 33"/>
                  <a:gd name="T32" fmla="*/ 45 w 68"/>
                  <a:gd name="T33" fmla="*/ 9 h 33"/>
                  <a:gd name="T34" fmla="*/ 50 w 68"/>
                  <a:gd name="T35" fmla="*/ 8 h 33"/>
                  <a:gd name="T36" fmla="*/ 64 w 68"/>
                  <a:gd name="T37" fmla="*/ 22 h 33"/>
                  <a:gd name="T38" fmla="*/ 64 w 68"/>
                  <a:gd name="T39" fmla="*/ 24 h 33"/>
                  <a:gd name="T40" fmla="*/ 64 w 68"/>
                  <a:gd name="T4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64" y="26"/>
                    </a:moveTo>
                    <a:cubicBezTo>
                      <a:pt x="64" y="33"/>
                      <a:pt x="64" y="33"/>
                      <a:pt x="64" y="33"/>
                    </a:cubicBezTo>
                    <a:cubicBezTo>
                      <a:pt x="68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6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0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8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11" y="10"/>
                      <a:pt x="14" y="9"/>
                      <a:pt x="18" y="9"/>
                    </a:cubicBezTo>
                    <a:cubicBezTo>
                      <a:pt x="20" y="9"/>
                      <a:pt x="22" y="9"/>
                      <a:pt x="23" y="9"/>
                    </a:cubicBezTo>
                    <a:cubicBezTo>
                      <a:pt x="26" y="6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4" y="25"/>
                      <a:pt x="64" y="25"/>
                      <a:pt x="6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5" name="Freeform 49"/>
              <p:cNvSpPr/>
              <p:nvPr/>
            </p:nvSpPr>
            <p:spPr bwMode="auto">
              <a:xfrm>
                <a:off x="4459288" y="3157538"/>
                <a:ext cx="217488" cy="134938"/>
              </a:xfrm>
              <a:custGeom>
                <a:avLst/>
                <a:gdLst>
                  <a:gd name="T0" fmla="*/ 12 w 84"/>
                  <a:gd name="T1" fmla="*/ 52 h 52"/>
                  <a:gd name="T2" fmla="*/ 12 w 84"/>
                  <a:gd name="T3" fmla="*/ 47 h 52"/>
                  <a:gd name="T4" fmla="*/ 4 w 84"/>
                  <a:gd name="T5" fmla="*/ 30 h 52"/>
                  <a:gd name="T6" fmla="*/ 26 w 84"/>
                  <a:gd name="T7" fmla="*/ 8 h 52"/>
                  <a:gd name="T8" fmla="*/ 29 w 84"/>
                  <a:gd name="T9" fmla="*/ 8 h 52"/>
                  <a:gd name="T10" fmla="*/ 42 w 84"/>
                  <a:gd name="T11" fmla="*/ 4 h 52"/>
                  <a:gd name="T12" fmla="*/ 55 w 84"/>
                  <a:gd name="T13" fmla="*/ 8 h 52"/>
                  <a:gd name="T14" fmla="*/ 58 w 84"/>
                  <a:gd name="T15" fmla="*/ 8 h 52"/>
                  <a:gd name="T16" fmla="*/ 80 w 84"/>
                  <a:gd name="T17" fmla="*/ 30 h 52"/>
                  <a:gd name="T18" fmla="*/ 72 w 84"/>
                  <a:gd name="T19" fmla="*/ 47 h 52"/>
                  <a:gd name="T20" fmla="*/ 72 w 84"/>
                  <a:gd name="T21" fmla="*/ 52 h 52"/>
                  <a:gd name="T22" fmla="*/ 84 w 84"/>
                  <a:gd name="T23" fmla="*/ 30 h 52"/>
                  <a:gd name="T24" fmla="*/ 58 w 84"/>
                  <a:gd name="T25" fmla="*/ 4 h 52"/>
                  <a:gd name="T26" fmla="*/ 56 w 84"/>
                  <a:gd name="T27" fmla="*/ 4 h 52"/>
                  <a:gd name="T28" fmla="*/ 42 w 84"/>
                  <a:gd name="T29" fmla="*/ 0 h 52"/>
                  <a:gd name="T30" fmla="*/ 28 w 84"/>
                  <a:gd name="T31" fmla="*/ 4 h 52"/>
                  <a:gd name="T32" fmla="*/ 26 w 84"/>
                  <a:gd name="T33" fmla="*/ 4 h 52"/>
                  <a:gd name="T34" fmla="*/ 0 w 84"/>
                  <a:gd name="T35" fmla="*/ 30 h 52"/>
                  <a:gd name="T36" fmla="*/ 12 w 84"/>
                  <a:gd name="T3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4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4" y="37"/>
                      <a:pt x="4" y="30"/>
                    </a:cubicBezTo>
                    <a:cubicBezTo>
                      <a:pt x="4" y="18"/>
                      <a:pt x="14" y="8"/>
                      <a:pt x="26" y="8"/>
                    </a:cubicBezTo>
                    <a:cubicBezTo>
                      <a:pt x="27" y="8"/>
                      <a:pt x="28" y="8"/>
                      <a:pt x="29" y="8"/>
                    </a:cubicBezTo>
                    <a:cubicBezTo>
                      <a:pt x="33" y="6"/>
                      <a:pt x="37" y="4"/>
                      <a:pt x="42" y="4"/>
                    </a:cubicBezTo>
                    <a:cubicBezTo>
                      <a:pt x="47" y="4"/>
                      <a:pt x="52" y="6"/>
                      <a:pt x="55" y="8"/>
                    </a:cubicBezTo>
                    <a:cubicBezTo>
                      <a:pt x="56" y="8"/>
                      <a:pt x="57" y="8"/>
                      <a:pt x="58" y="8"/>
                    </a:cubicBezTo>
                    <a:cubicBezTo>
                      <a:pt x="70" y="8"/>
                      <a:pt x="80" y="18"/>
                      <a:pt x="80" y="30"/>
                    </a:cubicBezTo>
                    <a:cubicBezTo>
                      <a:pt x="80" y="37"/>
                      <a:pt x="76" y="43"/>
                      <a:pt x="72" y="47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80" y="47"/>
                      <a:pt x="84" y="39"/>
                      <a:pt x="84" y="30"/>
                    </a:cubicBezTo>
                    <a:cubicBezTo>
                      <a:pt x="84" y="16"/>
                      <a:pt x="73" y="4"/>
                      <a:pt x="58" y="4"/>
                    </a:cubicBezTo>
                    <a:cubicBezTo>
                      <a:pt x="58" y="4"/>
                      <a:pt x="57" y="4"/>
                      <a:pt x="56" y="4"/>
                    </a:cubicBezTo>
                    <a:cubicBezTo>
                      <a:pt x="52" y="1"/>
                      <a:pt x="47" y="0"/>
                      <a:pt x="42" y="0"/>
                    </a:cubicBezTo>
                    <a:cubicBezTo>
                      <a:pt x="37" y="0"/>
                      <a:pt x="32" y="1"/>
                      <a:pt x="28" y="4"/>
                    </a:cubicBezTo>
                    <a:cubicBezTo>
                      <a:pt x="28" y="4"/>
                      <a:pt x="27" y="4"/>
                      <a:pt x="26" y="4"/>
                    </a:cubicBezTo>
                    <a:cubicBezTo>
                      <a:pt x="12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6" name="Freeform 50"/>
              <p:cNvSpPr>
                <a:spLocks noEditPoints="1"/>
              </p:cNvSpPr>
              <p:nvPr/>
            </p:nvSpPr>
            <p:spPr bwMode="auto">
              <a:xfrm>
                <a:off x="4422775" y="319881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2 w 98"/>
                  <a:gd name="T7" fmla="*/ 4 h 112"/>
                  <a:gd name="T8" fmla="*/ 66 w 98"/>
                  <a:gd name="T9" fmla="*/ 7 h 112"/>
                  <a:gd name="T10" fmla="*/ 56 w 98"/>
                  <a:gd name="T11" fmla="*/ 0 h 112"/>
                  <a:gd name="T12" fmla="*/ 47 w 98"/>
                  <a:gd name="T13" fmla="*/ 7 h 112"/>
                  <a:gd name="T14" fmla="*/ 40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4 w 98"/>
                  <a:gd name="T37" fmla="*/ 108 h 112"/>
                  <a:gd name="T38" fmla="*/ 33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8 h 112"/>
                  <a:gd name="T52" fmla="*/ 50 w 98"/>
                  <a:gd name="T53" fmla="*/ 58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4 h 112"/>
                  <a:gd name="T62" fmla="*/ 66 w 98"/>
                  <a:gd name="T63" fmla="*/ 54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8 h 112"/>
                  <a:gd name="T72" fmla="*/ 82 w 98"/>
                  <a:gd name="T73" fmla="*/ 58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2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2" y="4"/>
                    </a:cubicBezTo>
                    <a:cubicBezTo>
                      <a:pt x="70" y="4"/>
                      <a:pt x="67" y="5"/>
                      <a:pt x="66" y="7"/>
                    </a:cubicBezTo>
                    <a:cubicBezTo>
                      <a:pt x="64" y="3"/>
                      <a:pt x="61" y="0"/>
                      <a:pt x="56" y="0"/>
                    </a:cubicBezTo>
                    <a:cubicBezTo>
                      <a:pt x="52" y="0"/>
                      <a:pt x="48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3" y="37"/>
                      <a:pt x="8" y="42"/>
                    </a:cubicBezTo>
                    <a:cubicBezTo>
                      <a:pt x="0" y="50"/>
                      <a:pt x="16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0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9463928" y="1988603"/>
              <a:ext cx="254000" cy="312738"/>
              <a:chOff x="5057775" y="3168650"/>
              <a:chExt cx="254000" cy="312738"/>
            </a:xfrm>
            <a:grpFill/>
          </p:grpSpPr>
          <p:sp>
            <p:nvSpPr>
              <p:cNvPr id="212" name="Freeform 51"/>
              <p:cNvSpPr/>
              <p:nvPr/>
            </p:nvSpPr>
            <p:spPr bwMode="auto">
              <a:xfrm>
                <a:off x="5116513" y="3168650"/>
                <a:ext cx="177800" cy="85725"/>
              </a:xfrm>
              <a:custGeom>
                <a:avLst/>
                <a:gdLst>
                  <a:gd name="T0" fmla="*/ 3 w 68"/>
                  <a:gd name="T1" fmla="*/ 22 h 33"/>
                  <a:gd name="T2" fmla="*/ 8 w 68"/>
                  <a:gd name="T3" fmla="*/ 10 h 33"/>
                  <a:gd name="T4" fmla="*/ 8 w 68"/>
                  <a:gd name="T5" fmla="*/ 10 h 33"/>
                  <a:gd name="T6" fmla="*/ 18 w 68"/>
                  <a:gd name="T7" fmla="*/ 7 h 33"/>
                  <a:gd name="T8" fmla="*/ 23 w 68"/>
                  <a:gd name="T9" fmla="*/ 8 h 33"/>
                  <a:gd name="T10" fmla="*/ 34 w 68"/>
                  <a:gd name="T11" fmla="*/ 4 h 33"/>
                  <a:gd name="T12" fmla="*/ 45 w 68"/>
                  <a:gd name="T13" fmla="*/ 9 h 33"/>
                  <a:gd name="T14" fmla="*/ 50 w 68"/>
                  <a:gd name="T15" fmla="*/ 8 h 33"/>
                  <a:gd name="T16" fmla="*/ 64 w 68"/>
                  <a:gd name="T17" fmla="*/ 22 h 33"/>
                  <a:gd name="T18" fmla="*/ 63 w 68"/>
                  <a:gd name="T19" fmla="*/ 24 h 33"/>
                  <a:gd name="T20" fmla="*/ 63 w 68"/>
                  <a:gd name="T21" fmla="*/ 26 h 33"/>
                  <a:gd name="T22" fmla="*/ 63 w 68"/>
                  <a:gd name="T23" fmla="*/ 33 h 33"/>
                  <a:gd name="T24" fmla="*/ 68 w 68"/>
                  <a:gd name="T25" fmla="*/ 22 h 33"/>
                  <a:gd name="T26" fmla="*/ 50 w 68"/>
                  <a:gd name="T27" fmla="*/ 4 h 33"/>
                  <a:gd name="T28" fmla="*/ 46 w 68"/>
                  <a:gd name="T29" fmla="*/ 4 h 33"/>
                  <a:gd name="T30" fmla="*/ 34 w 68"/>
                  <a:gd name="T31" fmla="*/ 0 h 33"/>
                  <a:gd name="T32" fmla="*/ 22 w 68"/>
                  <a:gd name="T33" fmla="*/ 4 h 33"/>
                  <a:gd name="T34" fmla="*/ 18 w 68"/>
                  <a:gd name="T35" fmla="*/ 4 h 33"/>
                  <a:gd name="T36" fmla="*/ 0 w 68"/>
                  <a:gd name="T37" fmla="*/ 22 h 33"/>
                  <a:gd name="T38" fmla="*/ 3 w 68"/>
                  <a:gd name="T39" fmla="*/ 33 h 33"/>
                  <a:gd name="T40" fmla="*/ 3 w 68"/>
                  <a:gd name="T4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3" y="22"/>
                    </a:moveTo>
                    <a:cubicBezTo>
                      <a:pt x="3" y="18"/>
                      <a:pt x="6" y="14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1" y="10"/>
                      <a:pt x="14" y="7"/>
                      <a:pt x="18" y="7"/>
                    </a:cubicBezTo>
                    <a:cubicBezTo>
                      <a:pt x="20" y="7"/>
                      <a:pt x="22" y="8"/>
                      <a:pt x="23" y="8"/>
                    </a:cubicBezTo>
                    <a:cubicBezTo>
                      <a:pt x="26" y="5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3" y="24"/>
                    </a:cubicBezTo>
                    <a:cubicBezTo>
                      <a:pt x="64" y="25"/>
                      <a:pt x="63" y="25"/>
                      <a:pt x="63" y="26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7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5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3" y="30"/>
                      <a:pt x="3" y="33"/>
                    </a:cubicBezTo>
                    <a:lnTo>
                      <a:pt x="3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3" name="Freeform 52"/>
              <p:cNvSpPr>
                <a:spLocks noEditPoints="1"/>
              </p:cNvSpPr>
              <p:nvPr/>
            </p:nvSpPr>
            <p:spPr bwMode="auto">
              <a:xfrm>
                <a:off x="5057775" y="3189288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3 w 98"/>
                  <a:gd name="T7" fmla="*/ 4 h 112"/>
                  <a:gd name="T8" fmla="*/ 66 w 98"/>
                  <a:gd name="T9" fmla="*/ 7 h 112"/>
                  <a:gd name="T10" fmla="*/ 57 w 98"/>
                  <a:gd name="T11" fmla="*/ 0 h 112"/>
                  <a:gd name="T12" fmla="*/ 48 w 98"/>
                  <a:gd name="T13" fmla="*/ 7 h 112"/>
                  <a:gd name="T14" fmla="*/ 41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5 w 98"/>
                  <a:gd name="T37" fmla="*/ 108 h 112"/>
                  <a:gd name="T38" fmla="*/ 34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4 h 112"/>
                  <a:gd name="T52" fmla="*/ 50 w 98"/>
                  <a:gd name="T53" fmla="*/ 54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0 h 112"/>
                  <a:gd name="T62" fmla="*/ 66 w 98"/>
                  <a:gd name="T63" fmla="*/ 50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4 h 112"/>
                  <a:gd name="T72" fmla="*/ 82 w 98"/>
                  <a:gd name="T73" fmla="*/ 54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3" y="4"/>
                    </a:cubicBezTo>
                    <a:cubicBezTo>
                      <a:pt x="70" y="4"/>
                      <a:pt x="68" y="5"/>
                      <a:pt x="66" y="7"/>
                    </a:cubicBezTo>
                    <a:cubicBezTo>
                      <a:pt x="65" y="3"/>
                      <a:pt x="61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50" y="54"/>
                      <a:pt x="50" y="54"/>
                      <a:pt x="50" y="5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7" name="Freeform 86"/>
            <p:cNvSpPr>
              <a:spLocks noEditPoints="1"/>
            </p:cNvSpPr>
            <p:nvPr/>
          </p:nvSpPr>
          <p:spPr bwMode="auto">
            <a:xfrm>
              <a:off x="8295544" y="895609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Freeform 87"/>
            <p:cNvSpPr>
              <a:spLocks noEditPoints="1"/>
            </p:cNvSpPr>
            <p:nvPr/>
          </p:nvSpPr>
          <p:spPr bwMode="auto">
            <a:xfrm>
              <a:off x="10071956" y="984509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Freeform 88"/>
            <p:cNvSpPr>
              <a:spLocks noEditPoints="1"/>
            </p:cNvSpPr>
            <p:nvPr/>
          </p:nvSpPr>
          <p:spPr bwMode="auto">
            <a:xfrm>
              <a:off x="608526" y="5346643"/>
              <a:ext cx="591596" cy="437422"/>
            </a:xfrm>
            <a:custGeom>
              <a:avLst/>
              <a:gdLst>
                <a:gd name="T0" fmla="*/ 64 w 108"/>
                <a:gd name="T1" fmla="*/ 70 h 80"/>
                <a:gd name="T2" fmla="*/ 44 w 108"/>
                <a:gd name="T3" fmla="*/ 70 h 80"/>
                <a:gd name="T4" fmla="*/ 54 w 108"/>
                <a:gd name="T5" fmla="*/ 32 h 80"/>
                <a:gd name="T6" fmla="*/ 60 w 108"/>
                <a:gd name="T7" fmla="*/ 62 h 80"/>
                <a:gd name="T8" fmla="*/ 108 w 108"/>
                <a:gd name="T9" fmla="*/ 54 h 80"/>
                <a:gd name="T10" fmla="*/ 0 w 108"/>
                <a:gd name="T11" fmla="*/ 54 h 80"/>
                <a:gd name="T12" fmla="*/ 7 w 108"/>
                <a:gd name="T13" fmla="*/ 70 h 80"/>
                <a:gd name="T14" fmla="*/ 54 w 108"/>
                <a:gd name="T15" fmla="*/ 4 h 80"/>
                <a:gd name="T16" fmla="*/ 101 w 108"/>
                <a:gd name="T17" fmla="*/ 70 h 80"/>
                <a:gd name="T18" fmla="*/ 105 w 108"/>
                <a:gd name="T19" fmla="*/ 71 h 80"/>
                <a:gd name="T20" fmla="*/ 60 w 108"/>
                <a:gd name="T21" fmla="*/ 70 h 80"/>
                <a:gd name="T22" fmla="*/ 48 w 108"/>
                <a:gd name="T23" fmla="*/ 70 h 80"/>
                <a:gd name="T24" fmla="*/ 54 w 108"/>
                <a:gd name="T25" fmla="*/ 76 h 80"/>
                <a:gd name="T26" fmla="*/ 52 w 108"/>
                <a:gd name="T27" fmla="*/ 10 h 80"/>
                <a:gd name="T28" fmla="*/ 54 w 108"/>
                <a:gd name="T29" fmla="*/ 24 h 80"/>
                <a:gd name="T30" fmla="*/ 56 w 108"/>
                <a:gd name="T31" fmla="*/ 10 h 80"/>
                <a:gd name="T32" fmla="*/ 54 w 108"/>
                <a:gd name="T33" fmla="*/ 8 h 80"/>
                <a:gd name="T34" fmla="*/ 78 w 108"/>
                <a:gd name="T35" fmla="*/ 17 h 80"/>
                <a:gd name="T36" fmla="*/ 72 w 108"/>
                <a:gd name="T37" fmla="*/ 30 h 80"/>
                <a:gd name="T38" fmla="*/ 82 w 108"/>
                <a:gd name="T39" fmla="*/ 20 h 80"/>
                <a:gd name="T40" fmla="*/ 81 w 108"/>
                <a:gd name="T41" fmla="*/ 17 h 80"/>
                <a:gd name="T42" fmla="*/ 95 w 108"/>
                <a:gd name="T43" fmla="*/ 39 h 80"/>
                <a:gd name="T44" fmla="*/ 83 w 108"/>
                <a:gd name="T45" fmla="*/ 45 h 80"/>
                <a:gd name="T46" fmla="*/ 97 w 108"/>
                <a:gd name="T47" fmla="*/ 42 h 80"/>
                <a:gd name="T48" fmla="*/ 98 w 108"/>
                <a:gd name="T49" fmla="*/ 40 h 80"/>
                <a:gd name="T50" fmla="*/ 97 w 108"/>
                <a:gd name="T51" fmla="*/ 66 h 80"/>
                <a:gd name="T52" fmla="*/ 83 w 108"/>
                <a:gd name="T53" fmla="*/ 63 h 80"/>
                <a:gd name="T54" fmla="*/ 95 w 108"/>
                <a:gd name="T55" fmla="*/ 70 h 80"/>
                <a:gd name="T56" fmla="*/ 98 w 108"/>
                <a:gd name="T57" fmla="*/ 68 h 80"/>
                <a:gd name="T58" fmla="*/ 13 w 108"/>
                <a:gd name="T59" fmla="*/ 70 h 80"/>
                <a:gd name="T60" fmla="*/ 25 w 108"/>
                <a:gd name="T61" fmla="*/ 63 h 80"/>
                <a:gd name="T62" fmla="*/ 11 w 108"/>
                <a:gd name="T63" fmla="*/ 66 h 80"/>
                <a:gd name="T64" fmla="*/ 10 w 108"/>
                <a:gd name="T65" fmla="*/ 68 h 80"/>
                <a:gd name="T66" fmla="*/ 11 w 108"/>
                <a:gd name="T67" fmla="*/ 42 h 80"/>
                <a:gd name="T68" fmla="*/ 25 w 108"/>
                <a:gd name="T69" fmla="*/ 45 h 80"/>
                <a:gd name="T70" fmla="*/ 13 w 108"/>
                <a:gd name="T71" fmla="*/ 39 h 80"/>
                <a:gd name="T72" fmla="*/ 10 w 108"/>
                <a:gd name="T73" fmla="*/ 40 h 80"/>
                <a:gd name="T74" fmla="*/ 26 w 108"/>
                <a:gd name="T75" fmla="*/ 20 h 80"/>
                <a:gd name="T76" fmla="*/ 36 w 108"/>
                <a:gd name="T77" fmla="*/ 30 h 80"/>
                <a:gd name="T78" fmla="*/ 30 w 108"/>
                <a:gd name="T79" fmla="*/ 17 h 80"/>
                <a:gd name="T80" fmla="*/ 27 w 108"/>
                <a:gd name="T8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" h="80">
                  <a:moveTo>
                    <a:pt x="60" y="62"/>
                  </a:moveTo>
                  <a:cubicBezTo>
                    <a:pt x="62" y="63"/>
                    <a:pt x="64" y="67"/>
                    <a:pt x="64" y="70"/>
                  </a:cubicBezTo>
                  <a:cubicBezTo>
                    <a:pt x="64" y="76"/>
                    <a:pt x="60" y="80"/>
                    <a:pt x="54" y="80"/>
                  </a:cubicBezTo>
                  <a:cubicBezTo>
                    <a:pt x="48" y="80"/>
                    <a:pt x="44" y="76"/>
                    <a:pt x="44" y="70"/>
                  </a:cubicBezTo>
                  <a:cubicBezTo>
                    <a:pt x="44" y="67"/>
                    <a:pt x="46" y="63"/>
                    <a:pt x="48" y="6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60" y="62"/>
                    <a:pt x="60" y="62"/>
                    <a:pt x="60" y="62"/>
                  </a:cubicBezTo>
                  <a:cubicBezTo>
                    <a:pt x="60" y="62"/>
                    <a:pt x="60" y="62"/>
                    <a:pt x="60" y="62"/>
                  </a:cubicBezTo>
                  <a:close/>
                  <a:moveTo>
                    <a:pt x="105" y="71"/>
                  </a:moveTo>
                  <a:cubicBezTo>
                    <a:pt x="107" y="66"/>
                    <a:pt x="108" y="60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0"/>
                    <a:pt x="1" y="66"/>
                    <a:pt x="3" y="71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65"/>
                    <a:pt x="4" y="60"/>
                    <a:pt x="4" y="54"/>
                  </a:cubicBezTo>
                  <a:cubicBezTo>
                    <a:pt x="4" y="26"/>
                    <a:pt x="26" y="4"/>
                    <a:pt x="54" y="4"/>
                  </a:cubicBezTo>
                  <a:cubicBezTo>
                    <a:pt x="82" y="4"/>
                    <a:pt x="104" y="26"/>
                    <a:pt x="104" y="54"/>
                  </a:cubicBezTo>
                  <a:cubicBezTo>
                    <a:pt x="104" y="60"/>
                    <a:pt x="103" y="65"/>
                    <a:pt x="101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54" y="76"/>
                  </a:moveTo>
                  <a:cubicBezTo>
                    <a:pt x="57" y="76"/>
                    <a:pt x="60" y="73"/>
                    <a:pt x="60" y="70"/>
                  </a:cubicBezTo>
                  <a:cubicBezTo>
                    <a:pt x="60" y="67"/>
                    <a:pt x="57" y="64"/>
                    <a:pt x="54" y="64"/>
                  </a:cubicBezTo>
                  <a:cubicBezTo>
                    <a:pt x="51" y="64"/>
                    <a:pt x="48" y="67"/>
                    <a:pt x="48" y="70"/>
                  </a:cubicBezTo>
                  <a:cubicBezTo>
                    <a:pt x="48" y="73"/>
                    <a:pt x="51" y="76"/>
                    <a:pt x="54" y="76"/>
                  </a:cubicBezTo>
                  <a:cubicBezTo>
                    <a:pt x="54" y="76"/>
                    <a:pt x="54" y="76"/>
                    <a:pt x="54" y="76"/>
                  </a:cubicBezTo>
                  <a:close/>
                  <a:moveTo>
                    <a:pt x="54" y="8"/>
                  </a:moveTo>
                  <a:cubicBezTo>
                    <a:pt x="53" y="8"/>
                    <a:pt x="52" y="9"/>
                    <a:pt x="52" y="10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3"/>
                    <a:pt x="53" y="24"/>
                    <a:pt x="54" y="24"/>
                  </a:cubicBezTo>
                  <a:cubicBezTo>
                    <a:pt x="55" y="24"/>
                    <a:pt x="56" y="23"/>
                    <a:pt x="56" y="22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9"/>
                    <a:pt x="55" y="8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lose/>
                  <a:moveTo>
                    <a:pt x="81" y="17"/>
                  </a:moveTo>
                  <a:cubicBezTo>
                    <a:pt x="80" y="16"/>
                    <a:pt x="79" y="16"/>
                    <a:pt x="78" y="1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8"/>
                    <a:pt x="71" y="29"/>
                    <a:pt x="72" y="30"/>
                  </a:cubicBezTo>
                  <a:cubicBezTo>
                    <a:pt x="73" y="30"/>
                    <a:pt x="74" y="30"/>
                    <a:pt x="74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19"/>
                    <a:pt x="82" y="17"/>
                    <a:pt x="81" y="17"/>
                  </a:cubicBezTo>
                  <a:cubicBezTo>
                    <a:pt x="81" y="17"/>
                    <a:pt x="81" y="17"/>
                    <a:pt x="81" y="17"/>
                  </a:cubicBezTo>
                  <a:close/>
                  <a:moveTo>
                    <a:pt x="98" y="40"/>
                  </a:moveTo>
                  <a:cubicBezTo>
                    <a:pt x="97" y="39"/>
                    <a:pt x="96" y="38"/>
                    <a:pt x="95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3"/>
                    <a:pt x="82" y="44"/>
                    <a:pt x="83" y="45"/>
                  </a:cubicBezTo>
                  <a:cubicBezTo>
                    <a:pt x="83" y="46"/>
                    <a:pt x="84" y="46"/>
                    <a:pt x="85" y="46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8" y="42"/>
                    <a:pt x="98" y="41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68"/>
                  </a:moveTo>
                  <a:cubicBezTo>
                    <a:pt x="98" y="67"/>
                    <a:pt x="98" y="66"/>
                    <a:pt x="97" y="66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4" y="62"/>
                    <a:pt x="83" y="62"/>
                    <a:pt x="83" y="63"/>
                  </a:cubicBezTo>
                  <a:cubicBezTo>
                    <a:pt x="82" y="64"/>
                    <a:pt x="83" y="65"/>
                    <a:pt x="84" y="66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6" y="70"/>
                    <a:pt x="97" y="69"/>
                    <a:pt x="98" y="68"/>
                  </a:cubicBezTo>
                  <a:cubicBezTo>
                    <a:pt x="98" y="68"/>
                    <a:pt x="98" y="68"/>
                    <a:pt x="98" y="68"/>
                  </a:cubicBezTo>
                  <a:close/>
                  <a:moveTo>
                    <a:pt x="10" y="68"/>
                  </a:moveTo>
                  <a:cubicBezTo>
                    <a:pt x="11" y="69"/>
                    <a:pt x="12" y="70"/>
                    <a:pt x="13" y="70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5" y="65"/>
                    <a:pt x="26" y="64"/>
                    <a:pt x="25" y="63"/>
                  </a:cubicBezTo>
                  <a:cubicBezTo>
                    <a:pt x="25" y="62"/>
                    <a:pt x="24" y="62"/>
                    <a:pt x="23" y="62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0" y="66"/>
                    <a:pt x="10" y="67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lose/>
                  <a:moveTo>
                    <a:pt x="10" y="40"/>
                  </a:moveTo>
                  <a:cubicBezTo>
                    <a:pt x="10" y="41"/>
                    <a:pt x="10" y="42"/>
                    <a:pt x="11" y="42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6"/>
                    <a:pt x="25" y="46"/>
                    <a:pt x="25" y="45"/>
                  </a:cubicBezTo>
                  <a:cubicBezTo>
                    <a:pt x="26" y="44"/>
                    <a:pt x="25" y="43"/>
                    <a:pt x="24" y="42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10" y="40"/>
                    <a:pt x="10" y="40"/>
                    <a:pt x="10" y="40"/>
                  </a:cubicBezTo>
                  <a:close/>
                  <a:moveTo>
                    <a:pt x="27" y="17"/>
                  </a:moveTo>
                  <a:cubicBezTo>
                    <a:pt x="26" y="17"/>
                    <a:pt x="26" y="19"/>
                    <a:pt x="26" y="2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5" y="30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6"/>
                    <a:pt x="28" y="16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9070046" y="1524259"/>
              <a:ext cx="437424" cy="437422"/>
              <a:chOff x="6226175" y="3414032"/>
              <a:chExt cx="252413" cy="252412"/>
            </a:xfrm>
            <a:grpFill/>
          </p:grpSpPr>
          <p:sp>
            <p:nvSpPr>
              <p:cNvPr id="210" name="Freeform 209"/>
              <p:cNvSpPr>
                <a:spLocks noEditPoints="1"/>
              </p:cNvSpPr>
              <p:nvPr/>
            </p:nvSpPr>
            <p:spPr bwMode="auto">
              <a:xfrm>
                <a:off x="6226175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/>
              <p:cNvSpPr>
                <a:spLocks noEditPoints="1"/>
              </p:cNvSpPr>
              <p:nvPr/>
            </p:nvSpPr>
            <p:spPr bwMode="auto">
              <a:xfrm>
                <a:off x="6284913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22 w 56"/>
                  <a:gd name="T11" fmla="*/ 22 h 56"/>
                  <a:gd name="T12" fmla="*/ 34 w 56"/>
                  <a:gd name="T13" fmla="*/ 22 h 56"/>
                  <a:gd name="T14" fmla="*/ 34 w 56"/>
                  <a:gd name="T15" fmla="*/ 34 h 56"/>
                  <a:gd name="T16" fmla="*/ 22 w 56"/>
                  <a:gd name="T17" fmla="*/ 34 h 56"/>
                  <a:gd name="T18" fmla="*/ 22 w 56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22" y="22"/>
                    </a:moveTo>
                    <a:cubicBezTo>
                      <a:pt x="25" y="19"/>
                      <a:pt x="31" y="19"/>
                      <a:pt x="34" y="22"/>
                    </a:cubicBezTo>
                    <a:cubicBezTo>
                      <a:pt x="37" y="25"/>
                      <a:pt x="37" y="31"/>
                      <a:pt x="34" y="34"/>
                    </a:cubicBezTo>
                    <a:cubicBezTo>
                      <a:pt x="31" y="37"/>
                      <a:pt x="25" y="37"/>
                      <a:pt x="22" y="34"/>
                    </a:cubicBezTo>
                    <a:cubicBezTo>
                      <a:pt x="19" y="31"/>
                      <a:pt x="19" y="25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6013583" y="985854"/>
              <a:ext cx="416528" cy="416526"/>
              <a:chOff x="6821488" y="3418795"/>
              <a:chExt cx="242888" cy="242887"/>
            </a:xfrm>
            <a:grpFill/>
          </p:grpSpPr>
          <p:sp>
            <p:nvSpPr>
              <p:cNvPr id="204" name="Freeform 203"/>
              <p:cNvSpPr/>
              <p:nvPr/>
            </p:nvSpPr>
            <p:spPr bwMode="auto">
              <a:xfrm>
                <a:off x="6938963" y="36029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/>
              <p:cNvSpPr/>
              <p:nvPr/>
            </p:nvSpPr>
            <p:spPr bwMode="auto">
              <a:xfrm>
                <a:off x="6842125" y="3536270"/>
                <a:ext cx="38100" cy="9525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/>
              <p:cNvSpPr/>
              <p:nvPr/>
            </p:nvSpPr>
            <p:spPr bwMode="auto">
              <a:xfrm>
                <a:off x="6938963" y="3439432"/>
                <a:ext cx="9525" cy="38100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/>
              <p:cNvSpPr>
                <a:spLocks noEditPoints="1"/>
              </p:cNvSpPr>
              <p:nvPr/>
            </p:nvSpPr>
            <p:spPr bwMode="auto">
              <a:xfrm>
                <a:off x="6821488" y="34187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/>
              <p:cNvSpPr>
                <a:spLocks noEditPoints="1"/>
              </p:cNvSpPr>
              <p:nvPr/>
            </p:nvSpPr>
            <p:spPr bwMode="auto">
              <a:xfrm>
                <a:off x="6877050" y="34743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31 w 54"/>
                  <a:gd name="T11" fmla="*/ 31 h 54"/>
                  <a:gd name="T12" fmla="*/ 23 w 54"/>
                  <a:gd name="T13" fmla="*/ 31 h 54"/>
                  <a:gd name="T14" fmla="*/ 23 w 54"/>
                  <a:gd name="T15" fmla="*/ 23 h 54"/>
                  <a:gd name="T16" fmla="*/ 31 w 54"/>
                  <a:gd name="T17" fmla="*/ 23 h 54"/>
                  <a:gd name="T18" fmla="*/ 31 w 54"/>
                  <a:gd name="T19" fmla="*/ 3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31" y="31"/>
                    </a:moveTo>
                    <a:cubicBezTo>
                      <a:pt x="29" y="34"/>
                      <a:pt x="25" y="34"/>
                      <a:pt x="23" y="31"/>
                    </a:cubicBezTo>
                    <a:cubicBezTo>
                      <a:pt x="20" y="29"/>
                      <a:pt x="20" y="25"/>
                      <a:pt x="23" y="23"/>
                    </a:cubicBezTo>
                    <a:cubicBezTo>
                      <a:pt x="25" y="20"/>
                      <a:pt x="29" y="20"/>
                      <a:pt x="31" y="23"/>
                    </a:cubicBezTo>
                    <a:cubicBezTo>
                      <a:pt x="34" y="25"/>
                      <a:pt x="34" y="29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9" name="Freeform 208"/>
              <p:cNvSpPr/>
              <p:nvPr/>
            </p:nvSpPr>
            <p:spPr bwMode="auto">
              <a:xfrm>
                <a:off x="7005638" y="3536270"/>
                <a:ext cx="39688" cy="9525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267594" y="2520469"/>
              <a:ext cx="461863" cy="461861"/>
              <a:chOff x="7412038" y="3215595"/>
              <a:chExt cx="242888" cy="242887"/>
            </a:xfrm>
            <a:grpFill/>
          </p:grpSpPr>
          <p:sp>
            <p:nvSpPr>
              <p:cNvPr id="198" name="Freeform 197"/>
              <p:cNvSpPr/>
              <p:nvPr/>
            </p:nvSpPr>
            <p:spPr bwMode="auto">
              <a:xfrm>
                <a:off x="7527925" y="33997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/>
              <p:cNvSpPr/>
              <p:nvPr/>
            </p:nvSpPr>
            <p:spPr bwMode="auto">
              <a:xfrm>
                <a:off x="7527925" y="3234645"/>
                <a:ext cx="9525" cy="39687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/>
              <p:cNvSpPr/>
              <p:nvPr/>
            </p:nvSpPr>
            <p:spPr bwMode="auto">
              <a:xfrm>
                <a:off x="7431088" y="3331482"/>
                <a:ext cx="39688" cy="11112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/>
              <p:cNvSpPr>
                <a:spLocks noEditPoints="1"/>
              </p:cNvSpPr>
              <p:nvPr/>
            </p:nvSpPr>
            <p:spPr bwMode="auto">
              <a:xfrm>
                <a:off x="7467600" y="32711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9 w 54"/>
                  <a:gd name="T11" fmla="*/ 45 h 54"/>
                  <a:gd name="T12" fmla="*/ 23 w 54"/>
                  <a:gd name="T13" fmla="*/ 23 h 54"/>
                  <a:gd name="T14" fmla="*/ 31 w 54"/>
                  <a:gd name="T15" fmla="*/ 31 h 54"/>
                  <a:gd name="T16" fmla="*/ 9 w 54"/>
                  <a:gd name="T17" fmla="*/ 4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9" y="45"/>
                    </a:moveTo>
                    <a:cubicBezTo>
                      <a:pt x="9" y="45"/>
                      <a:pt x="18" y="27"/>
                      <a:pt x="23" y="23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7" y="36"/>
                      <a:pt x="9" y="45"/>
                      <a:pt x="9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/>
              <p:cNvSpPr/>
              <p:nvPr/>
            </p:nvSpPr>
            <p:spPr bwMode="auto">
              <a:xfrm>
                <a:off x="7596188" y="3331482"/>
                <a:ext cx="38100" cy="11112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/>
              <p:cNvSpPr>
                <a:spLocks noEditPoints="1"/>
              </p:cNvSpPr>
              <p:nvPr/>
            </p:nvSpPr>
            <p:spPr bwMode="auto">
              <a:xfrm>
                <a:off x="7412038" y="32155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3670301" y="5425487"/>
              <a:ext cx="252413" cy="252412"/>
              <a:chOff x="8002588" y="3414032"/>
              <a:chExt cx="252413" cy="252412"/>
            </a:xfrm>
            <a:grpFill/>
          </p:grpSpPr>
          <p:sp>
            <p:nvSpPr>
              <p:cNvPr id="196" name="Freeform 195"/>
              <p:cNvSpPr>
                <a:spLocks noEditPoints="1"/>
              </p:cNvSpPr>
              <p:nvPr/>
            </p:nvSpPr>
            <p:spPr bwMode="auto">
              <a:xfrm>
                <a:off x="8061325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34 w 56"/>
                  <a:gd name="T11" fmla="*/ 34 h 56"/>
                  <a:gd name="T12" fmla="*/ 8 w 56"/>
                  <a:gd name="T13" fmla="*/ 48 h 56"/>
                  <a:gd name="T14" fmla="*/ 22 w 56"/>
                  <a:gd name="T15" fmla="*/ 22 h 56"/>
                  <a:gd name="T16" fmla="*/ 34 w 56"/>
                  <a:gd name="T17" fmla="*/ 3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34" y="34"/>
                    </a:moveTo>
                    <a:cubicBezTo>
                      <a:pt x="28" y="39"/>
                      <a:pt x="8" y="48"/>
                      <a:pt x="8" y="48"/>
                    </a:cubicBezTo>
                    <a:cubicBezTo>
                      <a:pt x="8" y="48"/>
                      <a:pt x="17" y="28"/>
                      <a:pt x="22" y="22"/>
                    </a:cubicBezTo>
                    <a:lnTo>
                      <a:pt x="3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/>
              <p:cNvSpPr>
                <a:spLocks noEditPoints="1"/>
              </p:cNvSpPr>
              <p:nvPr/>
            </p:nvSpPr>
            <p:spPr bwMode="auto">
              <a:xfrm>
                <a:off x="8002588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4" name="Freeform 93"/>
            <p:cNvSpPr>
              <a:spLocks noEditPoints="1"/>
            </p:cNvSpPr>
            <p:nvPr/>
          </p:nvSpPr>
          <p:spPr bwMode="auto">
            <a:xfrm>
              <a:off x="2311353" y="91494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1429935" y="5550318"/>
              <a:ext cx="454448" cy="457764"/>
              <a:chOff x="644525" y="2574925"/>
              <a:chExt cx="217488" cy="219075"/>
            </a:xfrm>
            <a:grpFill/>
          </p:grpSpPr>
          <p:sp>
            <p:nvSpPr>
              <p:cNvPr id="194" name="Freeform 193"/>
              <p:cNvSpPr/>
              <p:nvPr/>
            </p:nvSpPr>
            <p:spPr bwMode="auto">
              <a:xfrm>
                <a:off x="722313" y="2606675"/>
                <a:ext cx="31750" cy="93662"/>
              </a:xfrm>
              <a:custGeom>
                <a:avLst/>
                <a:gdLst>
                  <a:gd name="T0" fmla="*/ 8 w 12"/>
                  <a:gd name="T1" fmla="*/ 36 h 36"/>
                  <a:gd name="T2" fmla="*/ 12 w 12"/>
                  <a:gd name="T3" fmla="*/ 36 h 36"/>
                  <a:gd name="T4" fmla="*/ 12 w 12"/>
                  <a:gd name="T5" fmla="*/ 0 h 36"/>
                  <a:gd name="T6" fmla="*/ 10 w 12"/>
                  <a:gd name="T7" fmla="*/ 0 h 36"/>
                  <a:gd name="T8" fmla="*/ 0 w 12"/>
                  <a:gd name="T9" fmla="*/ 6 h 36"/>
                  <a:gd name="T10" fmla="*/ 0 w 12"/>
                  <a:gd name="T11" fmla="*/ 12 h 36"/>
                  <a:gd name="T12" fmla="*/ 8 w 12"/>
                  <a:gd name="T13" fmla="*/ 12 h 36"/>
                  <a:gd name="T14" fmla="*/ 8 w 12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36">
                    <a:moveTo>
                      <a:pt x="8" y="36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4"/>
                      <a:pt x="8" y="6"/>
                      <a:pt x="0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8" y="12"/>
                      <a:pt x="8" y="12"/>
                      <a:pt x="8" y="12"/>
                    </a:cubicBezTo>
                    <a:lnTo>
                      <a:pt x="8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/>
              <p:cNvSpPr>
                <a:spLocks noEditPoints="1"/>
              </p:cNvSpPr>
              <p:nvPr/>
            </p:nvSpPr>
            <p:spPr bwMode="auto">
              <a:xfrm>
                <a:off x="644525" y="2574925"/>
                <a:ext cx="217488" cy="219075"/>
              </a:xfrm>
              <a:custGeom>
                <a:avLst/>
                <a:gdLst>
                  <a:gd name="T0" fmla="*/ 68 w 84"/>
                  <a:gd name="T1" fmla="*/ 0 h 84"/>
                  <a:gd name="T2" fmla="*/ 66 w 84"/>
                  <a:gd name="T3" fmla="*/ 0 h 84"/>
                  <a:gd name="T4" fmla="*/ 16 w 84"/>
                  <a:gd name="T5" fmla="*/ 0 h 84"/>
                  <a:gd name="T6" fmla="*/ 0 w 84"/>
                  <a:gd name="T7" fmla="*/ 0 h 84"/>
                  <a:gd name="T8" fmla="*/ 14 w 84"/>
                  <a:gd name="T9" fmla="*/ 34 h 84"/>
                  <a:gd name="T10" fmla="*/ 14 w 84"/>
                  <a:gd name="T11" fmla="*/ 34 h 84"/>
                  <a:gd name="T12" fmla="*/ 38 w 84"/>
                  <a:gd name="T13" fmla="*/ 58 h 84"/>
                  <a:gd name="T14" fmla="*/ 38 w 84"/>
                  <a:gd name="T15" fmla="*/ 80 h 84"/>
                  <a:gd name="T16" fmla="*/ 22 w 84"/>
                  <a:gd name="T17" fmla="*/ 80 h 84"/>
                  <a:gd name="T18" fmla="*/ 22 w 84"/>
                  <a:gd name="T19" fmla="*/ 84 h 84"/>
                  <a:gd name="T20" fmla="*/ 58 w 84"/>
                  <a:gd name="T21" fmla="*/ 84 h 84"/>
                  <a:gd name="T22" fmla="*/ 58 w 84"/>
                  <a:gd name="T23" fmla="*/ 80 h 84"/>
                  <a:gd name="T24" fmla="*/ 42 w 84"/>
                  <a:gd name="T25" fmla="*/ 80 h 84"/>
                  <a:gd name="T26" fmla="*/ 42 w 84"/>
                  <a:gd name="T27" fmla="*/ 58 h 84"/>
                  <a:gd name="T28" fmla="*/ 66 w 84"/>
                  <a:gd name="T29" fmla="*/ 34 h 84"/>
                  <a:gd name="T30" fmla="*/ 66 w 84"/>
                  <a:gd name="T31" fmla="*/ 34 h 84"/>
                  <a:gd name="T32" fmla="*/ 84 w 84"/>
                  <a:gd name="T33" fmla="*/ 0 h 84"/>
                  <a:gd name="T34" fmla="*/ 68 w 84"/>
                  <a:gd name="T35" fmla="*/ 0 h 84"/>
                  <a:gd name="T36" fmla="*/ 14 w 84"/>
                  <a:gd name="T37" fmla="*/ 30 h 84"/>
                  <a:gd name="T38" fmla="*/ 4 w 84"/>
                  <a:gd name="T39" fmla="*/ 4 h 84"/>
                  <a:gd name="T40" fmla="*/ 14 w 84"/>
                  <a:gd name="T41" fmla="*/ 4 h 84"/>
                  <a:gd name="T42" fmla="*/ 14 w 84"/>
                  <a:gd name="T43" fmla="*/ 30 h 84"/>
                  <a:gd name="T44" fmla="*/ 62 w 84"/>
                  <a:gd name="T45" fmla="*/ 34 h 84"/>
                  <a:gd name="T46" fmla="*/ 44 w 84"/>
                  <a:gd name="T47" fmla="*/ 56 h 84"/>
                  <a:gd name="T48" fmla="*/ 40 w 84"/>
                  <a:gd name="T49" fmla="*/ 56 h 84"/>
                  <a:gd name="T50" fmla="*/ 18 w 84"/>
                  <a:gd name="T51" fmla="*/ 34 h 84"/>
                  <a:gd name="T52" fmla="*/ 18 w 84"/>
                  <a:gd name="T53" fmla="*/ 4 h 84"/>
                  <a:gd name="T54" fmla="*/ 62 w 84"/>
                  <a:gd name="T55" fmla="*/ 4 h 84"/>
                  <a:gd name="T56" fmla="*/ 62 w 84"/>
                  <a:gd name="T57" fmla="*/ 34 h 84"/>
                  <a:gd name="T58" fmla="*/ 66 w 84"/>
                  <a:gd name="T59" fmla="*/ 30 h 84"/>
                  <a:gd name="T60" fmla="*/ 66 w 84"/>
                  <a:gd name="T61" fmla="*/ 4 h 84"/>
                  <a:gd name="T62" fmla="*/ 80 w 84"/>
                  <a:gd name="T63" fmla="*/ 4 h 84"/>
                  <a:gd name="T64" fmla="*/ 66 w 84"/>
                  <a:gd name="T65" fmla="*/ 3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" h="84">
                    <a:moveTo>
                      <a:pt x="68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28"/>
                      <a:pt x="14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47"/>
                      <a:pt x="26" y="58"/>
                      <a:pt x="38" y="58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4"/>
                      <a:pt x="22" y="84"/>
                      <a:pt x="22" y="84"/>
                    </a:cubicBezTo>
                    <a:cubicBezTo>
                      <a:pt x="58" y="84"/>
                      <a:pt x="58" y="84"/>
                      <a:pt x="58" y="84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42" y="80"/>
                      <a:pt x="42" y="80"/>
                      <a:pt x="42" y="80"/>
                    </a:cubicBezTo>
                    <a:cubicBezTo>
                      <a:pt x="42" y="58"/>
                      <a:pt x="42" y="58"/>
                      <a:pt x="42" y="58"/>
                    </a:cubicBezTo>
                    <a:cubicBezTo>
                      <a:pt x="58" y="58"/>
                      <a:pt x="66" y="47"/>
                      <a:pt x="66" y="34"/>
                    </a:cubicBezTo>
                    <a:cubicBezTo>
                      <a:pt x="66" y="34"/>
                      <a:pt x="66" y="34"/>
                      <a:pt x="66" y="34"/>
                    </a:cubicBezTo>
                    <a:cubicBezTo>
                      <a:pt x="82" y="28"/>
                      <a:pt x="84" y="0"/>
                      <a:pt x="84" y="0"/>
                    </a:cubicBezTo>
                    <a:lnTo>
                      <a:pt x="68" y="0"/>
                    </a:lnTo>
                    <a:close/>
                    <a:moveTo>
                      <a:pt x="14" y="30"/>
                    </a:moveTo>
                    <a:cubicBezTo>
                      <a:pt x="6" y="23"/>
                      <a:pt x="4" y="4"/>
                      <a:pt x="4" y="4"/>
                    </a:cubicBezTo>
                    <a:cubicBezTo>
                      <a:pt x="14" y="4"/>
                      <a:pt x="14" y="4"/>
                      <a:pt x="14" y="4"/>
                    </a:cubicBezTo>
                    <a:lnTo>
                      <a:pt x="14" y="30"/>
                    </a:lnTo>
                    <a:close/>
                    <a:moveTo>
                      <a:pt x="62" y="34"/>
                    </a:moveTo>
                    <a:cubicBezTo>
                      <a:pt x="62" y="45"/>
                      <a:pt x="55" y="56"/>
                      <a:pt x="44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29" y="56"/>
                      <a:pt x="18" y="45"/>
                      <a:pt x="18" y="3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62" y="4"/>
                      <a:pt x="62" y="4"/>
                      <a:pt x="62" y="4"/>
                    </a:cubicBezTo>
                    <a:lnTo>
                      <a:pt x="62" y="34"/>
                    </a:lnTo>
                    <a:close/>
                    <a:moveTo>
                      <a:pt x="66" y="30"/>
                    </a:moveTo>
                    <a:cubicBezTo>
                      <a:pt x="66" y="4"/>
                      <a:pt x="66" y="4"/>
                      <a:pt x="66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4"/>
                      <a:pt x="78" y="23"/>
                      <a:pt x="6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Freeform 95"/>
            <p:cNvSpPr>
              <a:spLocks noEditPoints="1"/>
            </p:cNvSpPr>
            <p:nvPr/>
          </p:nvSpPr>
          <p:spPr bwMode="auto">
            <a:xfrm>
              <a:off x="9490404" y="5593748"/>
              <a:ext cx="503012" cy="627844"/>
            </a:xfrm>
            <a:custGeom>
              <a:avLst/>
              <a:gdLst>
                <a:gd name="T0" fmla="*/ 68 w 84"/>
                <a:gd name="T1" fmla="*/ 34 h 104"/>
                <a:gd name="T2" fmla="*/ 68 w 84"/>
                <a:gd name="T3" fmla="*/ 34 h 104"/>
                <a:gd name="T4" fmla="*/ 84 w 84"/>
                <a:gd name="T5" fmla="*/ 0 h 104"/>
                <a:gd name="T6" fmla="*/ 68 w 84"/>
                <a:gd name="T7" fmla="*/ 0 h 104"/>
                <a:gd name="T8" fmla="*/ 66 w 84"/>
                <a:gd name="T9" fmla="*/ 0 h 104"/>
                <a:gd name="T10" fmla="*/ 16 w 84"/>
                <a:gd name="T11" fmla="*/ 0 h 104"/>
                <a:gd name="T12" fmla="*/ 0 w 84"/>
                <a:gd name="T13" fmla="*/ 0 h 104"/>
                <a:gd name="T14" fmla="*/ 16 w 84"/>
                <a:gd name="T15" fmla="*/ 34 h 104"/>
                <a:gd name="T16" fmla="*/ 16 w 84"/>
                <a:gd name="T17" fmla="*/ 34 h 104"/>
                <a:gd name="T18" fmla="*/ 40 w 84"/>
                <a:gd name="T19" fmla="*/ 58 h 104"/>
                <a:gd name="T20" fmla="*/ 40 w 84"/>
                <a:gd name="T21" fmla="*/ 76 h 104"/>
                <a:gd name="T22" fmla="*/ 24 w 84"/>
                <a:gd name="T23" fmla="*/ 76 h 104"/>
                <a:gd name="T24" fmla="*/ 24 w 84"/>
                <a:gd name="T25" fmla="*/ 88 h 104"/>
                <a:gd name="T26" fmla="*/ 12 w 84"/>
                <a:gd name="T27" fmla="*/ 88 h 104"/>
                <a:gd name="T28" fmla="*/ 12 w 84"/>
                <a:gd name="T29" fmla="*/ 104 h 104"/>
                <a:gd name="T30" fmla="*/ 72 w 84"/>
                <a:gd name="T31" fmla="*/ 104 h 104"/>
                <a:gd name="T32" fmla="*/ 72 w 84"/>
                <a:gd name="T33" fmla="*/ 88 h 104"/>
                <a:gd name="T34" fmla="*/ 60 w 84"/>
                <a:gd name="T35" fmla="*/ 88 h 104"/>
                <a:gd name="T36" fmla="*/ 60 w 84"/>
                <a:gd name="T37" fmla="*/ 76 h 104"/>
                <a:gd name="T38" fmla="*/ 44 w 84"/>
                <a:gd name="T39" fmla="*/ 76 h 104"/>
                <a:gd name="T40" fmla="*/ 44 w 84"/>
                <a:gd name="T41" fmla="*/ 58 h 104"/>
                <a:gd name="T42" fmla="*/ 68 w 84"/>
                <a:gd name="T43" fmla="*/ 34 h 104"/>
                <a:gd name="T44" fmla="*/ 68 w 84"/>
                <a:gd name="T45" fmla="*/ 4 h 104"/>
                <a:gd name="T46" fmla="*/ 80 w 84"/>
                <a:gd name="T47" fmla="*/ 4 h 104"/>
                <a:gd name="T48" fmla="*/ 68 w 84"/>
                <a:gd name="T49" fmla="*/ 30 h 104"/>
                <a:gd name="T50" fmla="*/ 68 w 84"/>
                <a:gd name="T51" fmla="*/ 4 h 104"/>
                <a:gd name="T52" fmla="*/ 16 w 84"/>
                <a:gd name="T53" fmla="*/ 30 h 104"/>
                <a:gd name="T54" fmla="*/ 4 w 84"/>
                <a:gd name="T55" fmla="*/ 4 h 104"/>
                <a:gd name="T56" fmla="*/ 16 w 84"/>
                <a:gd name="T57" fmla="*/ 4 h 104"/>
                <a:gd name="T58" fmla="*/ 16 w 84"/>
                <a:gd name="T59" fmla="*/ 30 h 104"/>
                <a:gd name="T60" fmla="*/ 68 w 84"/>
                <a:gd name="T61" fmla="*/ 92 h 104"/>
                <a:gd name="T62" fmla="*/ 68 w 84"/>
                <a:gd name="T63" fmla="*/ 100 h 104"/>
                <a:gd name="T64" fmla="*/ 16 w 84"/>
                <a:gd name="T65" fmla="*/ 100 h 104"/>
                <a:gd name="T66" fmla="*/ 16 w 84"/>
                <a:gd name="T67" fmla="*/ 92 h 104"/>
                <a:gd name="T68" fmla="*/ 68 w 84"/>
                <a:gd name="T69" fmla="*/ 92 h 104"/>
                <a:gd name="T70" fmla="*/ 56 w 84"/>
                <a:gd name="T71" fmla="*/ 80 h 104"/>
                <a:gd name="T72" fmla="*/ 56 w 84"/>
                <a:gd name="T73" fmla="*/ 88 h 104"/>
                <a:gd name="T74" fmla="*/ 28 w 84"/>
                <a:gd name="T75" fmla="*/ 88 h 104"/>
                <a:gd name="T76" fmla="*/ 28 w 84"/>
                <a:gd name="T77" fmla="*/ 80 h 104"/>
                <a:gd name="T78" fmla="*/ 56 w 84"/>
                <a:gd name="T79" fmla="*/ 80 h 104"/>
                <a:gd name="T80" fmla="*/ 44 w 84"/>
                <a:gd name="T81" fmla="*/ 56 h 104"/>
                <a:gd name="T82" fmla="*/ 40 w 84"/>
                <a:gd name="T83" fmla="*/ 56 h 104"/>
                <a:gd name="T84" fmla="*/ 20 w 84"/>
                <a:gd name="T85" fmla="*/ 34 h 104"/>
                <a:gd name="T86" fmla="*/ 20 w 84"/>
                <a:gd name="T87" fmla="*/ 4 h 104"/>
                <a:gd name="T88" fmla="*/ 64 w 84"/>
                <a:gd name="T89" fmla="*/ 4 h 104"/>
                <a:gd name="T90" fmla="*/ 64 w 84"/>
                <a:gd name="T91" fmla="*/ 34 h 104"/>
                <a:gd name="T92" fmla="*/ 44 w 84"/>
                <a:gd name="T93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04">
                  <a:moveTo>
                    <a:pt x="68" y="34"/>
                  </a:moveTo>
                  <a:cubicBezTo>
                    <a:pt x="68" y="34"/>
                    <a:pt x="68" y="34"/>
                    <a:pt x="68" y="34"/>
                  </a:cubicBezTo>
                  <a:cubicBezTo>
                    <a:pt x="82" y="28"/>
                    <a:pt x="84" y="0"/>
                    <a:pt x="84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28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47"/>
                    <a:pt x="27" y="58"/>
                    <a:pt x="40" y="58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57" y="58"/>
                    <a:pt x="68" y="47"/>
                    <a:pt x="68" y="34"/>
                  </a:cubicBezTo>
                  <a:close/>
                  <a:moveTo>
                    <a:pt x="68" y="4"/>
                  </a:move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3"/>
                    <a:pt x="68" y="30"/>
                  </a:cubicBezTo>
                  <a:lnTo>
                    <a:pt x="68" y="4"/>
                  </a:lnTo>
                  <a:close/>
                  <a:moveTo>
                    <a:pt x="16" y="30"/>
                  </a:moveTo>
                  <a:cubicBezTo>
                    <a:pt x="7" y="23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0"/>
                  </a:lnTo>
                  <a:close/>
                  <a:moveTo>
                    <a:pt x="68" y="92"/>
                  </a:moveTo>
                  <a:cubicBezTo>
                    <a:pt x="68" y="100"/>
                    <a:pt x="68" y="100"/>
                    <a:pt x="68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6" y="92"/>
                    <a:pt x="16" y="92"/>
                    <a:pt x="16" y="92"/>
                  </a:cubicBezTo>
                  <a:lnTo>
                    <a:pt x="68" y="92"/>
                  </a:lnTo>
                  <a:close/>
                  <a:moveTo>
                    <a:pt x="56" y="80"/>
                  </a:moveTo>
                  <a:cubicBezTo>
                    <a:pt x="56" y="88"/>
                    <a:pt x="56" y="88"/>
                    <a:pt x="56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0"/>
                    <a:pt x="28" y="80"/>
                    <a:pt x="28" y="80"/>
                  </a:cubicBezTo>
                  <a:lnTo>
                    <a:pt x="56" y="80"/>
                  </a:lnTo>
                  <a:close/>
                  <a:moveTo>
                    <a:pt x="44" y="56"/>
                  </a:move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5"/>
                    <a:pt x="20" y="3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45"/>
                    <a:pt x="55" y="56"/>
                    <a:pt x="4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6609819" y="4374460"/>
              <a:ext cx="505129" cy="639830"/>
              <a:chOff x="6350000" y="2533650"/>
              <a:chExt cx="238125" cy="301625"/>
            </a:xfrm>
            <a:grpFill/>
          </p:grpSpPr>
          <p:sp>
            <p:nvSpPr>
              <p:cNvPr id="191" name="Freeform 190"/>
              <p:cNvSpPr>
                <a:spLocks noEditPoints="1"/>
              </p:cNvSpPr>
              <p:nvPr/>
            </p:nvSpPr>
            <p:spPr bwMode="auto">
              <a:xfrm>
                <a:off x="6440488" y="2665413"/>
                <a:ext cx="77788" cy="79375"/>
              </a:xfrm>
              <a:custGeom>
                <a:avLst/>
                <a:gdLst>
                  <a:gd name="T0" fmla="*/ 29 w 30"/>
                  <a:gd name="T1" fmla="*/ 1 h 30"/>
                  <a:gd name="T2" fmla="*/ 26 w 30"/>
                  <a:gd name="T3" fmla="*/ 1 h 30"/>
                  <a:gd name="T4" fmla="*/ 14 w 30"/>
                  <a:gd name="T5" fmla="*/ 14 h 30"/>
                  <a:gd name="T6" fmla="*/ 11 w 30"/>
                  <a:gd name="T7" fmla="*/ 13 h 30"/>
                  <a:gd name="T8" fmla="*/ 5 w 30"/>
                  <a:gd name="T9" fmla="*/ 19 h 30"/>
                  <a:gd name="T10" fmla="*/ 6 w 30"/>
                  <a:gd name="T11" fmla="*/ 22 h 30"/>
                  <a:gd name="T12" fmla="*/ 1 w 30"/>
                  <a:gd name="T13" fmla="*/ 26 h 30"/>
                  <a:gd name="T14" fmla="*/ 1 w 30"/>
                  <a:gd name="T15" fmla="*/ 29 h 30"/>
                  <a:gd name="T16" fmla="*/ 4 w 30"/>
                  <a:gd name="T17" fmla="*/ 29 h 30"/>
                  <a:gd name="T18" fmla="*/ 8 w 30"/>
                  <a:gd name="T19" fmla="*/ 24 h 30"/>
                  <a:gd name="T20" fmla="*/ 11 w 30"/>
                  <a:gd name="T21" fmla="*/ 25 h 30"/>
                  <a:gd name="T22" fmla="*/ 17 w 30"/>
                  <a:gd name="T23" fmla="*/ 19 h 30"/>
                  <a:gd name="T24" fmla="*/ 16 w 30"/>
                  <a:gd name="T25" fmla="*/ 16 h 30"/>
                  <a:gd name="T26" fmla="*/ 29 w 30"/>
                  <a:gd name="T27" fmla="*/ 4 h 30"/>
                  <a:gd name="T28" fmla="*/ 29 w 30"/>
                  <a:gd name="T29" fmla="*/ 1 h 30"/>
                  <a:gd name="T30" fmla="*/ 11 w 30"/>
                  <a:gd name="T31" fmla="*/ 21 h 30"/>
                  <a:gd name="T32" fmla="*/ 9 w 30"/>
                  <a:gd name="T33" fmla="*/ 19 h 30"/>
                  <a:gd name="T34" fmla="*/ 11 w 30"/>
                  <a:gd name="T35" fmla="*/ 17 h 30"/>
                  <a:gd name="T36" fmla="*/ 13 w 30"/>
                  <a:gd name="T37" fmla="*/ 19 h 30"/>
                  <a:gd name="T38" fmla="*/ 11 w 30"/>
                  <a:gd name="T39" fmla="*/ 2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" h="30">
                    <a:moveTo>
                      <a:pt x="29" y="1"/>
                    </a:moveTo>
                    <a:cubicBezTo>
                      <a:pt x="28" y="0"/>
                      <a:pt x="27" y="0"/>
                      <a:pt x="26" y="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3" y="13"/>
                      <a:pt x="12" y="13"/>
                      <a:pt x="11" y="13"/>
                    </a:cubicBezTo>
                    <a:cubicBezTo>
                      <a:pt x="8" y="13"/>
                      <a:pt x="5" y="16"/>
                      <a:pt x="5" y="19"/>
                    </a:cubicBezTo>
                    <a:cubicBezTo>
                      <a:pt x="5" y="20"/>
                      <a:pt x="5" y="21"/>
                      <a:pt x="6" y="2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2" y="30"/>
                      <a:pt x="3" y="30"/>
                      <a:pt x="4" y="29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5"/>
                      <a:pt x="10" y="25"/>
                      <a:pt x="11" y="25"/>
                    </a:cubicBezTo>
                    <a:cubicBezTo>
                      <a:pt x="14" y="25"/>
                      <a:pt x="17" y="22"/>
                      <a:pt x="17" y="19"/>
                    </a:cubicBezTo>
                    <a:cubicBezTo>
                      <a:pt x="17" y="18"/>
                      <a:pt x="17" y="17"/>
                      <a:pt x="16" y="16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30" y="3"/>
                      <a:pt x="30" y="2"/>
                      <a:pt x="29" y="1"/>
                    </a:cubicBezTo>
                    <a:close/>
                    <a:moveTo>
                      <a:pt x="11" y="21"/>
                    </a:moveTo>
                    <a:cubicBezTo>
                      <a:pt x="10" y="21"/>
                      <a:pt x="9" y="20"/>
                      <a:pt x="9" y="19"/>
                    </a:cubicBezTo>
                    <a:cubicBezTo>
                      <a:pt x="9" y="18"/>
                      <a:pt x="10" y="17"/>
                      <a:pt x="11" y="17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3" y="20"/>
                      <a:pt x="12" y="21"/>
                      <a:pt x="11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/>
              <p:cNvSpPr>
                <a:spLocks noEditPoints="1"/>
              </p:cNvSpPr>
              <p:nvPr/>
            </p:nvSpPr>
            <p:spPr bwMode="auto">
              <a:xfrm>
                <a:off x="6380163" y="2627313"/>
                <a:ext cx="177800" cy="176212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6 w 68"/>
                  <a:gd name="T11" fmla="*/ 64 h 68"/>
                  <a:gd name="T12" fmla="*/ 36 w 68"/>
                  <a:gd name="T13" fmla="*/ 54 h 68"/>
                  <a:gd name="T14" fmla="*/ 34 w 68"/>
                  <a:gd name="T15" fmla="*/ 52 h 68"/>
                  <a:gd name="T16" fmla="*/ 32 w 68"/>
                  <a:gd name="T17" fmla="*/ 54 h 68"/>
                  <a:gd name="T18" fmla="*/ 32 w 68"/>
                  <a:gd name="T19" fmla="*/ 64 h 68"/>
                  <a:gd name="T20" fmla="*/ 4 w 68"/>
                  <a:gd name="T21" fmla="*/ 36 h 68"/>
                  <a:gd name="T22" fmla="*/ 14 w 68"/>
                  <a:gd name="T23" fmla="*/ 36 h 68"/>
                  <a:gd name="T24" fmla="*/ 16 w 68"/>
                  <a:gd name="T25" fmla="*/ 34 h 68"/>
                  <a:gd name="T26" fmla="*/ 14 w 68"/>
                  <a:gd name="T27" fmla="*/ 32 h 68"/>
                  <a:gd name="T28" fmla="*/ 4 w 68"/>
                  <a:gd name="T29" fmla="*/ 32 h 68"/>
                  <a:gd name="T30" fmla="*/ 32 w 68"/>
                  <a:gd name="T31" fmla="*/ 4 h 68"/>
                  <a:gd name="T32" fmla="*/ 32 w 68"/>
                  <a:gd name="T33" fmla="*/ 14 h 68"/>
                  <a:gd name="T34" fmla="*/ 34 w 68"/>
                  <a:gd name="T35" fmla="*/ 16 h 68"/>
                  <a:gd name="T36" fmla="*/ 36 w 68"/>
                  <a:gd name="T37" fmla="*/ 14 h 68"/>
                  <a:gd name="T38" fmla="*/ 36 w 68"/>
                  <a:gd name="T39" fmla="*/ 4 h 68"/>
                  <a:gd name="T40" fmla="*/ 64 w 68"/>
                  <a:gd name="T41" fmla="*/ 32 h 68"/>
                  <a:gd name="T42" fmla="*/ 54 w 68"/>
                  <a:gd name="T43" fmla="*/ 32 h 68"/>
                  <a:gd name="T44" fmla="*/ 52 w 68"/>
                  <a:gd name="T45" fmla="*/ 34 h 68"/>
                  <a:gd name="T46" fmla="*/ 54 w 68"/>
                  <a:gd name="T47" fmla="*/ 36 h 68"/>
                  <a:gd name="T48" fmla="*/ 64 w 68"/>
                  <a:gd name="T49" fmla="*/ 36 h 68"/>
                  <a:gd name="T50" fmla="*/ 36 w 68"/>
                  <a:gd name="T51" fmla="*/ 6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3"/>
                      <a:pt x="15" y="68"/>
                      <a:pt x="34" y="68"/>
                    </a:cubicBezTo>
                    <a:cubicBezTo>
                      <a:pt x="53" y="68"/>
                      <a:pt x="68" y="53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6" y="64"/>
                    </a:move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5" y="52"/>
                      <a:pt x="34" y="52"/>
                    </a:cubicBezTo>
                    <a:cubicBezTo>
                      <a:pt x="33" y="52"/>
                      <a:pt x="32" y="53"/>
                      <a:pt x="32" y="54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17" y="63"/>
                      <a:pt x="5" y="52"/>
                      <a:pt x="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5" y="36"/>
                      <a:pt x="16" y="35"/>
                      <a:pt x="16" y="34"/>
                    </a:cubicBezTo>
                    <a:cubicBezTo>
                      <a:pt x="16" y="33"/>
                      <a:pt x="15" y="32"/>
                      <a:pt x="14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16"/>
                      <a:pt x="17" y="5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5"/>
                      <a:pt x="33" y="16"/>
                      <a:pt x="34" y="16"/>
                    </a:cubicBezTo>
                    <a:cubicBezTo>
                      <a:pt x="35" y="16"/>
                      <a:pt x="36" y="15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1" y="5"/>
                      <a:pt x="63" y="16"/>
                      <a:pt x="64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3" y="32"/>
                      <a:pt x="52" y="33"/>
                      <a:pt x="52" y="34"/>
                    </a:cubicBezTo>
                    <a:cubicBezTo>
                      <a:pt x="52" y="35"/>
                      <a:pt x="53" y="36"/>
                      <a:pt x="54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3" y="52"/>
                      <a:pt x="51" y="63"/>
                      <a:pt x="36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/>
              <p:cNvSpPr>
                <a:spLocks noEditPoints="1"/>
              </p:cNvSpPr>
              <p:nvPr/>
            </p:nvSpPr>
            <p:spPr bwMode="auto">
              <a:xfrm>
                <a:off x="6350000" y="2533650"/>
                <a:ext cx="238125" cy="301625"/>
              </a:xfrm>
              <a:custGeom>
                <a:avLst/>
                <a:gdLst>
                  <a:gd name="T0" fmla="*/ 80 w 92"/>
                  <a:gd name="T1" fmla="*/ 39 h 116"/>
                  <a:gd name="T2" fmla="*/ 85 w 92"/>
                  <a:gd name="T3" fmla="*/ 34 h 116"/>
                  <a:gd name="T4" fmla="*/ 88 w 92"/>
                  <a:gd name="T5" fmla="*/ 37 h 116"/>
                  <a:gd name="T6" fmla="*/ 90 w 92"/>
                  <a:gd name="T7" fmla="*/ 34 h 116"/>
                  <a:gd name="T8" fmla="*/ 82 w 92"/>
                  <a:gd name="T9" fmla="*/ 26 h 116"/>
                  <a:gd name="T10" fmla="*/ 79 w 92"/>
                  <a:gd name="T11" fmla="*/ 28 h 116"/>
                  <a:gd name="T12" fmla="*/ 82 w 92"/>
                  <a:gd name="T13" fmla="*/ 31 h 116"/>
                  <a:gd name="T14" fmla="*/ 77 w 92"/>
                  <a:gd name="T15" fmla="*/ 36 h 116"/>
                  <a:gd name="T16" fmla="*/ 55 w 92"/>
                  <a:gd name="T17" fmla="*/ 25 h 116"/>
                  <a:gd name="T18" fmla="*/ 60 w 92"/>
                  <a:gd name="T19" fmla="*/ 14 h 116"/>
                  <a:gd name="T20" fmla="*/ 46 w 92"/>
                  <a:gd name="T21" fmla="*/ 0 h 116"/>
                  <a:gd name="T22" fmla="*/ 32 w 92"/>
                  <a:gd name="T23" fmla="*/ 14 h 116"/>
                  <a:gd name="T24" fmla="*/ 37 w 92"/>
                  <a:gd name="T25" fmla="*/ 25 h 116"/>
                  <a:gd name="T26" fmla="*/ 15 w 92"/>
                  <a:gd name="T27" fmla="*/ 36 h 116"/>
                  <a:gd name="T28" fmla="*/ 10 w 92"/>
                  <a:gd name="T29" fmla="*/ 31 h 116"/>
                  <a:gd name="T30" fmla="*/ 13 w 92"/>
                  <a:gd name="T31" fmla="*/ 28 h 116"/>
                  <a:gd name="T32" fmla="*/ 10 w 92"/>
                  <a:gd name="T33" fmla="*/ 26 h 116"/>
                  <a:gd name="T34" fmla="*/ 2 w 92"/>
                  <a:gd name="T35" fmla="*/ 34 h 116"/>
                  <a:gd name="T36" fmla="*/ 4 w 92"/>
                  <a:gd name="T37" fmla="*/ 37 h 116"/>
                  <a:gd name="T38" fmla="*/ 7 w 92"/>
                  <a:gd name="T39" fmla="*/ 34 h 116"/>
                  <a:gd name="T40" fmla="*/ 12 w 92"/>
                  <a:gd name="T41" fmla="*/ 39 h 116"/>
                  <a:gd name="T42" fmla="*/ 0 w 92"/>
                  <a:gd name="T43" fmla="*/ 70 h 116"/>
                  <a:gd name="T44" fmla="*/ 46 w 92"/>
                  <a:gd name="T45" fmla="*/ 116 h 116"/>
                  <a:gd name="T46" fmla="*/ 92 w 92"/>
                  <a:gd name="T47" fmla="*/ 70 h 116"/>
                  <a:gd name="T48" fmla="*/ 80 w 92"/>
                  <a:gd name="T49" fmla="*/ 39 h 116"/>
                  <a:gd name="T50" fmla="*/ 36 w 92"/>
                  <a:gd name="T51" fmla="*/ 14 h 116"/>
                  <a:gd name="T52" fmla="*/ 46 w 92"/>
                  <a:gd name="T53" fmla="*/ 4 h 116"/>
                  <a:gd name="T54" fmla="*/ 56 w 92"/>
                  <a:gd name="T55" fmla="*/ 14 h 116"/>
                  <a:gd name="T56" fmla="*/ 48 w 92"/>
                  <a:gd name="T57" fmla="*/ 24 h 116"/>
                  <a:gd name="T58" fmla="*/ 48 w 92"/>
                  <a:gd name="T59" fmla="*/ 16 h 116"/>
                  <a:gd name="T60" fmla="*/ 52 w 92"/>
                  <a:gd name="T61" fmla="*/ 16 h 116"/>
                  <a:gd name="T62" fmla="*/ 52 w 92"/>
                  <a:gd name="T63" fmla="*/ 12 h 116"/>
                  <a:gd name="T64" fmla="*/ 40 w 92"/>
                  <a:gd name="T65" fmla="*/ 12 h 116"/>
                  <a:gd name="T66" fmla="*/ 40 w 92"/>
                  <a:gd name="T67" fmla="*/ 16 h 116"/>
                  <a:gd name="T68" fmla="*/ 44 w 92"/>
                  <a:gd name="T69" fmla="*/ 16 h 116"/>
                  <a:gd name="T70" fmla="*/ 44 w 92"/>
                  <a:gd name="T71" fmla="*/ 24 h 116"/>
                  <a:gd name="T72" fmla="*/ 36 w 92"/>
                  <a:gd name="T73" fmla="*/ 14 h 116"/>
                  <a:gd name="T74" fmla="*/ 46 w 92"/>
                  <a:gd name="T75" fmla="*/ 112 h 116"/>
                  <a:gd name="T76" fmla="*/ 4 w 92"/>
                  <a:gd name="T77" fmla="*/ 70 h 116"/>
                  <a:gd name="T78" fmla="*/ 46 w 92"/>
                  <a:gd name="T79" fmla="*/ 28 h 116"/>
                  <a:gd name="T80" fmla="*/ 88 w 92"/>
                  <a:gd name="T81" fmla="*/ 70 h 116"/>
                  <a:gd name="T82" fmla="*/ 46 w 92"/>
                  <a:gd name="T8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" h="116">
                    <a:moveTo>
                      <a:pt x="80" y="39"/>
                    </a:moveTo>
                    <a:cubicBezTo>
                      <a:pt x="85" y="34"/>
                      <a:pt x="85" y="34"/>
                      <a:pt x="85" y="34"/>
                    </a:cubicBezTo>
                    <a:cubicBezTo>
                      <a:pt x="88" y="37"/>
                      <a:pt x="88" y="37"/>
                      <a:pt x="88" y="37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2" y="26"/>
                      <a:pt x="82" y="26"/>
                      <a:pt x="82" y="26"/>
                    </a:cubicBezTo>
                    <a:cubicBezTo>
                      <a:pt x="79" y="28"/>
                      <a:pt x="79" y="28"/>
                      <a:pt x="79" y="28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77" y="36"/>
                      <a:pt x="77" y="36"/>
                      <a:pt x="77" y="36"/>
                    </a:cubicBezTo>
                    <a:cubicBezTo>
                      <a:pt x="71" y="30"/>
                      <a:pt x="63" y="27"/>
                      <a:pt x="55" y="25"/>
                    </a:cubicBezTo>
                    <a:cubicBezTo>
                      <a:pt x="58" y="22"/>
                      <a:pt x="60" y="18"/>
                      <a:pt x="60" y="14"/>
                    </a:cubicBezTo>
                    <a:cubicBezTo>
                      <a:pt x="60" y="6"/>
                      <a:pt x="54" y="0"/>
                      <a:pt x="46" y="0"/>
                    </a:cubicBezTo>
                    <a:cubicBezTo>
                      <a:pt x="38" y="0"/>
                      <a:pt x="32" y="6"/>
                      <a:pt x="32" y="14"/>
                    </a:cubicBezTo>
                    <a:cubicBezTo>
                      <a:pt x="32" y="18"/>
                      <a:pt x="34" y="22"/>
                      <a:pt x="37" y="25"/>
                    </a:cubicBezTo>
                    <a:cubicBezTo>
                      <a:pt x="29" y="27"/>
                      <a:pt x="21" y="30"/>
                      <a:pt x="15" y="36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5" y="47"/>
                      <a:pt x="0" y="58"/>
                      <a:pt x="0" y="70"/>
                    </a:cubicBezTo>
                    <a:cubicBezTo>
                      <a:pt x="0" y="95"/>
                      <a:pt x="21" y="116"/>
                      <a:pt x="46" y="116"/>
                    </a:cubicBezTo>
                    <a:cubicBezTo>
                      <a:pt x="71" y="116"/>
                      <a:pt x="92" y="95"/>
                      <a:pt x="92" y="70"/>
                    </a:cubicBezTo>
                    <a:cubicBezTo>
                      <a:pt x="92" y="58"/>
                      <a:pt x="87" y="47"/>
                      <a:pt x="80" y="39"/>
                    </a:cubicBezTo>
                    <a:close/>
                    <a:moveTo>
                      <a:pt x="36" y="14"/>
                    </a:moveTo>
                    <a:cubicBezTo>
                      <a:pt x="36" y="8"/>
                      <a:pt x="40" y="4"/>
                      <a:pt x="46" y="4"/>
                    </a:cubicBezTo>
                    <a:cubicBezTo>
                      <a:pt x="52" y="4"/>
                      <a:pt x="56" y="8"/>
                      <a:pt x="56" y="14"/>
                    </a:cubicBezTo>
                    <a:cubicBezTo>
                      <a:pt x="56" y="19"/>
                      <a:pt x="53" y="23"/>
                      <a:pt x="48" y="2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39" y="23"/>
                      <a:pt x="36" y="19"/>
                      <a:pt x="36" y="14"/>
                    </a:cubicBezTo>
                    <a:close/>
                    <a:moveTo>
                      <a:pt x="46" y="112"/>
                    </a:moveTo>
                    <a:cubicBezTo>
                      <a:pt x="23" y="112"/>
                      <a:pt x="4" y="93"/>
                      <a:pt x="4" y="70"/>
                    </a:cubicBezTo>
                    <a:cubicBezTo>
                      <a:pt x="4" y="47"/>
                      <a:pt x="23" y="28"/>
                      <a:pt x="46" y="28"/>
                    </a:cubicBezTo>
                    <a:cubicBezTo>
                      <a:pt x="69" y="28"/>
                      <a:pt x="88" y="47"/>
                      <a:pt x="88" y="70"/>
                    </a:cubicBezTo>
                    <a:cubicBezTo>
                      <a:pt x="88" y="93"/>
                      <a:pt x="69" y="112"/>
                      <a:pt x="46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11075581" y="528361"/>
              <a:ext cx="462862" cy="508841"/>
              <a:chOff x="6983413" y="2554288"/>
              <a:chExt cx="239713" cy="263525"/>
            </a:xfrm>
            <a:grpFill/>
          </p:grpSpPr>
          <p:sp>
            <p:nvSpPr>
              <p:cNvPr id="189" name="Freeform 188"/>
              <p:cNvSpPr>
                <a:spLocks noEditPoints="1"/>
              </p:cNvSpPr>
              <p:nvPr/>
            </p:nvSpPr>
            <p:spPr bwMode="auto">
              <a:xfrm>
                <a:off x="7088188" y="2619375"/>
                <a:ext cx="30163" cy="114300"/>
              </a:xfrm>
              <a:custGeom>
                <a:avLst/>
                <a:gdLst>
                  <a:gd name="T0" fmla="*/ 8 w 12"/>
                  <a:gd name="T1" fmla="*/ 24 h 44"/>
                  <a:gd name="T2" fmla="*/ 8 w 12"/>
                  <a:gd name="T3" fmla="*/ 2 h 44"/>
                  <a:gd name="T4" fmla="*/ 6 w 12"/>
                  <a:gd name="T5" fmla="*/ 0 h 44"/>
                  <a:gd name="T6" fmla="*/ 4 w 12"/>
                  <a:gd name="T7" fmla="*/ 2 h 44"/>
                  <a:gd name="T8" fmla="*/ 4 w 12"/>
                  <a:gd name="T9" fmla="*/ 24 h 44"/>
                  <a:gd name="T10" fmla="*/ 0 w 12"/>
                  <a:gd name="T11" fmla="*/ 30 h 44"/>
                  <a:gd name="T12" fmla="*/ 4 w 12"/>
                  <a:gd name="T13" fmla="*/ 36 h 44"/>
                  <a:gd name="T14" fmla="*/ 4 w 12"/>
                  <a:gd name="T15" fmla="*/ 42 h 44"/>
                  <a:gd name="T16" fmla="*/ 6 w 12"/>
                  <a:gd name="T17" fmla="*/ 44 h 44"/>
                  <a:gd name="T18" fmla="*/ 8 w 12"/>
                  <a:gd name="T19" fmla="*/ 42 h 44"/>
                  <a:gd name="T20" fmla="*/ 8 w 12"/>
                  <a:gd name="T21" fmla="*/ 36 h 44"/>
                  <a:gd name="T22" fmla="*/ 12 w 12"/>
                  <a:gd name="T23" fmla="*/ 30 h 44"/>
                  <a:gd name="T24" fmla="*/ 8 w 12"/>
                  <a:gd name="T25" fmla="*/ 24 h 44"/>
                  <a:gd name="T26" fmla="*/ 6 w 12"/>
                  <a:gd name="T27" fmla="*/ 32 h 44"/>
                  <a:gd name="T28" fmla="*/ 4 w 12"/>
                  <a:gd name="T29" fmla="*/ 30 h 44"/>
                  <a:gd name="T30" fmla="*/ 6 w 12"/>
                  <a:gd name="T31" fmla="*/ 28 h 44"/>
                  <a:gd name="T32" fmla="*/ 8 w 12"/>
                  <a:gd name="T33" fmla="*/ 30 h 44"/>
                  <a:gd name="T34" fmla="*/ 6 w 12"/>
                  <a:gd name="T35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44">
                    <a:moveTo>
                      <a:pt x="8" y="24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4" y="1"/>
                      <a:pt x="4" y="2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2" y="25"/>
                      <a:pt x="0" y="27"/>
                      <a:pt x="0" y="30"/>
                    </a:cubicBezTo>
                    <a:cubicBezTo>
                      <a:pt x="0" y="33"/>
                      <a:pt x="2" y="35"/>
                      <a:pt x="4" y="36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3"/>
                      <a:pt x="5" y="44"/>
                      <a:pt x="6" y="44"/>
                    </a:cubicBezTo>
                    <a:cubicBezTo>
                      <a:pt x="7" y="44"/>
                      <a:pt x="8" y="43"/>
                      <a:pt x="8" y="4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0" y="35"/>
                      <a:pt x="12" y="33"/>
                      <a:pt x="12" y="30"/>
                    </a:cubicBezTo>
                    <a:cubicBezTo>
                      <a:pt x="12" y="27"/>
                      <a:pt x="10" y="25"/>
                      <a:pt x="8" y="24"/>
                    </a:cubicBezTo>
                    <a:close/>
                    <a:moveTo>
                      <a:pt x="6" y="32"/>
                    </a:moveTo>
                    <a:cubicBezTo>
                      <a:pt x="5" y="32"/>
                      <a:pt x="4" y="31"/>
                      <a:pt x="4" y="30"/>
                    </a:cubicBezTo>
                    <a:cubicBezTo>
                      <a:pt x="4" y="29"/>
                      <a:pt x="5" y="28"/>
                      <a:pt x="6" y="28"/>
                    </a:cubicBezTo>
                    <a:cubicBezTo>
                      <a:pt x="7" y="28"/>
                      <a:pt x="8" y="29"/>
                      <a:pt x="8" y="30"/>
                    </a:cubicBezTo>
                    <a:cubicBezTo>
                      <a:pt x="8" y="31"/>
                      <a:pt x="7" y="32"/>
                      <a:pt x="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/>
              <p:cNvSpPr>
                <a:spLocks noEditPoints="1"/>
              </p:cNvSpPr>
              <p:nvPr/>
            </p:nvSpPr>
            <p:spPr bwMode="auto">
              <a:xfrm>
                <a:off x="6983413" y="2554288"/>
                <a:ext cx="239713" cy="263525"/>
              </a:xfrm>
              <a:custGeom>
                <a:avLst/>
                <a:gdLst>
                  <a:gd name="T0" fmla="*/ 80 w 92"/>
                  <a:gd name="T1" fmla="*/ 24 h 101"/>
                  <a:gd name="T2" fmla="*/ 85 w 92"/>
                  <a:gd name="T3" fmla="*/ 19 h 101"/>
                  <a:gd name="T4" fmla="*/ 88 w 92"/>
                  <a:gd name="T5" fmla="*/ 22 h 101"/>
                  <a:gd name="T6" fmla="*/ 90 w 92"/>
                  <a:gd name="T7" fmla="*/ 19 h 101"/>
                  <a:gd name="T8" fmla="*/ 82 w 92"/>
                  <a:gd name="T9" fmla="*/ 11 h 101"/>
                  <a:gd name="T10" fmla="*/ 79 w 92"/>
                  <a:gd name="T11" fmla="*/ 13 h 101"/>
                  <a:gd name="T12" fmla="*/ 82 w 92"/>
                  <a:gd name="T13" fmla="*/ 16 h 101"/>
                  <a:gd name="T14" fmla="*/ 77 w 92"/>
                  <a:gd name="T15" fmla="*/ 21 h 101"/>
                  <a:gd name="T16" fmla="*/ 48 w 92"/>
                  <a:gd name="T17" fmla="*/ 9 h 101"/>
                  <a:gd name="T18" fmla="*/ 48 w 92"/>
                  <a:gd name="T19" fmla="*/ 4 h 101"/>
                  <a:gd name="T20" fmla="*/ 52 w 92"/>
                  <a:gd name="T21" fmla="*/ 4 h 101"/>
                  <a:gd name="T22" fmla="*/ 52 w 92"/>
                  <a:gd name="T23" fmla="*/ 0 h 101"/>
                  <a:gd name="T24" fmla="*/ 40 w 92"/>
                  <a:gd name="T25" fmla="*/ 0 h 101"/>
                  <a:gd name="T26" fmla="*/ 40 w 92"/>
                  <a:gd name="T27" fmla="*/ 4 h 101"/>
                  <a:gd name="T28" fmla="*/ 44 w 92"/>
                  <a:gd name="T29" fmla="*/ 4 h 101"/>
                  <a:gd name="T30" fmla="*/ 44 w 92"/>
                  <a:gd name="T31" fmla="*/ 9 h 101"/>
                  <a:gd name="T32" fmla="*/ 0 w 92"/>
                  <a:gd name="T33" fmla="*/ 55 h 101"/>
                  <a:gd name="T34" fmla="*/ 46 w 92"/>
                  <a:gd name="T35" fmla="*/ 101 h 101"/>
                  <a:gd name="T36" fmla="*/ 92 w 92"/>
                  <a:gd name="T37" fmla="*/ 55 h 101"/>
                  <a:gd name="T38" fmla="*/ 80 w 92"/>
                  <a:gd name="T39" fmla="*/ 24 h 101"/>
                  <a:gd name="T40" fmla="*/ 46 w 92"/>
                  <a:gd name="T41" fmla="*/ 97 h 101"/>
                  <a:gd name="T42" fmla="*/ 4 w 92"/>
                  <a:gd name="T43" fmla="*/ 55 h 101"/>
                  <a:gd name="T44" fmla="*/ 46 w 92"/>
                  <a:gd name="T45" fmla="*/ 13 h 101"/>
                  <a:gd name="T46" fmla="*/ 88 w 92"/>
                  <a:gd name="T47" fmla="*/ 55 h 101"/>
                  <a:gd name="T48" fmla="*/ 46 w 92"/>
                  <a:gd name="T49" fmla="*/ 9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2" h="101">
                    <a:moveTo>
                      <a:pt x="80" y="24"/>
                    </a:moveTo>
                    <a:cubicBezTo>
                      <a:pt x="85" y="19"/>
                      <a:pt x="85" y="19"/>
                      <a:pt x="85" y="19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77" y="21"/>
                      <a:pt x="77" y="21"/>
                      <a:pt x="77" y="21"/>
                    </a:cubicBezTo>
                    <a:cubicBezTo>
                      <a:pt x="69" y="14"/>
                      <a:pt x="59" y="10"/>
                      <a:pt x="48" y="9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20" y="10"/>
                      <a:pt x="0" y="30"/>
                      <a:pt x="0" y="55"/>
                    </a:cubicBezTo>
                    <a:cubicBezTo>
                      <a:pt x="0" y="80"/>
                      <a:pt x="21" y="101"/>
                      <a:pt x="46" y="101"/>
                    </a:cubicBezTo>
                    <a:cubicBezTo>
                      <a:pt x="71" y="101"/>
                      <a:pt x="92" y="80"/>
                      <a:pt x="92" y="55"/>
                    </a:cubicBezTo>
                    <a:cubicBezTo>
                      <a:pt x="92" y="43"/>
                      <a:pt x="87" y="32"/>
                      <a:pt x="80" y="24"/>
                    </a:cubicBezTo>
                    <a:close/>
                    <a:moveTo>
                      <a:pt x="46" y="97"/>
                    </a:moveTo>
                    <a:cubicBezTo>
                      <a:pt x="23" y="97"/>
                      <a:pt x="4" y="78"/>
                      <a:pt x="4" y="55"/>
                    </a:cubicBezTo>
                    <a:cubicBezTo>
                      <a:pt x="4" y="32"/>
                      <a:pt x="23" y="13"/>
                      <a:pt x="46" y="13"/>
                    </a:cubicBezTo>
                    <a:cubicBezTo>
                      <a:pt x="69" y="13"/>
                      <a:pt x="88" y="32"/>
                      <a:pt x="88" y="55"/>
                    </a:cubicBezTo>
                    <a:cubicBezTo>
                      <a:pt x="88" y="78"/>
                      <a:pt x="69" y="97"/>
                      <a:pt x="46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2480489" y="2779292"/>
              <a:ext cx="239713" cy="292100"/>
              <a:chOff x="1273175" y="3175000"/>
              <a:chExt cx="239713" cy="292100"/>
            </a:xfrm>
            <a:grpFill/>
          </p:grpSpPr>
          <p:sp>
            <p:nvSpPr>
              <p:cNvPr id="187" name="Oval 186"/>
              <p:cNvSpPr>
                <a:spLocks noChangeArrowheads="1"/>
              </p:cNvSpPr>
              <p:nvPr/>
            </p:nvSpPr>
            <p:spPr bwMode="auto">
              <a:xfrm>
                <a:off x="1419225" y="3403600"/>
                <a:ext cx="31750" cy="2063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/>
              <p:cNvSpPr>
                <a:spLocks noEditPoints="1"/>
              </p:cNvSpPr>
              <p:nvPr/>
            </p:nvSpPr>
            <p:spPr bwMode="auto">
              <a:xfrm>
                <a:off x="1273175" y="3175000"/>
                <a:ext cx="239713" cy="292100"/>
              </a:xfrm>
              <a:custGeom>
                <a:avLst/>
                <a:gdLst>
                  <a:gd name="T0" fmla="*/ 46 w 92"/>
                  <a:gd name="T1" fmla="*/ 76 h 112"/>
                  <a:gd name="T2" fmla="*/ 32 w 92"/>
                  <a:gd name="T3" fmla="*/ 77 h 112"/>
                  <a:gd name="T4" fmla="*/ 32 w 92"/>
                  <a:gd name="T5" fmla="*/ 46 h 112"/>
                  <a:gd name="T6" fmla="*/ 84 w 92"/>
                  <a:gd name="T7" fmla="*/ 24 h 112"/>
                  <a:gd name="T8" fmla="*/ 28 w 92"/>
                  <a:gd name="T9" fmla="*/ 0 h 112"/>
                  <a:gd name="T10" fmla="*/ 28 w 92"/>
                  <a:gd name="T11" fmla="*/ 26 h 112"/>
                  <a:gd name="T12" fmla="*/ 28 w 92"/>
                  <a:gd name="T13" fmla="*/ 77 h 112"/>
                  <a:gd name="T14" fmla="*/ 0 w 92"/>
                  <a:gd name="T15" fmla="*/ 94 h 112"/>
                  <a:gd name="T16" fmla="*/ 46 w 92"/>
                  <a:gd name="T17" fmla="*/ 112 h 112"/>
                  <a:gd name="T18" fmla="*/ 92 w 92"/>
                  <a:gd name="T19" fmla="*/ 94 h 112"/>
                  <a:gd name="T20" fmla="*/ 46 w 92"/>
                  <a:gd name="T21" fmla="*/ 76 h 112"/>
                  <a:gd name="T22" fmla="*/ 32 w 92"/>
                  <a:gd name="T23" fmla="*/ 6 h 112"/>
                  <a:gd name="T24" fmla="*/ 74 w 92"/>
                  <a:gd name="T25" fmla="*/ 24 h 112"/>
                  <a:gd name="T26" fmla="*/ 32 w 92"/>
                  <a:gd name="T27" fmla="*/ 42 h 112"/>
                  <a:gd name="T28" fmla="*/ 32 w 92"/>
                  <a:gd name="T29" fmla="*/ 6 h 112"/>
                  <a:gd name="T30" fmla="*/ 46 w 92"/>
                  <a:gd name="T31" fmla="*/ 108 h 112"/>
                  <a:gd name="T32" fmla="*/ 4 w 92"/>
                  <a:gd name="T33" fmla="*/ 94 h 112"/>
                  <a:gd name="T34" fmla="*/ 28 w 92"/>
                  <a:gd name="T35" fmla="*/ 81 h 112"/>
                  <a:gd name="T36" fmla="*/ 28 w 92"/>
                  <a:gd name="T37" fmla="*/ 88 h 112"/>
                  <a:gd name="T38" fmla="*/ 20 w 92"/>
                  <a:gd name="T39" fmla="*/ 94 h 112"/>
                  <a:gd name="T40" fmla="*/ 30 w 92"/>
                  <a:gd name="T41" fmla="*/ 100 h 112"/>
                  <a:gd name="T42" fmla="*/ 40 w 92"/>
                  <a:gd name="T43" fmla="*/ 94 h 112"/>
                  <a:gd name="T44" fmla="*/ 32 w 92"/>
                  <a:gd name="T45" fmla="*/ 88 h 112"/>
                  <a:gd name="T46" fmla="*/ 32 w 92"/>
                  <a:gd name="T47" fmla="*/ 81 h 112"/>
                  <a:gd name="T48" fmla="*/ 46 w 92"/>
                  <a:gd name="T49" fmla="*/ 80 h 112"/>
                  <a:gd name="T50" fmla="*/ 88 w 92"/>
                  <a:gd name="T51" fmla="*/ 94 h 112"/>
                  <a:gd name="T52" fmla="*/ 46 w 92"/>
                  <a:gd name="T53" fmla="*/ 10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2" h="112">
                    <a:moveTo>
                      <a:pt x="46" y="76"/>
                    </a:moveTo>
                    <a:cubicBezTo>
                      <a:pt x="41" y="76"/>
                      <a:pt x="36" y="76"/>
                      <a:pt x="32" y="7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84" y="24"/>
                      <a:pt x="84" y="24"/>
                      <a:pt x="84" y="2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12" y="80"/>
                      <a:pt x="0" y="87"/>
                      <a:pt x="0" y="94"/>
                    </a:cubicBezTo>
                    <a:cubicBezTo>
                      <a:pt x="0" y="104"/>
                      <a:pt x="21" y="112"/>
                      <a:pt x="46" y="112"/>
                    </a:cubicBezTo>
                    <a:cubicBezTo>
                      <a:pt x="71" y="112"/>
                      <a:pt x="92" y="104"/>
                      <a:pt x="92" y="94"/>
                    </a:cubicBezTo>
                    <a:cubicBezTo>
                      <a:pt x="92" y="84"/>
                      <a:pt x="71" y="76"/>
                      <a:pt x="46" y="76"/>
                    </a:cubicBezTo>
                    <a:close/>
                    <a:moveTo>
                      <a:pt x="32" y="6"/>
                    </a:moveTo>
                    <a:cubicBezTo>
                      <a:pt x="74" y="24"/>
                      <a:pt x="74" y="24"/>
                      <a:pt x="74" y="24"/>
                    </a:cubicBezTo>
                    <a:cubicBezTo>
                      <a:pt x="32" y="42"/>
                      <a:pt x="32" y="42"/>
                      <a:pt x="32" y="42"/>
                    </a:cubicBezTo>
                    <a:lnTo>
                      <a:pt x="32" y="6"/>
                    </a:lnTo>
                    <a:close/>
                    <a:moveTo>
                      <a:pt x="46" y="108"/>
                    </a:moveTo>
                    <a:cubicBezTo>
                      <a:pt x="23" y="108"/>
                      <a:pt x="4" y="102"/>
                      <a:pt x="4" y="94"/>
                    </a:cubicBezTo>
                    <a:cubicBezTo>
                      <a:pt x="4" y="88"/>
                      <a:pt x="14" y="84"/>
                      <a:pt x="28" y="81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3" y="89"/>
                      <a:pt x="20" y="91"/>
                      <a:pt x="20" y="94"/>
                    </a:cubicBezTo>
                    <a:cubicBezTo>
                      <a:pt x="20" y="97"/>
                      <a:pt x="24" y="100"/>
                      <a:pt x="30" y="100"/>
                    </a:cubicBezTo>
                    <a:cubicBezTo>
                      <a:pt x="36" y="100"/>
                      <a:pt x="40" y="97"/>
                      <a:pt x="40" y="94"/>
                    </a:cubicBezTo>
                    <a:cubicBezTo>
                      <a:pt x="40" y="91"/>
                      <a:pt x="37" y="89"/>
                      <a:pt x="32" y="8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6" y="80"/>
                      <a:pt x="41" y="80"/>
                      <a:pt x="46" y="80"/>
                    </a:cubicBezTo>
                    <a:cubicBezTo>
                      <a:pt x="69" y="80"/>
                      <a:pt x="88" y="86"/>
                      <a:pt x="88" y="94"/>
                    </a:cubicBezTo>
                    <a:cubicBezTo>
                      <a:pt x="88" y="102"/>
                      <a:pt x="69" y="108"/>
                      <a:pt x="46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0" name="Freeform 99"/>
            <p:cNvSpPr>
              <a:spLocks noEditPoints="1"/>
            </p:cNvSpPr>
            <p:nvPr/>
          </p:nvSpPr>
          <p:spPr bwMode="auto">
            <a:xfrm>
              <a:off x="9288758" y="231629"/>
              <a:ext cx="590966" cy="590964"/>
            </a:xfrm>
            <a:custGeom>
              <a:avLst/>
              <a:gdLst>
                <a:gd name="T0" fmla="*/ 16 w 96"/>
                <a:gd name="T1" fmla="*/ 83 h 96"/>
                <a:gd name="T2" fmla="*/ 16 w 96"/>
                <a:gd name="T3" fmla="*/ 84 h 96"/>
                <a:gd name="T4" fmla="*/ 16 w 96"/>
                <a:gd name="T5" fmla="*/ 96 h 96"/>
                <a:gd name="T6" fmla="*/ 12 w 96"/>
                <a:gd name="T7" fmla="*/ 87 h 96"/>
                <a:gd name="T8" fmla="*/ 4 w 96"/>
                <a:gd name="T9" fmla="*/ 89 h 96"/>
                <a:gd name="T10" fmla="*/ 0 w 96"/>
                <a:gd name="T11" fmla="*/ 84 h 96"/>
                <a:gd name="T12" fmla="*/ 13 w 96"/>
                <a:gd name="T13" fmla="*/ 80 h 96"/>
                <a:gd name="T14" fmla="*/ 17 w 96"/>
                <a:gd name="T15" fmla="*/ 76 h 96"/>
                <a:gd name="T16" fmla="*/ 8 w 96"/>
                <a:gd name="T17" fmla="*/ 72 h 96"/>
                <a:gd name="T18" fmla="*/ 43 w 96"/>
                <a:gd name="T19" fmla="*/ 51 h 96"/>
                <a:gd name="T20" fmla="*/ 40 w 96"/>
                <a:gd name="T21" fmla="*/ 48 h 96"/>
                <a:gd name="T22" fmla="*/ 48 w 96"/>
                <a:gd name="T23" fmla="*/ 56 h 96"/>
                <a:gd name="T24" fmla="*/ 24 w 96"/>
                <a:gd name="T25" fmla="*/ 75 h 96"/>
                <a:gd name="T26" fmla="*/ 24 w 96"/>
                <a:gd name="T27" fmla="*/ 88 h 96"/>
                <a:gd name="T28" fmla="*/ 20 w 96"/>
                <a:gd name="T29" fmla="*/ 79 h 96"/>
                <a:gd name="T30" fmla="*/ 8 w 96"/>
                <a:gd name="T31" fmla="*/ 44 h 96"/>
                <a:gd name="T32" fmla="*/ 96 w 96"/>
                <a:gd name="T33" fmla="*/ 44 h 96"/>
                <a:gd name="T34" fmla="*/ 28 w 96"/>
                <a:gd name="T35" fmla="*/ 81 h 96"/>
                <a:gd name="T36" fmla="*/ 28 w 96"/>
                <a:gd name="T37" fmla="*/ 76 h 96"/>
                <a:gd name="T38" fmla="*/ 92 w 96"/>
                <a:gd name="T39" fmla="*/ 44 h 96"/>
                <a:gd name="T40" fmla="*/ 12 w 96"/>
                <a:gd name="T41" fmla="*/ 44 h 96"/>
                <a:gd name="T42" fmla="*/ 20 w 96"/>
                <a:gd name="T43" fmla="*/ 68 h 96"/>
                <a:gd name="T44" fmla="*/ 15 w 96"/>
                <a:gd name="T45" fmla="*/ 68 h 96"/>
                <a:gd name="T46" fmla="*/ 40 w 96"/>
                <a:gd name="T47" fmla="*/ 44 h 96"/>
                <a:gd name="T48" fmla="*/ 64 w 96"/>
                <a:gd name="T49" fmla="*/ 44 h 96"/>
                <a:gd name="T50" fmla="*/ 51 w 96"/>
                <a:gd name="T51" fmla="*/ 56 h 96"/>
                <a:gd name="T52" fmla="*/ 53 w 96"/>
                <a:gd name="T53" fmla="*/ 52 h 96"/>
                <a:gd name="T54" fmla="*/ 52 w 96"/>
                <a:gd name="T55" fmla="*/ 36 h 96"/>
                <a:gd name="T56" fmla="*/ 40 w 96"/>
                <a:gd name="T57" fmla="*/ 45 h 96"/>
                <a:gd name="T58" fmla="*/ 28 w 96"/>
                <a:gd name="T59" fmla="*/ 59 h 96"/>
                <a:gd name="T60" fmla="*/ 52 w 96"/>
                <a:gd name="T61" fmla="*/ 16 h 96"/>
                <a:gd name="T62" fmla="*/ 52 w 96"/>
                <a:gd name="T63" fmla="*/ 72 h 96"/>
                <a:gd name="T64" fmla="*/ 40 w 96"/>
                <a:gd name="T65" fmla="*/ 65 h 96"/>
                <a:gd name="T66" fmla="*/ 76 w 96"/>
                <a:gd name="T67" fmla="*/ 44 h 96"/>
                <a:gd name="T68" fmla="*/ 28 w 96"/>
                <a:gd name="T69" fmla="*/ 44 h 96"/>
                <a:gd name="T70" fmla="*/ 28 w 96"/>
                <a:gd name="T71" fmla="*/ 5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96">
                  <a:moveTo>
                    <a:pt x="20" y="79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79"/>
                    <a:pt x="20" y="79"/>
                    <a:pt x="20" y="79"/>
                  </a:cubicBezTo>
                  <a:close/>
                  <a:moveTo>
                    <a:pt x="15" y="68"/>
                  </a:moveTo>
                  <a:cubicBezTo>
                    <a:pt x="11" y="61"/>
                    <a:pt x="8" y="53"/>
                    <a:pt x="8" y="44"/>
                  </a:cubicBezTo>
                  <a:cubicBezTo>
                    <a:pt x="8" y="20"/>
                    <a:pt x="28" y="0"/>
                    <a:pt x="52" y="0"/>
                  </a:cubicBezTo>
                  <a:cubicBezTo>
                    <a:pt x="76" y="0"/>
                    <a:pt x="96" y="20"/>
                    <a:pt x="96" y="44"/>
                  </a:cubicBezTo>
                  <a:cubicBezTo>
                    <a:pt x="96" y="68"/>
                    <a:pt x="76" y="88"/>
                    <a:pt x="52" y="88"/>
                  </a:cubicBezTo>
                  <a:cubicBezTo>
                    <a:pt x="43" y="88"/>
                    <a:pt x="35" y="85"/>
                    <a:pt x="28" y="81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5" y="81"/>
                    <a:pt x="43" y="84"/>
                    <a:pt x="52" y="84"/>
                  </a:cubicBezTo>
                  <a:cubicBezTo>
                    <a:pt x="74" y="84"/>
                    <a:pt x="92" y="66"/>
                    <a:pt x="92" y="44"/>
                  </a:cubicBezTo>
                  <a:cubicBezTo>
                    <a:pt x="92" y="22"/>
                    <a:pt x="74" y="4"/>
                    <a:pt x="52" y="4"/>
                  </a:cubicBezTo>
                  <a:cubicBezTo>
                    <a:pt x="30" y="4"/>
                    <a:pt x="12" y="22"/>
                    <a:pt x="12" y="44"/>
                  </a:cubicBezTo>
                  <a:cubicBezTo>
                    <a:pt x="12" y="53"/>
                    <a:pt x="15" y="61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8"/>
                    <a:pt x="15" y="68"/>
                    <a:pt x="15" y="68"/>
                  </a:cubicBezTo>
                  <a:close/>
                  <a:moveTo>
                    <a:pt x="40" y="45"/>
                  </a:move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45" y="32"/>
                    <a:pt x="52" y="32"/>
                  </a:cubicBezTo>
                  <a:cubicBezTo>
                    <a:pt x="59" y="32"/>
                    <a:pt x="64" y="37"/>
                    <a:pt x="64" y="44"/>
                  </a:cubicBezTo>
                  <a:cubicBezTo>
                    <a:pt x="64" y="51"/>
                    <a:pt x="59" y="56"/>
                    <a:pt x="52" y="56"/>
                  </a:cubicBezTo>
                  <a:cubicBezTo>
                    <a:pt x="52" y="56"/>
                    <a:pt x="52" y="56"/>
                    <a:pt x="51" y="56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7" y="52"/>
                    <a:pt x="60" y="48"/>
                    <a:pt x="60" y="44"/>
                  </a:cubicBezTo>
                  <a:cubicBezTo>
                    <a:pt x="60" y="40"/>
                    <a:pt x="56" y="36"/>
                    <a:pt x="52" y="36"/>
                  </a:cubicBezTo>
                  <a:cubicBezTo>
                    <a:pt x="48" y="36"/>
                    <a:pt x="44" y="39"/>
                    <a:pt x="44" y="43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  <a:moveTo>
                    <a:pt x="28" y="59"/>
                  </a:moveTo>
                  <a:cubicBezTo>
                    <a:pt x="26" y="55"/>
                    <a:pt x="24" y="50"/>
                    <a:pt x="24" y="44"/>
                  </a:cubicBezTo>
                  <a:cubicBezTo>
                    <a:pt x="24" y="29"/>
                    <a:pt x="37" y="16"/>
                    <a:pt x="52" y="16"/>
                  </a:cubicBezTo>
                  <a:cubicBezTo>
                    <a:pt x="67" y="16"/>
                    <a:pt x="80" y="29"/>
                    <a:pt x="80" y="44"/>
                  </a:cubicBezTo>
                  <a:cubicBezTo>
                    <a:pt x="80" y="59"/>
                    <a:pt x="67" y="72"/>
                    <a:pt x="52" y="72"/>
                  </a:cubicBezTo>
                  <a:cubicBezTo>
                    <a:pt x="46" y="72"/>
                    <a:pt x="41" y="70"/>
                    <a:pt x="37" y="68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3" y="67"/>
                    <a:pt x="48" y="68"/>
                    <a:pt x="52" y="68"/>
                  </a:cubicBezTo>
                  <a:cubicBezTo>
                    <a:pt x="65" y="68"/>
                    <a:pt x="76" y="57"/>
                    <a:pt x="76" y="44"/>
                  </a:cubicBezTo>
                  <a:cubicBezTo>
                    <a:pt x="76" y="31"/>
                    <a:pt x="65" y="20"/>
                    <a:pt x="52" y="20"/>
                  </a:cubicBezTo>
                  <a:cubicBezTo>
                    <a:pt x="39" y="20"/>
                    <a:pt x="28" y="31"/>
                    <a:pt x="28" y="44"/>
                  </a:cubicBezTo>
                  <a:cubicBezTo>
                    <a:pt x="28" y="48"/>
                    <a:pt x="29" y="53"/>
                    <a:pt x="31" y="56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2623073" y="5695915"/>
              <a:ext cx="636112" cy="640528"/>
              <a:chOff x="1908175" y="3841750"/>
              <a:chExt cx="228600" cy="230187"/>
            </a:xfrm>
            <a:grpFill/>
          </p:grpSpPr>
          <p:sp>
            <p:nvSpPr>
              <p:cNvPr id="184" name="Freeform 183"/>
              <p:cNvSpPr>
                <a:spLocks noEditPoints="1"/>
              </p:cNvSpPr>
              <p:nvPr/>
            </p:nvSpPr>
            <p:spPr bwMode="auto">
              <a:xfrm>
                <a:off x="1990725" y="3925888"/>
                <a:ext cx="63500" cy="61912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/>
              <p:cNvSpPr>
                <a:spLocks noEditPoints="1"/>
              </p:cNvSpPr>
              <p:nvPr/>
            </p:nvSpPr>
            <p:spPr bwMode="auto">
              <a:xfrm>
                <a:off x="1908175" y="3841750"/>
                <a:ext cx="228600" cy="230187"/>
              </a:xfrm>
              <a:custGeom>
                <a:avLst/>
                <a:gdLst>
                  <a:gd name="T0" fmla="*/ 44 w 88"/>
                  <a:gd name="T1" fmla="*/ 0 h 88"/>
                  <a:gd name="T2" fmla="*/ 0 w 88"/>
                  <a:gd name="T3" fmla="*/ 44 h 88"/>
                  <a:gd name="T4" fmla="*/ 44 w 88"/>
                  <a:gd name="T5" fmla="*/ 88 h 88"/>
                  <a:gd name="T6" fmla="*/ 88 w 88"/>
                  <a:gd name="T7" fmla="*/ 44 h 88"/>
                  <a:gd name="T8" fmla="*/ 44 w 88"/>
                  <a:gd name="T9" fmla="*/ 0 h 88"/>
                  <a:gd name="T10" fmla="*/ 44 w 88"/>
                  <a:gd name="T11" fmla="*/ 84 h 88"/>
                  <a:gd name="T12" fmla="*/ 4 w 88"/>
                  <a:gd name="T13" fmla="*/ 44 h 88"/>
                  <a:gd name="T14" fmla="*/ 44 w 88"/>
                  <a:gd name="T15" fmla="*/ 4 h 88"/>
                  <a:gd name="T16" fmla="*/ 84 w 88"/>
                  <a:gd name="T17" fmla="*/ 44 h 88"/>
                  <a:gd name="T18" fmla="*/ 44 w 88"/>
                  <a:gd name="T19" fmla="*/ 8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8"/>
                      <a:pt x="44" y="88"/>
                    </a:cubicBezTo>
                    <a:cubicBezTo>
                      <a:pt x="68" y="88"/>
                      <a:pt x="88" y="68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44" y="84"/>
                    </a:moveTo>
                    <a:cubicBezTo>
                      <a:pt x="22" y="84"/>
                      <a:pt x="4" y="66"/>
                      <a:pt x="4" y="44"/>
                    </a:cubicBezTo>
                    <a:cubicBezTo>
                      <a:pt x="4" y="22"/>
                      <a:pt x="22" y="4"/>
                      <a:pt x="44" y="4"/>
                    </a:cubicBezTo>
                    <a:cubicBezTo>
                      <a:pt x="66" y="4"/>
                      <a:pt x="84" y="22"/>
                      <a:pt x="84" y="44"/>
                    </a:cubicBezTo>
                    <a:cubicBezTo>
                      <a:pt x="84" y="66"/>
                      <a:pt x="66" y="84"/>
                      <a:pt x="44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/>
              <p:cNvSpPr>
                <a:spLocks noEditPoints="1"/>
              </p:cNvSpPr>
              <p:nvPr/>
            </p:nvSpPr>
            <p:spPr bwMode="auto">
              <a:xfrm>
                <a:off x="1949450" y="3884613"/>
                <a:ext cx="146050" cy="146050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2 h 56"/>
                  <a:gd name="T12" fmla="*/ 4 w 56"/>
                  <a:gd name="T13" fmla="*/ 28 h 56"/>
                  <a:gd name="T14" fmla="*/ 28 w 56"/>
                  <a:gd name="T15" fmla="*/ 4 h 56"/>
                  <a:gd name="T16" fmla="*/ 52 w 56"/>
                  <a:gd name="T17" fmla="*/ 28 h 56"/>
                  <a:gd name="T18" fmla="*/ 28 w 56"/>
                  <a:gd name="T19" fmla="*/ 5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2"/>
                    </a:moveTo>
                    <a:cubicBezTo>
                      <a:pt x="15" y="52"/>
                      <a:pt x="4" y="41"/>
                      <a:pt x="4" y="28"/>
                    </a:cubicBezTo>
                    <a:cubicBezTo>
                      <a:pt x="4" y="15"/>
                      <a:pt x="15" y="4"/>
                      <a:pt x="28" y="4"/>
                    </a:cubicBezTo>
                    <a:cubicBezTo>
                      <a:pt x="41" y="4"/>
                      <a:pt x="52" y="15"/>
                      <a:pt x="52" y="28"/>
                    </a:cubicBezTo>
                    <a:cubicBezTo>
                      <a:pt x="52" y="41"/>
                      <a:pt x="41" y="52"/>
                      <a:pt x="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51"/>
            <p:cNvSpPr>
              <a:spLocks noEditPoints="1"/>
            </p:cNvSpPr>
            <p:nvPr/>
          </p:nvSpPr>
          <p:spPr bwMode="auto">
            <a:xfrm>
              <a:off x="8087826" y="2246792"/>
              <a:ext cx="100260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6 w 176"/>
                <a:gd name="T13" fmla="*/ 149 h 176"/>
                <a:gd name="T14" fmla="*/ 64 w 176"/>
                <a:gd name="T15" fmla="*/ 131 h 176"/>
                <a:gd name="T16" fmla="*/ 77 w 176"/>
                <a:gd name="T17" fmla="*/ 102 h 176"/>
                <a:gd name="T18" fmla="*/ 73 w 176"/>
                <a:gd name="T19" fmla="*/ 95 h 176"/>
                <a:gd name="T20" fmla="*/ 64 w 176"/>
                <a:gd name="T21" fmla="*/ 59 h 176"/>
                <a:gd name="T22" fmla="*/ 84 w 176"/>
                <a:gd name="T23" fmla="*/ 35 h 176"/>
                <a:gd name="T24" fmla="*/ 96 w 176"/>
                <a:gd name="T25" fmla="*/ 33 h 176"/>
                <a:gd name="T26" fmla="*/ 100 w 176"/>
                <a:gd name="T27" fmla="*/ 32 h 176"/>
                <a:gd name="T28" fmla="*/ 116 w 176"/>
                <a:gd name="T29" fmla="*/ 60 h 176"/>
                <a:gd name="T30" fmla="*/ 108 w 176"/>
                <a:gd name="T31" fmla="*/ 94 h 176"/>
                <a:gd name="T32" fmla="*/ 104 w 176"/>
                <a:gd name="T33" fmla="*/ 102 h 176"/>
                <a:gd name="T34" fmla="*/ 102 w 176"/>
                <a:gd name="T35" fmla="*/ 117 h 176"/>
                <a:gd name="T36" fmla="*/ 120 w 176"/>
                <a:gd name="T37" fmla="*/ 133 h 176"/>
                <a:gd name="T38" fmla="*/ 141 w 176"/>
                <a:gd name="T39" fmla="*/ 148 h 176"/>
                <a:gd name="T40" fmla="*/ 88 w 176"/>
                <a:gd name="T41" fmla="*/ 168 h 176"/>
                <a:gd name="T42" fmla="*/ 146 w 176"/>
                <a:gd name="T43" fmla="*/ 143 h 176"/>
                <a:gd name="T44" fmla="*/ 123 w 176"/>
                <a:gd name="T45" fmla="*/ 126 h 176"/>
                <a:gd name="T46" fmla="*/ 110 w 176"/>
                <a:gd name="T47" fmla="*/ 115 h 176"/>
                <a:gd name="T48" fmla="*/ 111 w 176"/>
                <a:gd name="T49" fmla="*/ 105 h 176"/>
                <a:gd name="T50" fmla="*/ 115 w 176"/>
                <a:gd name="T51" fmla="*/ 98 h 176"/>
                <a:gd name="T52" fmla="*/ 124 w 176"/>
                <a:gd name="T53" fmla="*/ 60 h 176"/>
                <a:gd name="T54" fmla="*/ 100 w 176"/>
                <a:gd name="T55" fmla="*/ 24 h 176"/>
                <a:gd name="T56" fmla="*/ 93 w 176"/>
                <a:gd name="T57" fmla="*/ 25 h 176"/>
                <a:gd name="T58" fmla="*/ 84 w 176"/>
                <a:gd name="T59" fmla="*/ 27 h 176"/>
                <a:gd name="T60" fmla="*/ 56 w 176"/>
                <a:gd name="T61" fmla="*/ 59 h 176"/>
                <a:gd name="T62" fmla="*/ 66 w 176"/>
                <a:gd name="T63" fmla="*/ 99 h 176"/>
                <a:gd name="T64" fmla="*/ 69 w 176"/>
                <a:gd name="T65" fmla="*/ 105 h 176"/>
                <a:gd name="T66" fmla="*/ 61 w 176"/>
                <a:gd name="T67" fmla="*/ 124 h 176"/>
                <a:gd name="T68" fmla="*/ 30 w 176"/>
                <a:gd name="T69" fmla="*/ 143 h 176"/>
                <a:gd name="T70" fmla="*/ 8 w 176"/>
                <a:gd name="T71" fmla="*/ 88 h 176"/>
                <a:gd name="T72" fmla="*/ 88 w 176"/>
                <a:gd name="T73" fmla="*/ 8 h 176"/>
                <a:gd name="T74" fmla="*/ 168 w 176"/>
                <a:gd name="T75" fmla="*/ 88 h 176"/>
                <a:gd name="T76" fmla="*/ 146 w 176"/>
                <a:gd name="T77" fmla="*/ 14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8" y="168"/>
                    <a:pt x="50" y="161"/>
                    <a:pt x="36" y="149"/>
                  </a:cubicBezTo>
                  <a:cubicBezTo>
                    <a:pt x="47" y="139"/>
                    <a:pt x="52" y="137"/>
                    <a:pt x="64" y="131"/>
                  </a:cubicBezTo>
                  <a:cubicBezTo>
                    <a:pt x="78" y="125"/>
                    <a:pt x="82" y="114"/>
                    <a:pt x="77" y="102"/>
                  </a:cubicBezTo>
                  <a:cubicBezTo>
                    <a:pt x="76" y="99"/>
                    <a:pt x="74" y="97"/>
                    <a:pt x="73" y="95"/>
                  </a:cubicBezTo>
                  <a:cubicBezTo>
                    <a:pt x="69" y="87"/>
                    <a:pt x="64" y="79"/>
                    <a:pt x="64" y="59"/>
                  </a:cubicBezTo>
                  <a:cubicBezTo>
                    <a:pt x="64" y="35"/>
                    <a:pt x="75" y="35"/>
                    <a:pt x="84" y="35"/>
                  </a:cubicBezTo>
                  <a:cubicBezTo>
                    <a:pt x="90" y="35"/>
                    <a:pt x="93" y="34"/>
                    <a:pt x="96" y="33"/>
                  </a:cubicBezTo>
                  <a:cubicBezTo>
                    <a:pt x="97" y="32"/>
                    <a:pt x="98" y="32"/>
                    <a:pt x="100" y="32"/>
                  </a:cubicBezTo>
                  <a:cubicBezTo>
                    <a:pt x="108" y="32"/>
                    <a:pt x="116" y="39"/>
                    <a:pt x="116" y="60"/>
                  </a:cubicBezTo>
                  <a:cubicBezTo>
                    <a:pt x="116" y="81"/>
                    <a:pt x="113" y="86"/>
                    <a:pt x="108" y="94"/>
                  </a:cubicBezTo>
                  <a:cubicBezTo>
                    <a:pt x="107" y="96"/>
                    <a:pt x="105" y="99"/>
                    <a:pt x="104" y="102"/>
                  </a:cubicBezTo>
                  <a:cubicBezTo>
                    <a:pt x="101" y="107"/>
                    <a:pt x="101" y="112"/>
                    <a:pt x="102" y="117"/>
                  </a:cubicBezTo>
                  <a:cubicBezTo>
                    <a:pt x="105" y="123"/>
                    <a:pt x="110" y="128"/>
                    <a:pt x="120" y="133"/>
                  </a:cubicBezTo>
                  <a:cubicBezTo>
                    <a:pt x="128" y="137"/>
                    <a:pt x="136" y="144"/>
                    <a:pt x="141" y="148"/>
                  </a:cubicBezTo>
                  <a:cubicBezTo>
                    <a:pt x="127" y="160"/>
                    <a:pt x="108" y="168"/>
                    <a:pt x="88" y="168"/>
                  </a:cubicBezTo>
                  <a:moveTo>
                    <a:pt x="146" y="143"/>
                  </a:moveTo>
                  <a:cubicBezTo>
                    <a:pt x="142" y="138"/>
                    <a:pt x="132" y="130"/>
                    <a:pt x="123" y="126"/>
                  </a:cubicBezTo>
                  <a:cubicBezTo>
                    <a:pt x="116" y="122"/>
                    <a:pt x="111" y="118"/>
                    <a:pt x="110" y="115"/>
                  </a:cubicBezTo>
                  <a:cubicBezTo>
                    <a:pt x="109" y="112"/>
                    <a:pt x="109" y="109"/>
                    <a:pt x="111" y="105"/>
                  </a:cubicBezTo>
                  <a:cubicBezTo>
                    <a:pt x="113" y="102"/>
                    <a:pt x="114" y="100"/>
                    <a:pt x="115" y="98"/>
                  </a:cubicBezTo>
                  <a:cubicBezTo>
                    <a:pt x="120" y="89"/>
                    <a:pt x="124" y="83"/>
                    <a:pt x="124" y="60"/>
                  </a:cubicBezTo>
                  <a:cubicBezTo>
                    <a:pt x="124" y="26"/>
                    <a:pt x="104" y="24"/>
                    <a:pt x="100" y="24"/>
                  </a:cubicBezTo>
                  <a:cubicBezTo>
                    <a:pt x="97" y="24"/>
                    <a:pt x="95" y="25"/>
                    <a:pt x="93" y="25"/>
                  </a:cubicBezTo>
                  <a:cubicBezTo>
                    <a:pt x="91" y="26"/>
                    <a:pt x="89" y="27"/>
                    <a:pt x="84" y="27"/>
                  </a:cubicBezTo>
                  <a:cubicBezTo>
                    <a:pt x="75" y="27"/>
                    <a:pt x="56" y="28"/>
                    <a:pt x="56" y="59"/>
                  </a:cubicBezTo>
                  <a:cubicBezTo>
                    <a:pt x="56" y="81"/>
                    <a:pt x="62" y="91"/>
                    <a:pt x="66" y="99"/>
                  </a:cubicBezTo>
                  <a:cubicBezTo>
                    <a:pt x="67" y="101"/>
                    <a:pt x="68" y="103"/>
                    <a:pt x="69" y="105"/>
                  </a:cubicBezTo>
                  <a:cubicBezTo>
                    <a:pt x="73" y="114"/>
                    <a:pt x="70" y="120"/>
                    <a:pt x="61" y="124"/>
                  </a:cubicBezTo>
                  <a:cubicBezTo>
                    <a:pt x="48" y="130"/>
                    <a:pt x="42" y="132"/>
                    <a:pt x="30" y="143"/>
                  </a:cubicBezTo>
                  <a:cubicBezTo>
                    <a:pt x="16" y="129"/>
                    <a:pt x="8" y="109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09"/>
                    <a:pt x="160" y="128"/>
                    <a:pt x="146" y="1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3" name="Freeform 152"/>
            <p:cNvSpPr>
              <a:spLocks noEditPoints="1"/>
            </p:cNvSpPr>
            <p:nvPr/>
          </p:nvSpPr>
          <p:spPr bwMode="auto">
            <a:xfrm>
              <a:off x="608526" y="399766"/>
              <a:ext cx="100747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8 w 176"/>
                <a:gd name="T13" fmla="*/ 151 h 176"/>
                <a:gd name="T14" fmla="*/ 64 w 176"/>
                <a:gd name="T15" fmla="*/ 133 h 176"/>
                <a:gd name="T16" fmla="*/ 74 w 176"/>
                <a:gd name="T17" fmla="*/ 124 h 176"/>
                <a:gd name="T18" fmla="*/ 71 w 176"/>
                <a:gd name="T19" fmla="*/ 116 h 176"/>
                <a:gd name="T20" fmla="*/ 67 w 176"/>
                <a:gd name="T21" fmla="*/ 115 h 176"/>
                <a:gd name="T22" fmla="*/ 50 w 176"/>
                <a:gd name="T23" fmla="*/ 112 h 176"/>
                <a:gd name="T24" fmla="*/ 56 w 176"/>
                <a:gd name="T25" fmla="*/ 72 h 176"/>
                <a:gd name="T26" fmla="*/ 90 w 176"/>
                <a:gd name="T27" fmla="*/ 32 h 176"/>
                <a:gd name="T28" fmla="*/ 120 w 176"/>
                <a:gd name="T29" fmla="*/ 74 h 176"/>
                <a:gd name="T30" fmla="*/ 126 w 176"/>
                <a:gd name="T31" fmla="*/ 111 h 176"/>
                <a:gd name="T32" fmla="*/ 107 w 176"/>
                <a:gd name="T33" fmla="*/ 114 h 176"/>
                <a:gd name="T34" fmla="*/ 103 w 176"/>
                <a:gd name="T35" fmla="*/ 116 h 176"/>
                <a:gd name="T36" fmla="*/ 111 w 176"/>
                <a:gd name="T37" fmla="*/ 132 h 176"/>
                <a:gd name="T38" fmla="*/ 137 w 176"/>
                <a:gd name="T39" fmla="*/ 151 h 176"/>
                <a:gd name="T40" fmla="*/ 88 w 176"/>
                <a:gd name="T41" fmla="*/ 168 h 176"/>
                <a:gd name="T42" fmla="*/ 143 w 176"/>
                <a:gd name="T43" fmla="*/ 146 h 176"/>
                <a:gd name="T44" fmla="*/ 115 w 176"/>
                <a:gd name="T45" fmla="*/ 125 h 176"/>
                <a:gd name="T46" fmla="*/ 111 w 176"/>
                <a:gd name="T47" fmla="*/ 122 h 176"/>
                <a:gd name="T48" fmla="*/ 135 w 176"/>
                <a:gd name="T49" fmla="*/ 116 h 176"/>
                <a:gd name="T50" fmla="*/ 137 w 176"/>
                <a:gd name="T51" fmla="*/ 112 h 176"/>
                <a:gd name="T52" fmla="*/ 135 w 176"/>
                <a:gd name="T53" fmla="*/ 109 h 176"/>
                <a:gd name="T54" fmla="*/ 128 w 176"/>
                <a:gd name="T55" fmla="*/ 74 h 176"/>
                <a:gd name="T56" fmla="*/ 90 w 176"/>
                <a:gd name="T57" fmla="*/ 24 h 176"/>
                <a:gd name="T58" fmla="*/ 48 w 176"/>
                <a:gd name="T59" fmla="*/ 72 h 176"/>
                <a:gd name="T60" fmla="*/ 42 w 176"/>
                <a:gd name="T61" fmla="*/ 109 h 176"/>
                <a:gd name="T62" fmla="*/ 39 w 176"/>
                <a:gd name="T63" fmla="*/ 112 h 176"/>
                <a:gd name="T64" fmla="*/ 41 w 176"/>
                <a:gd name="T65" fmla="*/ 116 h 176"/>
                <a:gd name="T66" fmla="*/ 66 w 176"/>
                <a:gd name="T67" fmla="*/ 123 h 176"/>
                <a:gd name="T68" fmla="*/ 62 w 176"/>
                <a:gd name="T69" fmla="*/ 125 h 176"/>
                <a:gd name="T70" fmla="*/ 32 w 176"/>
                <a:gd name="T71" fmla="*/ 145 h 176"/>
                <a:gd name="T72" fmla="*/ 8 w 176"/>
                <a:gd name="T73" fmla="*/ 88 h 176"/>
                <a:gd name="T74" fmla="*/ 88 w 176"/>
                <a:gd name="T75" fmla="*/ 8 h 176"/>
                <a:gd name="T76" fmla="*/ 168 w 176"/>
                <a:gd name="T77" fmla="*/ 88 h 176"/>
                <a:gd name="T78" fmla="*/ 143 w 176"/>
                <a:gd name="T79" fmla="*/ 14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9" y="168"/>
                    <a:pt x="52" y="161"/>
                    <a:pt x="38" y="151"/>
                  </a:cubicBezTo>
                  <a:cubicBezTo>
                    <a:pt x="44" y="143"/>
                    <a:pt x="55" y="136"/>
                    <a:pt x="64" y="133"/>
                  </a:cubicBezTo>
                  <a:cubicBezTo>
                    <a:pt x="70" y="131"/>
                    <a:pt x="73" y="128"/>
                    <a:pt x="74" y="124"/>
                  </a:cubicBezTo>
                  <a:cubicBezTo>
                    <a:pt x="75" y="119"/>
                    <a:pt x="72" y="116"/>
                    <a:pt x="71" y="116"/>
                  </a:cubicBezTo>
                  <a:cubicBezTo>
                    <a:pt x="70" y="115"/>
                    <a:pt x="69" y="114"/>
                    <a:pt x="67" y="115"/>
                  </a:cubicBezTo>
                  <a:cubicBezTo>
                    <a:pt x="67" y="115"/>
                    <a:pt x="60" y="117"/>
                    <a:pt x="50" y="112"/>
                  </a:cubicBezTo>
                  <a:cubicBezTo>
                    <a:pt x="53" y="106"/>
                    <a:pt x="56" y="95"/>
                    <a:pt x="56" y="72"/>
                  </a:cubicBezTo>
                  <a:cubicBezTo>
                    <a:pt x="56" y="35"/>
                    <a:pt x="72" y="32"/>
                    <a:pt x="90" y="32"/>
                  </a:cubicBezTo>
                  <a:cubicBezTo>
                    <a:pt x="103" y="32"/>
                    <a:pt x="120" y="36"/>
                    <a:pt x="120" y="74"/>
                  </a:cubicBezTo>
                  <a:cubicBezTo>
                    <a:pt x="120" y="95"/>
                    <a:pt x="123" y="106"/>
                    <a:pt x="126" y="111"/>
                  </a:cubicBezTo>
                  <a:cubicBezTo>
                    <a:pt x="122" y="113"/>
                    <a:pt x="115" y="115"/>
                    <a:pt x="107" y="114"/>
                  </a:cubicBezTo>
                  <a:cubicBezTo>
                    <a:pt x="105" y="114"/>
                    <a:pt x="103" y="115"/>
                    <a:pt x="103" y="116"/>
                  </a:cubicBezTo>
                  <a:cubicBezTo>
                    <a:pt x="101" y="120"/>
                    <a:pt x="101" y="128"/>
                    <a:pt x="111" y="132"/>
                  </a:cubicBezTo>
                  <a:cubicBezTo>
                    <a:pt x="120" y="136"/>
                    <a:pt x="129" y="141"/>
                    <a:pt x="137" y="151"/>
                  </a:cubicBezTo>
                  <a:cubicBezTo>
                    <a:pt x="124" y="162"/>
                    <a:pt x="107" y="168"/>
                    <a:pt x="88" y="168"/>
                  </a:cubicBezTo>
                  <a:moveTo>
                    <a:pt x="143" y="146"/>
                  </a:moveTo>
                  <a:cubicBezTo>
                    <a:pt x="135" y="135"/>
                    <a:pt x="124" y="129"/>
                    <a:pt x="115" y="125"/>
                  </a:cubicBezTo>
                  <a:cubicBezTo>
                    <a:pt x="113" y="124"/>
                    <a:pt x="112" y="123"/>
                    <a:pt x="111" y="122"/>
                  </a:cubicBezTo>
                  <a:cubicBezTo>
                    <a:pt x="124" y="122"/>
                    <a:pt x="135" y="116"/>
                    <a:pt x="135" y="116"/>
                  </a:cubicBezTo>
                  <a:cubicBezTo>
                    <a:pt x="136" y="115"/>
                    <a:pt x="137" y="113"/>
                    <a:pt x="137" y="112"/>
                  </a:cubicBezTo>
                  <a:cubicBezTo>
                    <a:pt x="137" y="110"/>
                    <a:pt x="136" y="109"/>
                    <a:pt x="135" y="109"/>
                  </a:cubicBezTo>
                  <a:cubicBezTo>
                    <a:pt x="134" y="108"/>
                    <a:pt x="128" y="103"/>
                    <a:pt x="128" y="74"/>
                  </a:cubicBezTo>
                  <a:cubicBezTo>
                    <a:pt x="128" y="41"/>
                    <a:pt x="115" y="24"/>
                    <a:pt x="90" y="24"/>
                  </a:cubicBezTo>
                  <a:cubicBezTo>
                    <a:pt x="69" y="24"/>
                    <a:pt x="48" y="30"/>
                    <a:pt x="48" y="72"/>
                  </a:cubicBezTo>
                  <a:cubicBezTo>
                    <a:pt x="48" y="102"/>
                    <a:pt x="43" y="108"/>
                    <a:pt x="42" y="109"/>
                  </a:cubicBezTo>
                  <a:cubicBezTo>
                    <a:pt x="40" y="109"/>
                    <a:pt x="39" y="110"/>
                    <a:pt x="39" y="112"/>
                  </a:cubicBezTo>
                  <a:cubicBezTo>
                    <a:pt x="39" y="114"/>
                    <a:pt x="39" y="115"/>
                    <a:pt x="41" y="116"/>
                  </a:cubicBezTo>
                  <a:cubicBezTo>
                    <a:pt x="52" y="123"/>
                    <a:pt x="61" y="123"/>
                    <a:pt x="66" y="123"/>
                  </a:cubicBezTo>
                  <a:cubicBezTo>
                    <a:pt x="65" y="123"/>
                    <a:pt x="64" y="124"/>
                    <a:pt x="62" y="125"/>
                  </a:cubicBezTo>
                  <a:cubicBezTo>
                    <a:pt x="51" y="129"/>
                    <a:pt x="39" y="137"/>
                    <a:pt x="32" y="145"/>
                  </a:cubicBezTo>
                  <a:cubicBezTo>
                    <a:pt x="17" y="131"/>
                    <a:pt x="8" y="110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11"/>
                    <a:pt x="159" y="131"/>
                    <a:pt x="143" y="14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 153"/>
            <p:cNvSpPr>
              <a:spLocks noEditPoints="1"/>
            </p:cNvSpPr>
            <p:nvPr/>
          </p:nvSpPr>
          <p:spPr bwMode="auto">
            <a:xfrm>
              <a:off x="1519359" y="3906624"/>
              <a:ext cx="1002610" cy="910140"/>
            </a:xfrm>
            <a:custGeom>
              <a:avLst/>
              <a:gdLst>
                <a:gd name="T0" fmla="*/ 132 w 176"/>
                <a:gd name="T1" fmla="*/ 98 h 160"/>
                <a:gd name="T2" fmla="*/ 143 w 176"/>
                <a:gd name="T3" fmla="*/ 60 h 160"/>
                <a:gd name="T4" fmla="*/ 131 w 176"/>
                <a:gd name="T5" fmla="*/ 11 h 160"/>
                <a:gd name="T6" fmla="*/ 104 w 176"/>
                <a:gd name="T7" fmla="*/ 11 h 160"/>
                <a:gd name="T8" fmla="*/ 107 w 176"/>
                <a:gd name="T9" fmla="*/ 18 h 160"/>
                <a:gd name="T10" fmla="*/ 127 w 176"/>
                <a:gd name="T11" fmla="*/ 18 h 160"/>
                <a:gd name="T12" fmla="*/ 137 w 176"/>
                <a:gd name="T13" fmla="*/ 55 h 160"/>
                <a:gd name="T14" fmla="*/ 136 w 176"/>
                <a:gd name="T15" fmla="*/ 72 h 160"/>
                <a:gd name="T16" fmla="*/ 134 w 176"/>
                <a:gd name="T17" fmla="*/ 74 h 160"/>
                <a:gd name="T18" fmla="*/ 145 w 176"/>
                <a:gd name="T19" fmla="*/ 125 h 160"/>
                <a:gd name="T20" fmla="*/ 142 w 176"/>
                <a:gd name="T21" fmla="*/ 144 h 160"/>
                <a:gd name="T22" fmla="*/ 172 w 176"/>
                <a:gd name="T23" fmla="*/ 152 h 160"/>
                <a:gd name="T24" fmla="*/ 147 w 176"/>
                <a:gd name="T25" fmla="*/ 117 h 160"/>
                <a:gd name="T26" fmla="*/ 88 w 176"/>
                <a:gd name="T27" fmla="*/ 101 h 160"/>
                <a:gd name="T28" fmla="*/ 99 w 176"/>
                <a:gd name="T29" fmla="*/ 58 h 160"/>
                <a:gd name="T30" fmla="*/ 86 w 176"/>
                <a:gd name="T31" fmla="*/ 3 h 160"/>
                <a:gd name="T32" fmla="*/ 55 w 176"/>
                <a:gd name="T33" fmla="*/ 5 h 160"/>
                <a:gd name="T34" fmla="*/ 37 w 176"/>
                <a:gd name="T35" fmla="*/ 57 h 160"/>
                <a:gd name="T36" fmla="*/ 48 w 176"/>
                <a:gd name="T37" fmla="*/ 101 h 160"/>
                <a:gd name="T38" fmla="*/ 0 w 176"/>
                <a:gd name="T39" fmla="*/ 156 h 160"/>
                <a:gd name="T40" fmla="*/ 132 w 176"/>
                <a:gd name="T41" fmla="*/ 160 h 160"/>
                <a:gd name="T42" fmla="*/ 104 w 176"/>
                <a:gd name="T43" fmla="*/ 121 h 160"/>
                <a:gd name="T44" fmla="*/ 34 w 176"/>
                <a:gd name="T45" fmla="*/ 129 h 160"/>
                <a:gd name="T46" fmla="*/ 46 w 176"/>
                <a:gd name="T47" fmla="*/ 74 h 160"/>
                <a:gd name="T48" fmla="*/ 45 w 176"/>
                <a:gd name="T49" fmla="*/ 72 h 160"/>
                <a:gd name="T50" fmla="*/ 45 w 176"/>
                <a:gd name="T51" fmla="*/ 54 h 160"/>
                <a:gd name="T52" fmla="*/ 58 w 176"/>
                <a:gd name="T53" fmla="*/ 12 h 160"/>
                <a:gd name="T54" fmla="*/ 74 w 176"/>
                <a:gd name="T55" fmla="*/ 8 h 160"/>
                <a:gd name="T56" fmla="*/ 92 w 176"/>
                <a:gd name="T57" fmla="*/ 24 h 160"/>
                <a:gd name="T58" fmla="*/ 91 w 176"/>
                <a:gd name="T59" fmla="*/ 60 h 160"/>
                <a:gd name="T60" fmla="*/ 91 w 176"/>
                <a:gd name="T61" fmla="*/ 72 h 160"/>
                <a:gd name="T62" fmla="*/ 80 w 176"/>
                <a:gd name="T63" fmla="*/ 101 h 160"/>
                <a:gd name="T64" fmla="*/ 128 w 176"/>
                <a:gd name="T65" fmla="*/ 15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6" h="160">
                  <a:moveTo>
                    <a:pt x="147" y="117"/>
                  </a:moveTo>
                  <a:cubicBezTo>
                    <a:pt x="147" y="117"/>
                    <a:pt x="132" y="113"/>
                    <a:pt x="132" y="98"/>
                  </a:cubicBezTo>
                  <a:cubicBezTo>
                    <a:pt x="132" y="85"/>
                    <a:pt x="139" y="81"/>
                    <a:pt x="142" y="77"/>
                  </a:cubicBezTo>
                  <a:cubicBezTo>
                    <a:pt x="142" y="77"/>
                    <a:pt x="146" y="73"/>
                    <a:pt x="143" y="60"/>
                  </a:cubicBezTo>
                  <a:cubicBezTo>
                    <a:pt x="149" y="53"/>
                    <a:pt x="150" y="40"/>
                    <a:pt x="144" y="27"/>
                  </a:cubicBezTo>
                  <a:cubicBezTo>
                    <a:pt x="140" y="18"/>
                    <a:pt x="136" y="13"/>
                    <a:pt x="131" y="11"/>
                  </a:cubicBezTo>
                  <a:cubicBezTo>
                    <a:pt x="127" y="9"/>
                    <a:pt x="123" y="8"/>
                    <a:pt x="119" y="8"/>
                  </a:cubicBezTo>
                  <a:cubicBezTo>
                    <a:pt x="113" y="8"/>
                    <a:pt x="107" y="10"/>
                    <a:pt x="104" y="11"/>
                  </a:cubicBezTo>
                  <a:cubicBezTo>
                    <a:pt x="105" y="13"/>
                    <a:pt x="106" y="15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9" y="17"/>
                    <a:pt x="114" y="16"/>
                    <a:pt x="119" y="16"/>
                  </a:cubicBezTo>
                  <a:cubicBezTo>
                    <a:pt x="122" y="16"/>
                    <a:pt x="125" y="17"/>
                    <a:pt x="127" y="18"/>
                  </a:cubicBezTo>
                  <a:cubicBezTo>
                    <a:pt x="129" y="19"/>
                    <a:pt x="133" y="22"/>
                    <a:pt x="137" y="30"/>
                  </a:cubicBezTo>
                  <a:cubicBezTo>
                    <a:pt x="142" y="41"/>
                    <a:pt x="140" y="51"/>
                    <a:pt x="137" y="55"/>
                  </a:cubicBezTo>
                  <a:cubicBezTo>
                    <a:pt x="135" y="57"/>
                    <a:pt x="135" y="60"/>
                    <a:pt x="135" y="62"/>
                  </a:cubicBezTo>
                  <a:cubicBezTo>
                    <a:pt x="137" y="69"/>
                    <a:pt x="136" y="71"/>
                    <a:pt x="136" y="72"/>
                  </a:cubicBezTo>
                  <a:cubicBezTo>
                    <a:pt x="136" y="72"/>
                    <a:pt x="135" y="72"/>
                    <a:pt x="135" y="73"/>
                  </a:cubicBezTo>
                  <a:cubicBezTo>
                    <a:pt x="135" y="73"/>
                    <a:pt x="134" y="74"/>
                    <a:pt x="134" y="74"/>
                  </a:cubicBezTo>
                  <a:cubicBezTo>
                    <a:pt x="131" y="78"/>
                    <a:pt x="124" y="85"/>
                    <a:pt x="124" y="98"/>
                  </a:cubicBezTo>
                  <a:cubicBezTo>
                    <a:pt x="124" y="115"/>
                    <a:pt x="137" y="123"/>
                    <a:pt x="145" y="125"/>
                  </a:cubicBezTo>
                  <a:cubicBezTo>
                    <a:pt x="155" y="128"/>
                    <a:pt x="166" y="133"/>
                    <a:pt x="168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6"/>
                    <a:pt x="144" y="149"/>
                    <a:pt x="144" y="152"/>
                  </a:cubicBezTo>
                  <a:cubicBezTo>
                    <a:pt x="172" y="152"/>
                    <a:pt x="172" y="152"/>
                    <a:pt x="172" y="152"/>
                  </a:cubicBezTo>
                  <a:cubicBezTo>
                    <a:pt x="176" y="152"/>
                    <a:pt x="176" y="148"/>
                    <a:pt x="176" y="148"/>
                  </a:cubicBezTo>
                  <a:cubicBezTo>
                    <a:pt x="176" y="127"/>
                    <a:pt x="156" y="120"/>
                    <a:pt x="147" y="117"/>
                  </a:cubicBezTo>
                  <a:moveTo>
                    <a:pt x="104" y="121"/>
                  </a:moveTo>
                  <a:cubicBezTo>
                    <a:pt x="104" y="121"/>
                    <a:pt x="88" y="117"/>
                    <a:pt x="88" y="101"/>
                  </a:cubicBezTo>
                  <a:cubicBezTo>
                    <a:pt x="88" y="86"/>
                    <a:pt x="95" y="81"/>
                    <a:pt x="97" y="77"/>
                  </a:cubicBezTo>
                  <a:cubicBezTo>
                    <a:pt x="97" y="77"/>
                    <a:pt x="102" y="73"/>
                    <a:pt x="99" y="58"/>
                  </a:cubicBezTo>
                  <a:cubicBezTo>
                    <a:pt x="105" y="50"/>
                    <a:pt x="106" y="36"/>
                    <a:pt x="100" y="21"/>
                  </a:cubicBezTo>
                  <a:cubicBezTo>
                    <a:pt x="95" y="11"/>
                    <a:pt x="92" y="6"/>
                    <a:pt x="86" y="3"/>
                  </a:cubicBezTo>
                  <a:cubicBezTo>
                    <a:pt x="82" y="1"/>
                    <a:pt x="78" y="0"/>
                    <a:pt x="74" y="0"/>
                  </a:cubicBezTo>
                  <a:cubicBezTo>
                    <a:pt x="65" y="0"/>
                    <a:pt x="58" y="3"/>
                    <a:pt x="55" y="5"/>
                  </a:cubicBezTo>
                  <a:cubicBezTo>
                    <a:pt x="45" y="9"/>
                    <a:pt x="39" y="12"/>
                    <a:pt x="34" y="26"/>
                  </a:cubicBezTo>
                  <a:cubicBezTo>
                    <a:pt x="29" y="38"/>
                    <a:pt x="35" y="51"/>
                    <a:pt x="37" y="57"/>
                  </a:cubicBezTo>
                  <a:cubicBezTo>
                    <a:pt x="34" y="72"/>
                    <a:pt x="39" y="77"/>
                    <a:pt x="39" y="77"/>
                  </a:cubicBezTo>
                  <a:cubicBezTo>
                    <a:pt x="41" y="81"/>
                    <a:pt x="48" y="86"/>
                    <a:pt x="48" y="101"/>
                  </a:cubicBezTo>
                  <a:cubicBezTo>
                    <a:pt x="48" y="117"/>
                    <a:pt x="32" y="121"/>
                    <a:pt x="32" y="121"/>
                  </a:cubicBezTo>
                  <a:cubicBezTo>
                    <a:pt x="22" y="125"/>
                    <a:pt x="0" y="132"/>
                    <a:pt x="0" y="156"/>
                  </a:cubicBezTo>
                  <a:cubicBezTo>
                    <a:pt x="0" y="156"/>
                    <a:pt x="0" y="160"/>
                    <a:pt x="4" y="160"/>
                  </a:cubicBezTo>
                  <a:cubicBezTo>
                    <a:pt x="132" y="160"/>
                    <a:pt x="132" y="160"/>
                    <a:pt x="132" y="160"/>
                  </a:cubicBezTo>
                  <a:cubicBezTo>
                    <a:pt x="136" y="160"/>
                    <a:pt x="136" y="156"/>
                    <a:pt x="136" y="156"/>
                  </a:cubicBezTo>
                  <a:cubicBezTo>
                    <a:pt x="136" y="132"/>
                    <a:pt x="114" y="125"/>
                    <a:pt x="104" y="121"/>
                  </a:cubicBezTo>
                  <a:moveTo>
                    <a:pt x="8" y="152"/>
                  </a:moveTo>
                  <a:cubicBezTo>
                    <a:pt x="10" y="138"/>
                    <a:pt x="22" y="133"/>
                    <a:pt x="34" y="129"/>
                  </a:cubicBezTo>
                  <a:cubicBezTo>
                    <a:pt x="42" y="127"/>
                    <a:pt x="56" y="118"/>
                    <a:pt x="56" y="101"/>
                  </a:cubicBezTo>
                  <a:cubicBezTo>
                    <a:pt x="56" y="85"/>
                    <a:pt x="50" y="78"/>
                    <a:pt x="46" y="74"/>
                  </a:cubicBezTo>
                  <a:cubicBezTo>
                    <a:pt x="46" y="73"/>
                    <a:pt x="46" y="73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3" y="68"/>
                    <a:pt x="45" y="59"/>
                  </a:cubicBezTo>
                  <a:cubicBezTo>
                    <a:pt x="46" y="58"/>
                    <a:pt x="45" y="56"/>
                    <a:pt x="45" y="54"/>
                  </a:cubicBezTo>
                  <a:cubicBezTo>
                    <a:pt x="43" y="50"/>
                    <a:pt x="38" y="38"/>
                    <a:pt x="41" y="30"/>
                  </a:cubicBezTo>
                  <a:cubicBezTo>
                    <a:pt x="46" y="18"/>
                    <a:pt x="50" y="16"/>
                    <a:pt x="58" y="12"/>
                  </a:cubicBezTo>
                  <a:cubicBezTo>
                    <a:pt x="58" y="12"/>
                    <a:pt x="58" y="12"/>
                    <a:pt x="59" y="12"/>
                  </a:cubicBezTo>
                  <a:cubicBezTo>
                    <a:pt x="61" y="10"/>
                    <a:pt x="67" y="8"/>
                    <a:pt x="74" y="8"/>
                  </a:cubicBezTo>
                  <a:cubicBezTo>
                    <a:pt x="77" y="8"/>
                    <a:pt x="80" y="9"/>
                    <a:pt x="83" y="10"/>
                  </a:cubicBezTo>
                  <a:cubicBezTo>
                    <a:pt x="85" y="12"/>
                    <a:pt x="88" y="15"/>
                    <a:pt x="92" y="24"/>
                  </a:cubicBezTo>
                  <a:cubicBezTo>
                    <a:pt x="98" y="37"/>
                    <a:pt x="96" y="48"/>
                    <a:pt x="92" y="53"/>
                  </a:cubicBezTo>
                  <a:cubicBezTo>
                    <a:pt x="91" y="55"/>
                    <a:pt x="91" y="58"/>
                    <a:pt x="91" y="60"/>
                  </a:cubicBezTo>
                  <a:cubicBezTo>
                    <a:pt x="93" y="68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86" y="78"/>
                    <a:pt x="80" y="85"/>
                    <a:pt x="80" y="101"/>
                  </a:cubicBezTo>
                  <a:cubicBezTo>
                    <a:pt x="80" y="118"/>
                    <a:pt x="94" y="127"/>
                    <a:pt x="102" y="129"/>
                  </a:cubicBezTo>
                  <a:cubicBezTo>
                    <a:pt x="113" y="133"/>
                    <a:pt x="126" y="138"/>
                    <a:pt x="128" y="152"/>
                  </a:cubicBezTo>
                  <a:lnTo>
                    <a:pt x="8" y="1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 154"/>
            <p:cNvSpPr>
              <a:spLocks noEditPoints="1"/>
            </p:cNvSpPr>
            <p:nvPr/>
          </p:nvSpPr>
          <p:spPr bwMode="auto">
            <a:xfrm>
              <a:off x="6918672" y="207220"/>
              <a:ext cx="1002608" cy="822532"/>
            </a:xfrm>
            <a:custGeom>
              <a:avLst/>
              <a:gdLst>
                <a:gd name="T0" fmla="*/ 34 w 176"/>
                <a:gd name="T1" fmla="*/ 86 h 144"/>
                <a:gd name="T2" fmla="*/ 28 w 176"/>
                <a:gd name="T3" fmla="*/ 65 h 144"/>
                <a:gd name="T4" fmla="*/ 28 w 176"/>
                <a:gd name="T5" fmla="*/ 58 h 144"/>
                <a:gd name="T6" fmla="*/ 25 w 176"/>
                <a:gd name="T7" fmla="*/ 38 h 144"/>
                <a:gd name="T8" fmla="*/ 35 w 176"/>
                <a:gd name="T9" fmla="*/ 26 h 144"/>
                <a:gd name="T10" fmla="*/ 49 w 176"/>
                <a:gd name="T11" fmla="*/ 25 h 144"/>
                <a:gd name="T12" fmla="*/ 52 w 176"/>
                <a:gd name="T13" fmla="*/ 18 h 144"/>
                <a:gd name="T14" fmla="*/ 30 w 176"/>
                <a:gd name="T15" fmla="*/ 19 h 144"/>
                <a:gd name="T16" fmla="*/ 20 w 176"/>
                <a:gd name="T17" fmla="*/ 56 h 144"/>
                <a:gd name="T18" fmla="*/ 26 w 176"/>
                <a:gd name="T19" fmla="*/ 86 h 144"/>
                <a:gd name="T20" fmla="*/ 0 w 176"/>
                <a:gd name="T21" fmla="*/ 124 h 144"/>
                <a:gd name="T22" fmla="*/ 22 w 176"/>
                <a:gd name="T23" fmla="*/ 128 h 144"/>
                <a:gd name="T24" fmla="*/ 8 w 176"/>
                <a:gd name="T25" fmla="*/ 120 h 144"/>
                <a:gd name="T26" fmla="*/ 159 w 176"/>
                <a:gd name="T27" fmla="*/ 100 h 144"/>
                <a:gd name="T28" fmla="*/ 155 w 176"/>
                <a:gd name="T29" fmla="*/ 70 h 144"/>
                <a:gd name="T30" fmla="*/ 159 w 176"/>
                <a:gd name="T31" fmla="*/ 35 h 144"/>
                <a:gd name="T32" fmla="*/ 132 w 176"/>
                <a:gd name="T33" fmla="*/ 16 h 144"/>
                <a:gd name="T34" fmla="*/ 126 w 176"/>
                <a:gd name="T35" fmla="*/ 25 h 144"/>
                <a:gd name="T36" fmla="*/ 132 w 176"/>
                <a:gd name="T37" fmla="*/ 24 h 144"/>
                <a:gd name="T38" fmla="*/ 142 w 176"/>
                <a:gd name="T39" fmla="*/ 27 h 144"/>
                <a:gd name="T40" fmla="*/ 149 w 176"/>
                <a:gd name="T41" fmla="*/ 53 h 144"/>
                <a:gd name="T42" fmla="*/ 149 w 176"/>
                <a:gd name="T43" fmla="*/ 65 h 144"/>
                <a:gd name="T44" fmla="*/ 148 w 176"/>
                <a:gd name="T45" fmla="*/ 66 h 144"/>
                <a:gd name="T46" fmla="*/ 157 w 176"/>
                <a:gd name="T47" fmla="*/ 108 h 144"/>
                <a:gd name="T48" fmla="*/ 150 w 176"/>
                <a:gd name="T49" fmla="*/ 120 h 144"/>
                <a:gd name="T50" fmla="*/ 172 w 176"/>
                <a:gd name="T51" fmla="*/ 128 h 144"/>
                <a:gd name="T52" fmla="*/ 159 w 176"/>
                <a:gd name="T53" fmla="*/ 100 h 144"/>
                <a:gd name="T54" fmla="*/ 106 w 176"/>
                <a:gd name="T55" fmla="*/ 90 h 144"/>
                <a:gd name="T56" fmla="*/ 115 w 176"/>
                <a:gd name="T57" fmla="*/ 52 h 144"/>
                <a:gd name="T58" fmla="*/ 104 w 176"/>
                <a:gd name="T59" fmla="*/ 3 h 144"/>
                <a:gd name="T60" fmla="*/ 76 w 176"/>
                <a:gd name="T61" fmla="*/ 4 h 144"/>
                <a:gd name="T62" fmla="*/ 61 w 176"/>
                <a:gd name="T63" fmla="*/ 52 h 144"/>
                <a:gd name="T64" fmla="*/ 70 w 176"/>
                <a:gd name="T65" fmla="*/ 90 h 144"/>
                <a:gd name="T66" fmla="*/ 28 w 176"/>
                <a:gd name="T67" fmla="*/ 140 h 144"/>
                <a:gd name="T68" fmla="*/ 144 w 176"/>
                <a:gd name="T69" fmla="*/ 144 h 144"/>
                <a:gd name="T70" fmla="*/ 120 w 176"/>
                <a:gd name="T71" fmla="*/ 109 h 144"/>
                <a:gd name="T72" fmla="*/ 58 w 176"/>
                <a:gd name="T73" fmla="*/ 117 h 144"/>
                <a:gd name="T74" fmla="*/ 78 w 176"/>
                <a:gd name="T75" fmla="*/ 90 h 144"/>
                <a:gd name="T76" fmla="*/ 69 w 176"/>
                <a:gd name="T77" fmla="*/ 65 h 144"/>
                <a:gd name="T78" fmla="*/ 68 w 176"/>
                <a:gd name="T79" fmla="*/ 48 h 144"/>
                <a:gd name="T80" fmla="*/ 79 w 176"/>
                <a:gd name="T81" fmla="*/ 12 h 144"/>
                <a:gd name="T82" fmla="*/ 93 w 176"/>
                <a:gd name="T83" fmla="*/ 8 h 144"/>
                <a:gd name="T84" fmla="*/ 108 w 176"/>
                <a:gd name="T85" fmla="*/ 22 h 144"/>
                <a:gd name="T86" fmla="*/ 107 w 176"/>
                <a:gd name="T87" fmla="*/ 54 h 144"/>
                <a:gd name="T88" fmla="*/ 106 w 176"/>
                <a:gd name="T89" fmla="*/ 66 h 144"/>
                <a:gd name="T90" fmla="*/ 118 w 176"/>
                <a:gd name="T91" fmla="*/ 117 h 144"/>
                <a:gd name="T92" fmla="*/ 140 w 176"/>
                <a:gd name="T93" fmla="*/ 13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6" h="144">
                  <a:moveTo>
                    <a:pt x="19" y="108"/>
                  </a:moveTo>
                  <a:cubicBezTo>
                    <a:pt x="25" y="106"/>
                    <a:pt x="34" y="100"/>
                    <a:pt x="34" y="86"/>
                  </a:cubicBezTo>
                  <a:cubicBezTo>
                    <a:pt x="34" y="74"/>
                    <a:pt x="30" y="69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7" y="65"/>
                    <a:pt x="27" y="63"/>
                    <a:pt x="28" y="58"/>
                  </a:cubicBezTo>
                  <a:cubicBezTo>
                    <a:pt x="28" y="56"/>
                    <a:pt x="28" y="54"/>
                    <a:pt x="27" y="53"/>
                  </a:cubicBezTo>
                  <a:cubicBezTo>
                    <a:pt x="26" y="49"/>
                    <a:pt x="23" y="43"/>
                    <a:pt x="25" y="38"/>
                  </a:cubicBezTo>
                  <a:cubicBezTo>
                    <a:pt x="28" y="29"/>
                    <a:pt x="30" y="28"/>
                    <a:pt x="34" y="27"/>
                  </a:cubicBezTo>
                  <a:cubicBezTo>
                    <a:pt x="34" y="27"/>
                    <a:pt x="34" y="26"/>
                    <a:pt x="35" y="26"/>
                  </a:cubicBezTo>
                  <a:cubicBezTo>
                    <a:pt x="36" y="25"/>
                    <a:pt x="40" y="24"/>
                    <a:pt x="44" y="24"/>
                  </a:cubicBezTo>
                  <a:cubicBezTo>
                    <a:pt x="46" y="24"/>
                    <a:pt x="48" y="24"/>
                    <a:pt x="49" y="25"/>
                  </a:cubicBezTo>
                  <a:cubicBezTo>
                    <a:pt x="49" y="24"/>
                    <a:pt x="50" y="22"/>
                    <a:pt x="50" y="21"/>
                  </a:cubicBezTo>
                  <a:cubicBezTo>
                    <a:pt x="51" y="20"/>
                    <a:pt x="51" y="19"/>
                    <a:pt x="52" y="18"/>
                  </a:cubicBezTo>
                  <a:cubicBezTo>
                    <a:pt x="49" y="16"/>
                    <a:pt x="47" y="16"/>
                    <a:pt x="44" y="16"/>
                  </a:cubicBezTo>
                  <a:cubicBezTo>
                    <a:pt x="38" y="16"/>
                    <a:pt x="33" y="18"/>
                    <a:pt x="30" y="19"/>
                  </a:cubicBezTo>
                  <a:cubicBezTo>
                    <a:pt x="24" y="22"/>
                    <a:pt x="21" y="25"/>
                    <a:pt x="17" y="35"/>
                  </a:cubicBezTo>
                  <a:cubicBezTo>
                    <a:pt x="14" y="43"/>
                    <a:pt x="18" y="52"/>
                    <a:pt x="20" y="56"/>
                  </a:cubicBezTo>
                  <a:cubicBezTo>
                    <a:pt x="18" y="66"/>
                    <a:pt x="21" y="70"/>
                    <a:pt x="21" y="70"/>
                  </a:cubicBezTo>
                  <a:cubicBezTo>
                    <a:pt x="23" y="73"/>
                    <a:pt x="26" y="76"/>
                    <a:pt x="26" y="86"/>
                  </a:cubicBezTo>
                  <a:cubicBezTo>
                    <a:pt x="26" y="98"/>
                    <a:pt x="17" y="100"/>
                    <a:pt x="17" y="100"/>
                  </a:cubicBezTo>
                  <a:cubicBezTo>
                    <a:pt x="10" y="103"/>
                    <a:pt x="0" y="108"/>
                    <a:pt x="0" y="124"/>
                  </a:cubicBezTo>
                  <a:cubicBezTo>
                    <a:pt x="0" y="124"/>
                    <a:pt x="0" y="128"/>
                    <a:pt x="4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3" y="125"/>
                    <a:pt x="24" y="122"/>
                    <a:pt x="26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9" y="112"/>
                    <a:pt x="14" y="110"/>
                    <a:pt x="19" y="108"/>
                  </a:cubicBezTo>
                  <a:moveTo>
                    <a:pt x="159" y="100"/>
                  </a:moveTo>
                  <a:cubicBezTo>
                    <a:pt x="159" y="100"/>
                    <a:pt x="150" y="98"/>
                    <a:pt x="150" y="86"/>
                  </a:cubicBezTo>
                  <a:cubicBezTo>
                    <a:pt x="150" y="76"/>
                    <a:pt x="153" y="73"/>
                    <a:pt x="155" y="70"/>
                  </a:cubicBezTo>
                  <a:cubicBezTo>
                    <a:pt x="155" y="70"/>
                    <a:pt x="158" y="66"/>
                    <a:pt x="156" y="56"/>
                  </a:cubicBezTo>
                  <a:cubicBezTo>
                    <a:pt x="158" y="52"/>
                    <a:pt x="162" y="43"/>
                    <a:pt x="159" y="35"/>
                  </a:cubicBezTo>
                  <a:cubicBezTo>
                    <a:pt x="155" y="25"/>
                    <a:pt x="152" y="22"/>
                    <a:pt x="146" y="19"/>
                  </a:cubicBezTo>
                  <a:cubicBezTo>
                    <a:pt x="143" y="18"/>
                    <a:pt x="138" y="16"/>
                    <a:pt x="132" y="16"/>
                  </a:cubicBezTo>
                  <a:cubicBezTo>
                    <a:pt x="129" y="16"/>
                    <a:pt x="127" y="16"/>
                    <a:pt x="124" y="18"/>
                  </a:cubicBezTo>
                  <a:cubicBezTo>
                    <a:pt x="125" y="20"/>
                    <a:pt x="126" y="23"/>
                    <a:pt x="126" y="25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8" y="24"/>
                    <a:pt x="130" y="24"/>
                    <a:pt x="132" y="24"/>
                  </a:cubicBezTo>
                  <a:cubicBezTo>
                    <a:pt x="136" y="24"/>
                    <a:pt x="140" y="25"/>
                    <a:pt x="141" y="26"/>
                  </a:cubicBezTo>
                  <a:cubicBezTo>
                    <a:pt x="142" y="26"/>
                    <a:pt x="142" y="27"/>
                    <a:pt x="142" y="27"/>
                  </a:cubicBezTo>
                  <a:cubicBezTo>
                    <a:pt x="146" y="28"/>
                    <a:pt x="148" y="29"/>
                    <a:pt x="151" y="38"/>
                  </a:cubicBezTo>
                  <a:cubicBezTo>
                    <a:pt x="153" y="43"/>
                    <a:pt x="150" y="49"/>
                    <a:pt x="149" y="53"/>
                  </a:cubicBezTo>
                  <a:cubicBezTo>
                    <a:pt x="148" y="54"/>
                    <a:pt x="148" y="56"/>
                    <a:pt x="148" y="58"/>
                  </a:cubicBezTo>
                  <a:cubicBezTo>
                    <a:pt x="149" y="63"/>
                    <a:pt x="149" y="65"/>
                    <a:pt x="149" y="65"/>
                  </a:cubicBezTo>
                  <a:cubicBezTo>
                    <a:pt x="149" y="65"/>
                    <a:pt x="149" y="65"/>
                    <a:pt x="148" y="65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46" y="69"/>
                    <a:pt x="142" y="74"/>
                    <a:pt x="142" y="86"/>
                  </a:cubicBezTo>
                  <a:cubicBezTo>
                    <a:pt x="142" y="100"/>
                    <a:pt x="151" y="106"/>
                    <a:pt x="157" y="108"/>
                  </a:cubicBezTo>
                  <a:cubicBezTo>
                    <a:pt x="162" y="110"/>
                    <a:pt x="167" y="112"/>
                    <a:pt x="168" y="120"/>
                  </a:cubicBezTo>
                  <a:cubicBezTo>
                    <a:pt x="150" y="120"/>
                    <a:pt x="150" y="120"/>
                    <a:pt x="150" y="120"/>
                  </a:cubicBezTo>
                  <a:cubicBezTo>
                    <a:pt x="152" y="122"/>
                    <a:pt x="153" y="125"/>
                    <a:pt x="154" y="128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6" y="128"/>
                    <a:pt x="176" y="124"/>
                    <a:pt x="176" y="124"/>
                  </a:cubicBezTo>
                  <a:cubicBezTo>
                    <a:pt x="176" y="108"/>
                    <a:pt x="166" y="103"/>
                    <a:pt x="159" y="100"/>
                  </a:cubicBezTo>
                  <a:moveTo>
                    <a:pt x="120" y="109"/>
                  </a:moveTo>
                  <a:cubicBezTo>
                    <a:pt x="120" y="109"/>
                    <a:pt x="106" y="105"/>
                    <a:pt x="106" y="90"/>
                  </a:cubicBezTo>
                  <a:cubicBezTo>
                    <a:pt x="106" y="77"/>
                    <a:pt x="111" y="73"/>
                    <a:pt x="114" y="69"/>
                  </a:cubicBezTo>
                  <a:cubicBezTo>
                    <a:pt x="114" y="69"/>
                    <a:pt x="118" y="65"/>
                    <a:pt x="115" y="52"/>
                  </a:cubicBezTo>
                  <a:cubicBezTo>
                    <a:pt x="120" y="45"/>
                    <a:pt x="122" y="33"/>
                    <a:pt x="116" y="19"/>
                  </a:cubicBezTo>
                  <a:cubicBezTo>
                    <a:pt x="112" y="10"/>
                    <a:pt x="109" y="5"/>
                    <a:pt x="104" y="3"/>
                  </a:cubicBezTo>
                  <a:cubicBezTo>
                    <a:pt x="101" y="1"/>
                    <a:pt x="97" y="0"/>
                    <a:pt x="93" y="0"/>
                  </a:cubicBezTo>
                  <a:cubicBezTo>
                    <a:pt x="86" y="0"/>
                    <a:pt x="79" y="3"/>
                    <a:pt x="76" y="4"/>
                  </a:cubicBezTo>
                  <a:cubicBezTo>
                    <a:pt x="68" y="8"/>
                    <a:pt x="63" y="11"/>
                    <a:pt x="58" y="24"/>
                  </a:cubicBezTo>
                  <a:cubicBezTo>
                    <a:pt x="53" y="34"/>
                    <a:pt x="58" y="46"/>
                    <a:pt x="61" y="52"/>
                  </a:cubicBezTo>
                  <a:cubicBezTo>
                    <a:pt x="58" y="65"/>
                    <a:pt x="62" y="69"/>
                    <a:pt x="62" y="69"/>
                  </a:cubicBezTo>
                  <a:cubicBezTo>
                    <a:pt x="65" y="73"/>
                    <a:pt x="70" y="77"/>
                    <a:pt x="70" y="90"/>
                  </a:cubicBezTo>
                  <a:cubicBezTo>
                    <a:pt x="70" y="105"/>
                    <a:pt x="56" y="109"/>
                    <a:pt x="56" y="109"/>
                  </a:cubicBezTo>
                  <a:cubicBezTo>
                    <a:pt x="47" y="112"/>
                    <a:pt x="28" y="118"/>
                    <a:pt x="28" y="140"/>
                  </a:cubicBezTo>
                  <a:cubicBezTo>
                    <a:pt x="28" y="140"/>
                    <a:pt x="28" y="144"/>
                    <a:pt x="32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8" y="144"/>
                    <a:pt x="148" y="140"/>
                    <a:pt x="148" y="140"/>
                  </a:cubicBezTo>
                  <a:cubicBezTo>
                    <a:pt x="148" y="118"/>
                    <a:pt x="129" y="112"/>
                    <a:pt x="120" y="109"/>
                  </a:cubicBezTo>
                  <a:moveTo>
                    <a:pt x="36" y="136"/>
                  </a:moveTo>
                  <a:cubicBezTo>
                    <a:pt x="38" y="125"/>
                    <a:pt x="48" y="120"/>
                    <a:pt x="58" y="117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66" y="115"/>
                    <a:pt x="78" y="107"/>
                    <a:pt x="78" y="90"/>
                  </a:cubicBezTo>
                  <a:cubicBezTo>
                    <a:pt x="78" y="76"/>
                    <a:pt x="73" y="70"/>
                    <a:pt x="70" y="66"/>
                  </a:cubicBezTo>
                  <a:cubicBezTo>
                    <a:pt x="69" y="65"/>
                    <a:pt x="68" y="64"/>
                    <a:pt x="69" y="65"/>
                  </a:cubicBezTo>
                  <a:cubicBezTo>
                    <a:pt x="68" y="64"/>
                    <a:pt x="67" y="61"/>
                    <a:pt x="69" y="54"/>
                  </a:cubicBezTo>
                  <a:cubicBezTo>
                    <a:pt x="70" y="50"/>
                    <a:pt x="68" y="48"/>
                    <a:pt x="68" y="48"/>
                  </a:cubicBezTo>
                  <a:cubicBezTo>
                    <a:pt x="66" y="43"/>
                    <a:pt x="62" y="34"/>
                    <a:pt x="65" y="27"/>
                  </a:cubicBezTo>
                  <a:cubicBezTo>
                    <a:pt x="69" y="17"/>
                    <a:pt x="73" y="15"/>
                    <a:pt x="79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0"/>
                    <a:pt x="87" y="8"/>
                    <a:pt x="93" y="8"/>
                  </a:cubicBezTo>
                  <a:cubicBezTo>
                    <a:pt x="96" y="8"/>
                    <a:pt x="98" y="9"/>
                    <a:pt x="100" y="10"/>
                  </a:cubicBezTo>
                  <a:cubicBezTo>
                    <a:pt x="103" y="11"/>
                    <a:pt x="105" y="14"/>
                    <a:pt x="108" y="22"/>
                  </a:cubicBezTo>
                  <a:cubicBezTo>
                    <a:pt x="115" y="36"/>
                    <a:pt x="111" y="45"/>
                    <a:pt x="109" y="47"/>
                  </a:cubicBezTo>
                  <a:cubicBezTo>
                    <a:pt x="107" y="49"/>
                    <a:pt x="107" y="52"/>
                    <a:pt x="107" y="54"/>
                  </a:cubicBezTo>
                  <a:cubicBezTo>
                    <a:pt x="109" y="61"/>
                    <a:pt x="108" y="64"/>
                    <a:pt x="108" y="64"/>
                  </a:cubicBezTo>
                  <a:cubicBezTo>
                    <a:pt x="108" y="64"/>
                    <a:pt x="107" y="65"/>
                    <a:pt x="106" y="66"/>
                  </a:cubicBezTo>
                  <a:cubicBezTo>
                    <a:pt x="103" y="70"/>
                    <a:pt x="98" y="76"/>
                    <a:pt x="98" y="90"/>
                  </a:cubicBezTo>
                  <a:cubicBezTo>
                    <a:pt x="98" y="107"/>
                    <a:pt x="110" y="115"/>
                    <a:pt x="118" y="117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28" y="120"/>
                    <a:pt x="138" y="125"/>
                    <a:pt x="140" y="136"/>
                  </a:cubicBezTo>
                  <a:lnTo>
                    <a:pt x="36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11585614" y="1493587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79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0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1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2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3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7" name="Group 106"/>
            <p:cNvGrpSpPr/>
            <p:nvPr/>
          </p:nvGrpSpPr>
          <p:grpSpPr>
            <a:xfrm>
              <a:off x="10480502" y="207492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177" name="Freeform 238"/>
              <p:cNvSpPr/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8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0666781" y="1478614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173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4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5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6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11720135" y="195770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69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0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2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11534193" y="6376915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163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6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7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4838688" y="6491061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9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0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2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5166934" y="266108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5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6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8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295825" y="4072051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149" name="Freeform 114"/>
              <p:cNvSpPr/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0" name="Freeform 115"/>
              <p:cNvSpPr/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1" name="Freeform 116"/>
              <p:cNvSpPr/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2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4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5729642" y="3419615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45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6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8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15" name="Freeform 114"/>
            <p:cNvSpPr>
              <a:spLocks noEditPoints="1"/>
            </p:cNvSpPr>
            <p:nvPr/>
          </p:nvSpPr>
          <p:spPr bwMode="auto">
            <a:xfrm>
              <a:off x="7744559" y="5866193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6" name="Freeform 115"/>
            <p:cNvSpPr>
              <a:spLocks noEditPoints="1"/>
            </p:cNvSpPr>
            <p:nvPr/>
          </p:nvSpPr>
          <p:spPr bwMode="auto">
            <a:xfrm>
              <a:off x="470756" y="4536601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7" name="Freeform 116"/>
            <p:cNvSpPr>
              <a:spLocks noEditPoints="1"/>
            </p:cNvSpPr>
            <p:nvPr/>
          </p:nvSpPr>
          <p:spPr bwMode="auto">
            <a:xfrm>
              <a:off x="11478799" y="3631863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11221394" y="1876194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3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4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4797147" y="511176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1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2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0742529" y="4103554"/>
              <a:ext cx="371620" cy="373885"/>
              <a:chOff x="6061716" y="3185154"/>
              <a:chExt cx="218527" cy="219859"/>
            </a:xfrm>
            <a:grpFill/>
          </p:grpSpPr>
          <p:sp>
            <p:nvSpPr>
              <p:cNvPr id="137" name="Freeform 232"/>
              <p:cNvSpPr/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8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9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0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8425950" y="195769"/>
              <a:ext cx="353212" cy="355365"/>
              <a:chOff x="3396750" y="3185154"/>
              <a:chExt cx="218527" cy="219859"/>
            </a:xfrm>
            <a:grpFill/>
          </p:grpSpPr>
          <p:sp>
            <p:nvSpPr>
              <p:cNvPr id="133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4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5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6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2429891" y="6569679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2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2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9442085" y="4437671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124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5" name="Freeform 111"/>
              <p:cNvSpPr/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6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7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1320" y="3669180"/>
            <a:ext cx="3688759" cy="1895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" grpId="0"/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80611" y="1735547"/>
            <a:ext cx="3387632" cy="3954139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712646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79961" y="1419064"/>
            <a:ext cx="3604839" cy="2917080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2728209"/>
            <a:ext cx="10717967" cy="3372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779582"/>
            <a:ext cx="10717967" cy="2488274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977030"/>
            <a:ext cx="3797405" cy="2290826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37017" y="3594970"/>
            <a:ext cx="3797405" cy="2290826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836000" y="2169000"/>
            <a:ext cx="2520000" cy="2520000"/>
          </a:xfrm>
          <a:prstGeom prst="ellipse">
            <a:avLst/>
          </a:prstGeom>
          <a:effectLst>
            <a:outerShdw blurRad="5715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146810" y="2055733"/>
            <a:ext cx="2282190" cy="2488069"/>
          </a:xfrm>
          <a:prstGeom prst="roundRect">
            <a:avLst>
              <a:gd name="adj" fmla="val 10235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51356" y="2454758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243399" y="1903287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138390" y="1258992"/>
            <a:ext cx="1396480" cy="1419662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835443" y="2496819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 nodePh="1">
                                  <p:stCondLst>
                                    <p:cond delay="30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0" grpId="0"/>
      <p:bldP spid="11" grpId="0"/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A4B0F1B-7C35-4932-9D94-A4497ECF4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525530" y="2598281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6977459" y="3944167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4018511" y="2058281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977459" y="1735547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097796" y="4152994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7" grpId="0" animBg="1"/>
      <p:bldP spid="13" grpId="0" animBg="1"/>
      <p:bldP spid="14" grpId="0" animBg="1"/>
    </p:bld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A4B0F1B-7C35-4932-9D94-A4497ECF4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01464" y="1928167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66661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601955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434308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937248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769602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0" grpId="0" animBg="1"/>
      <p:bldP spid="12" grpId="0" animBg="1"/>
      <p:bldP spid="16" grpId="0" animBg="1"/>
    </p:bld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181386" y="2057466"/>
            <a:ext cx="3878694" cy="1895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265774" y="1279978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265774" y="215403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265774" y="3028096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265774" y="3902155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6" grpId="0"/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6" grpId="0"/>
          <p:bldP spid="7" grpId="0"/>
        </p:bldLst>
      </p:timing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39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815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607240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9887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190506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8213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773772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56540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14867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894030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973193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5235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1023974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1815607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2607240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3398873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30"/>
          </p:nvPr>
        </p:nvSpPr>
        <p:spPr>
          <a:xfrm>
            <a:off x="4190506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39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815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607240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9887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190506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8213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773772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56540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</p:bld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362036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2298434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234831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171227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107624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044022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6980419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7916815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8853212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9789611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1362036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2298434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234831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171227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107624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8200" y="1735548"/>
            <a:ext cx="3144291" cy="1838596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74823" y="3439261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74823" y="4091452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174823" y="4743643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174823" y="5395833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</p:bldLst>
      </p:timing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762500" y="1870381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762500" y="2906396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762500" y="3942411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762500" y="4978426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16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16" grpId="0"/>
          <p:bldP spid="17" grpId="0"/>
          <p:bldP spid="18" grpId="0"/>
        </p:bldLst>
      </p:timing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021153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071829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122505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90863" y="2458521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90863" y="3761228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090863" y="5063935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839787" y="628503"/>
            <a:ext cx="3789232" cy="552995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84346" y="803242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84346" y="1563876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84346" y="232451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84346" y="3085144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84346" y="4606413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84346" y="5367049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84346" y="3845778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0906" y="80324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750906" y="1716003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750906" y="2628764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750906" y="3541525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750906" y="4454286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750906" y="5367049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</p:bldLst>
      </p:timing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74357" y="21326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74357" y="345169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74357" y="411121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74357" y="279217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74357" y="477073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74357" y="5430249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370766" y="2463425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70766" y="3340247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370766" y="4217069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370766" y="509389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968502" y="1998522"/>
            <a:ext cx="707647" cy="70764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878831" y="1912069"/>
            <a:ext cx="936104" cy="936104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017618" y="2003059"/>
            <a:ext cx="707647" cy="70764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927947" y="2063217"/>
            <a:ext cx="633808" cy="63380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132009" y="2063217"/>
            <a:ext cx="633808" cy="63380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</p:bldLst>
  </p:timing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007945" y="1980317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454316" y="1870381"/>
            <a:ext cx="1283368" cy="128336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120559" y="1980317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566931" y="2035801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72543" y="2035801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902334" y="2165996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97526" y="2165996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80919" y="1656784"/>
            <a:ext cx="8630162" cy="2210366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989669" y="1969477"/>
            <a:ext cx="3445762" cy="344576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6339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6339" y="3196139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466339" y="4884107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6339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6339" y="3828150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483056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483056" y="3828150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</p:bldLst>
  </p:timing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29851" y="1656784"/>
            <a:ext cx="3519501" cy="4139582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60602" y="1123673"/>
            <a:ext cx="3600000" cy="360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76102" y="2476219"/>
            <a:ext cx="2813236" cy="281323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167104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130969" y="735983"/>
            <a:ext cx="3866966" cy="5386034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167104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28950" y="916736"/>
            <a:ext cx="2909403" cy="2889719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6786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2065467" y="0"/>
            <a:ext cx="1012653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327557" y="3552566"/>
            <a:ext cx="2755558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6786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2065467" y="0"/>
            <a:ext cx="1012653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60408" y="826298"/>
            <a:ext cx="2755558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4513609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51975" y="437554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51975" y="437554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923675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247149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570623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894098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</p:bldLst>
  </p:timing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923675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247149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570623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894098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980382" y="4752474"/>
            <a:ext cx="2442407" cy="121519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</p:bldLst>
  </p:timing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957333" y="623008"/>
            <a:ext cx="931472" cy="9314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957333" y="623008"/>
            <a:ext cx="931472" cy="9314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327556" y="3552566"/>
            <a:ext cx="2990336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8874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145538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202813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260088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</p:bldLst>
  </p:timing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58352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411166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066966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007945" y="502246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454316" y="392310"/>
            <a:ext cx="1283368" cy="128336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120559" y="502246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566931" y="557730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72543" y="557730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902334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97526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522507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0977352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340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7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17181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03601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90021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76442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62862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49283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</p:bldLst>
  </p:timing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83820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193621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03423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13224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23026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32827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742629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852430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962232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0720339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838200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1936215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034230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132245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230259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53144" y="522514"/>
            <a:ext cx="3329348" cy="2627088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0906" y="34604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750906" y="1258803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750906" y="2171564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750906" y="3084325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750906" y="3997086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750906" y="4909849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750906" y="582261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90861" y="33878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90861" y="113590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0861" y="193301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90861" y="273013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90861" y="432436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90861" y="512147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0861" y="352724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490861" y="5918591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60998" y="21326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0998" y="35769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60998" y="429910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60998" y="285480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560998" y="50212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560998" y="5743400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19115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885797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260163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665266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0063051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9" grpId="0"/>
      <p:bldP spid="50" grpId="0"/>
      <p:bldP spid="51" grpId="0"/>
      <p:bldP spid="52" grpId="0"/>
      <p:bldP spid="14" grpId="0"/>
    </p:bldLst>
  </p:timing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93732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78600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892261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905924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923445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075637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656791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37945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80744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555609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33546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39934" y="2752989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39934" y="4055696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39934" y="5358403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72810" y="4981503"/>
            <a:ext cx="1244922" cy="124492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V="1"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557835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641645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189822" y="2080456"/>
            <a:ext cx="7039778" cy="2159305"/>
          </a:xfrm>
          <a:prstGeom prst="round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09689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341121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049568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8015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466461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053805" y="498146"/>
            <a:ext cx="868279" cy="868279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 flipV="1"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10899" y="645621"/>
            <a:ext cx="968744" cy="96874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134927" y="2204627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0529985" y="3665127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134927" y="5194570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20" grpId="0"/>
      <p:bldP spid="24" grpId="0"/>
    </p:bldLst>
  </p:timing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39787" y="1631890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9787" y="2488019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9787" y="3344148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39787" y="4200276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</p:bldLst>
  </p:timing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0" y="0"/>
            <a:ext cx="12191999" cy="6858000"/>
            <a:chOff x="0" y="0"/>
            <a:chExt cx="12191999" cy="6858000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0"/>
              <a:ext cx="2278505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20"/>
            <p:cNvSpPr/>
            <p:nvPr userDrawn="1"/>
          </p:nvSpPr>
          <p:spPr bwMode="auto">
            <a:xfrm>
              <a:off x="1064302" y="0"/>
              <a:ext cx="11127697" cy="6858000"/>
            </a:xfrm>
            <a:prstGeom prst="roundRect">
              <a:avLst>
                <a:gd name="adj" fmla="val 6325"/>
              </a:avLst>
            </a:prstGeom>
            <a:solidFill>
              <a:schemeClr val="bg1"/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913493" y="407025"/>
            <a:ext cx="764361" cy="76436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064302" y="0"/>
            <a:ext cx="11127697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</p:bldLst>
  </p:timing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0" y="0"/>
            <a:ext cx="12191999" cy="6858000"/>
            <a:chOff x="0" y="0"/>
            <a:chExt cx="12191999" cy="6858000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0"/>
              <a:ext cx="2278505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20"/>
            <p:cNvSpPr/>
            <p:nvPr userDrawn="1"/>
          </p:nvSpPr>
          <p:spPr bwMode="auto">
            <a:xfrm>
              <a:off x="1064302" y="0"/>
              <a:ext cx="11127697" cy="6858000"/>
            </a:xfrm>
            <a:prstGeom prst="roundRect">
              <a:avLst>
                <a:gd name="adj" fmla="val 6325"/>
              </a:avLst>
            </a:prstGeom>
            <a:solidFill>
              <a:schemeClr val="bg1"/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40290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003869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104517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0" grpId="0"/>
      <p:bldP spid="91" grpId="0"/>
    </p:bldLst>
  </p:timing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064302" y="0"/>
            <a:ext cx="11127697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706154" y="395600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8" grpId="0"/>
    </p:bldLst>
  </p:timing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1545796" y="108502"/>
            <a:ext cx="513590" cy="51359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22106" y="108502"/>
            <a:ext cx="513590" cy="51359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393674" y="4538992"/>
            <a:ext cx="668806" cy="668806"/>
          </a:xfrm>
          <a:custGeom>
            <a:avLst/>
            <a:gdLst>
              <a:gd name="connsiteX0" fmla="*/ 334403 w 668806"/>
              <a:gd name="connsiteY0" fmla="*/ 0 h 668806"/>
              <a:gd name="connsiteX1" fmla="*/ 668806 w 668806"/>
              <a:gd name="connsiteY1" fmla="*/ 334403 h 668806"/>
              <a:gd name="connsiteX2" fmla="*/ 334403 w 668806"/>
              <a:gd name="connsiteY2" fmla="*/ 668806 h 668806"/>
              <a:gd name="connsiteX3" fmla="*/ 0 w 668806"/>
              <a:gd name="connsiteY3" fmla="*/ 334403 h 668806"/>
              <a:gd name="connsiteX4" fmla="*/ 334403 w 668806"/>
              <a:gd name="connsiteY4" fmla="*/ 0 h 66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806" h="668806">
                <a:moveTo>
                  <a:pt x="334403" y="0"/>
                </a:moveTo>
                <a:cubicBezTo>
                  <a:pt x="519089" y="0"/>
                  <a:pt x="668806" y="149717"/>
                  <a:pt x="668806" y="334403"/>
                </a:cubicBezTo>
                <a:cubicBezTo>
                  <a:pt x="668806" y="519089"/>
                  <a:pt x="519089" y="668806"/>
                  <a:pt x="334403" y="668806"/>
                </a:cubicBezTo>
                <a:cubicBezTo>
                  <a:pt x="149717" y="668806"/>
                  <a:pt x="0" y="519089"/>
                  <a:pt x="0" y="334403"/>
                </a:cubicBezTo>
                <a:cubicBezTo>
                  <a:pt x="0" y="149717"/>
                  <a:pt x="149717" y="0"/>
                  <a:pt x="334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1393674" y="5546509"/>
            <a:ext cx="668806" cy="668806"/>
          </a:xfrm>
          <a:custGeom>
            <a:avLst/>
            <a:gdLst>
              <a:gd name="connsiteX0" fmla="*/ 334403 w 668806"/>
              <a:gd name="connsiteY0" fmla="*/ 0 h 668806"/>
              <a:gd name="connsiteX1" fmla="*/ 668806 w 668806"/>
              <a:gd name="connsiteY1" fmla="*/ 334403 h 668806"/>
              <a:gd name="connsiteX2" fmla="*/ 334403 w 668806"/>
              <a:gd name="connsiteY2" fmla="*/ 668806 h 668806"/>
              <a:gd name="connsiteX3" fmla="*/ 0 w 668806"/>
              <a:gd name="connsiteY3" fmla="*/ 334403 h 668806"/>
              <a:gd name="connsiteX4" fmla="*/ 334403 w 668806"/>
              <a:gd name="connsiteY4" fmla="*/ 0 h 66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806" h="668806">
                <a:moveTo>
                  <a:pt x="334403" y="0"/>
                </a:moveTo>
                <a:cubicBezTo>
                  <a:pt x="519089" y="0"/>
                  <a:pt x="668806" y="149717"/>
                  <a:pt x="668806" y="334403"/>
                </a:cubicBezTo>
                <a:cubicBezTo>
                  <a:pt x="668806" y="519089"/>
                  <a:pt x="519089" y="668806"/>
                  <a:pt x="334403" y="668806"/>
                </a:cubicBezTo>
                <a:cubicBezTo>
                  <a:pt x="149717" y="668806"/>
                  <a:pt x="0" y="519089"/>
                  <a:pt x="0" y="334403"/>
                </a:cubicBezTo>
                <a:cubicBezTo>
                  <a:pt x="0" y="149717"/>
                  <a:pt x="149717" y="0"/>
                  <a:pt x="334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6" name="Freeform 29"/>
          <p:cNvSpPr/>
          <p:nvPr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6" name="Freeform 29"/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9695935" y="155417"/>
            <a:ext cx="21868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Oct ~ Des 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Freeform 29"/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843280" y="3778841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 hasCustomPrompt="1"/>
          </p:nvPr>
        </p:nvSpPr>
        <p:spPr>
          <a:xfrm>
            <a:off x="519925" y="4654827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843279" y="5624186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Freeform 29"/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4" hasCustomPrompt="1"/>
          </p:nvPr>
        </p:nvSpPr>
        <p:spPr>
          <a:xfrm>
            <a:off x="4623115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5" hasCustomPrompt="1"/>
          </p:nvPr>
        </p:nvSpPr>
        <p:spPr>
          <a:xfrm>
            <a:off x="8299768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946462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21FCA15-75E8-4403-8195-95F9F041A1EF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5/31/2026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D681018-CA26-4C24-99E8-55D8921F9AB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9695935" y="155417"/>
            <a:ext cx="2210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July ~ Sep </a:t>
            </a: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Freeform 29"/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715622" y="1471123"/>
            <a:ext cx="1122612" cy="1122612"/>
          </a:xfrm>
          <a:custGeom>
            <a:avLst/>
            <a:gdLst>
              <a:gd name="connsiteX0" fmla="*/ 561306 w 1122612"/>
              <a:gd name="connsiteY0" fmla="*/ 0 h 1122612"/>
              <a:gd name="connsiteX1" fmla="*/ 1122612 w 1122612"/>
              <a:gd name="connsiteY1" fmla="*/ 561306 h 1122612"/>
              <a:gd name="connsiteX2" fmla="*/ 561306 w 1122612"/>
              <a:gd name="connsiteY2" fmla="*/ 1122612 h 1122612"/>
              <a:gd name="connsiteX3" fmla="*/ 0 w 1122612"/>
              <a:gd name="connsiteY3" fmla="*/ 561306 h 1122612"/>
              <a:gd name="connsiteX4" fmla="*/ 561306 w 1122612"/>
              <a:gd name="connsiteY4" fmla="*/ 0 h 1122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612" h="1122612">
                <a:moveTo>
                  <a:pt x="561306" y="0"/>
                </a:moveTo>
                <a:cubicBezTo>
                  <a:pt x="871307" y="0"/>
                  <a:pt x="1122612" y="251305"/>
                  <a:pt x="1122612" y="561306"/>
                </a:cubicBezTo>
                <a:cubicBezTo>
                  <a:pt x="1122612" y="871307"/>
                  <a:pt x="871307" y="1122612"/>
                  <a:pt x="561306" y="1122612"/>
                </a:cubicBezTo>
                <a:cubicBezTo>
                  <a:pt x="251305" y="1122612"/>
                  <a:pt x="0" y="871307"/>
                  <a:pt x="0" y="561306"/>
                </a:cubicBezTo>
                <a:cubicBezTo>
                  <a:pt x="0" y="251305"/>
                  <a:pt x="251305" y="0"/>
                  <a:pt x="561306" y="0"/>
                </a:cubicBezTo>
                <a:close/>
              </a:path>
            </a:pathLst>
          </a:custGeom>
          <a:ln w="31750">
            <a:solidFill>
              <a:schemeClr val="bg1">
                <a:alpha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Freeform 29"/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 hasCustomPrompt="1"/>
          </p:nvPr>
        </p:nvSpPr>
        <p:spPr>
          <a:xfrm>
            <a:off x="508002" y="177801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735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45006" y="973395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45006" y="3507823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171569" y="973395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171569" y="3507823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2667000"/>
          </a:xfrm>
          <a:custGeom>
            <a:avLst/>
            <a:gdLst>
              <a:gd name="connsiteX0" fmla="*/ 0 w 12192000"/>
              <a:gd name="connsiteY0" fmla="*/ 0 h 2667000"/>
              <a:gd name="connsiteX1" fmla="*/ 12192000 w 12192000"/>
              <a:gd name="connsiteY1" fmla="*/ 0 h 2667000"/>
              <a:gd name="connsiteX2" fmla="*/ 12192000 w 12192000"/>
              <a:gd name="connsiteY2" fmla="*/ 2667000 h 2667000"/>
              <a:gd name="connsiteX3" fmla="*/ 0 w 12192000"/>
              <a:gd name="connsiteY3" fmla="*/ 266700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7000">
                <a:moveTo>
                  <a:pt x="0" y="0"/>
                </a:moveTo>
                <a:lnTo>
                  <a:pt x="12192000" y="0"/>
                </a:lnTo>
                <a:lnTo>
                  <a:pt x="12192000" y="2667000"/>
                </a:lnTo>
                <a:lnTo>
                  <a:pt x="0" y="2667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>
              <a:def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placeholder</a:t>
            </a:r>
            <a:endParaRPr lang="en-GB" dirty="0"/>
          </a:p>
          <a:p>
            <a:pPr marL="0" lvl="0" indent="0" algn="ctr">
              <a:buNone/>
            </a:pP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2667000"/>
            <a:ext cx="12192000" cy="419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  <a:gs pos="5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468139" y="2916085"/>
            <a:ext cx="2691375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117533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484215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858581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263684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9" grpId="0"/>
      <p:bldP spid="50" grpId="0"/>
      <p:bldP spid="51" grpId="0"/>
      <p:bldP spid="52" grpId="0"/>
    </p:bldLst>
  </p:timing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913495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 flipV="1">
            <a:off x="0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908827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1529" y="2916085"/>
            <a:ext cx="2573241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913495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 flipV="1">
            <a:off x="0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37410" y="284328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600" indent="-228600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76250" indent="-247650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800" indent="-228600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400" indent="-228600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600" indent="-228600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57200" indent="-228600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800" indent="-228600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400" indent="-228600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1" y="1268759"/>
            <a:ext cx="2352260" cy="3535680"/>
          </a:xfr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57971" y="1268759"/>
            <a:ext cx="2352260" cy="3535680"/>
          </a:xfr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467708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1130" indent="-151130">
              <a:defRPr sz="1400"/>
            </a:lvl3pPr>
            <a:lvl4pPr marL="401955" indent="-20828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797789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1130" indent="-151130">
              <a:defRPr sz="1400"/>
            </a:lvl3pPr>
            <a:lvl4pPr marL="401955" indent="-20828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14400" y="4980565"/>
            <a:ext cx="503311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257971" y="4980565"/>
            <a:ext cx="501962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865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DB4633-C532-459C-A85A-C4284BC9091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2026/5/31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2BACD5-5008-44D2-8AFD-4509F1E611B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8F9B19-2ACD-4754-B285-80AD428E761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2026/5/31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EFD821-C737-494E-9714-1D79E310A4B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pic>
        <p:nvPicPr>
          <p:cNvPr id="6" name="图片 5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E786DCE-9276-4544-A303-B2A458CA83D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2026/5/31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E0A1512-2185-40A5-873D-0645923F66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pic>
        <p:nvPicPr>
          <p:cNvPr id="6" name="图片 5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1A12FE7-82F5-4D4A-BA90-3FCEE9768CA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2026/5/31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937134-45C5-47F8-AE80-6491DDCCFE3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pic>
        <p:nvPicPr>
          <p:cNvPr id="6" name="图片 5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866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63" Type="http://schemas.openxmlformats.org/officeDocument/2006/relationships/slideLayout" Target="../slideLayouts/slideLayout63.xml"/><Relationship Id="rId159" Type="http://schemas.openxmlformats.org/officeDocument/2006/relationships/slideLayout" Target="../slideLayouts/slideLayout159.xml"/><Relationship Id="rId170" Type="http://schemas.openxmlformats.org/officeDocument/2006/relationships/slideLayout" Target="../slideLayouts/slideLayout170.xml"/><Relationship Id="rId226" Type="http://schemas.openxmlformats.org/officeDocument/2006/relationships/slideLayout" Target="../slideLayouts/slideLayout226.xml"/><Relationship Id="rId268" Type="http://schemas.openxmlformats.org/officeDocument/2006/relationships/slideLayout" Target="../slideLayouts/slideLayout268.xml"/><Relationship Id="rId32" Type="http://schemas.openxmlformats.org/officeDocument/2006/relationships/slideLayout" Target="../slideLayouts/slideLayout32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5.xml"/><Relationship Id="rId181" Type="http://schemas.openxmlformats.org/officeDocument/2006/relationships/slideLayout" Target="../slideLayouts/slideLayout181.xml"/><Relationship Id="rId237" Type="http://schemas.openxmlformats.org/officeDocument/2006/relationships/slideLayout" Target="../slideLayouts/slideLayout237.xml"/><Relationship Id="rId279" Type="http://schemas.openxmlformats.org/officeDocument/2006/relationships/slideLayout" Target="../slideLayouts/slideLayout279.xml"/><Relationship Id="rId43" Type="http://schemas.openxmlformats.org/officeDocument/2006/relationships/slideLayout" Target="../slideLayouts/slideLayout43.xml"/><Relationship Id="rId139" Type="http://schemas.openxmlformats.org/officeDocument/2006/relationships/slideLayout" Target="../slideLayouts/slideLayout139.xml"/><Relationship Id="rId290" Type="http://schemas.openxmlformats.org/officeDocument/2006/relationships/image" Target="../media/image1.png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92" Type="http://schemas.openxmlformats.org/officeDocument/2006/relationships/slideLayout" Target="../slideLayouts/slideLayout192.xml"/><Relationship Id="rId206" Type="http://schemas.openxmlformats.org/officeDocument/2006/relationships/slideLayout" Target="../slideLayouts/slideLayout206.xml"/><Relationship Id="rId248" Type="http://schemas.openxmlformats.org/officeDocument/2006/relationships/slideLayout" Target="../slideLayouts/slideLayout248.xml"/><Relationship Id="rId269" Type="http://schemas.openxmlformats.org/officeDocument/2006/relationships/slideLayout" Target="../slideLayouts/slideLayout269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280" Type="http://schemas.openxmlformats.org/officeDocument/2006/relationships/slideLayout" Target="../slideLayouts/slideLayout280.xml"/><Relationship Id="rId54" Type="http://schemas.openxmlformats.org/officeDocument/2006/relationships/slideLayout" Target="../slideLayouts/slideLayout54.xml"/><Relationship Id="rId75" Type="http://schemas.openxmlformats.org/officeDocument/2006/relationships/slideLayout" Target="../slideLayouts/slideLayout75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61" Type="http://schemas.openxmlformats.org/officeDocument/2006/relationships/slideLayout" Target="../slideLayouts/slideLayout161.xml"/><Relationship Id="rId182" Type="http://schemas.openxmlformats.org/officeDocument/2006/relationships/slideLayout" Target="../slideLayouts/slideLayout182.xml"/><Relationship Id="rId217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6.xml"/><Relationship Id="rId238" Type="http://schemas.openxmlformats.org/officeDocument/2006/relationships/slideLayout" Target="../slideLayouts/slideLayout238.xml"/><Relationship Id="rId259" Type="http://schemas.openxmlformats.org/officeDocument/2006/relationships/slideLayout" Target="../slideLayouts/slideLayout259.xml"/><Relationship Id="rId23" Type="http://schemas.openxmlformats.org/officeDocument/2006/relationships/slideLayout" Target="../slideLayouts/slideLayout23.xml"/><Relationship Id="rId119" Type="http://schemas.openxmlformats.org/officeDocument/2006/relationships/slideLayout" Target="../slideLayouts/slideLayout119.xml"/><Relationship Id="rId270" Type="http://schemas.openxmlformats.org/officeDocument/2006/relationships/slideLayout" Target="../slideLayouts/slideLayout270.xml"/><Relationship Id="rId44" Type="http://schemas.openxmlformats.org/officeDocument/2006/relationships/slideLayout" Target="../slideLayouts/slideLayout44.xml"/><Relationship Id="rId65" Type="http://schemas.openxmlformats.org/officeDocument/2006/relationships/slideLayout" Target="../slideLayouts/slideLayout65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51" Type="http://schemas.openxmlformats.org/officeDocument/2006/relationships/slideLayout" Target="../slideLayouts/slideLayout151.xml"/><Relationship Id="rId172" Type="http://schemas.openxmlformats.org/officeDocument/2006/relationships/slideLayout" Target="../slideLayouts/slideLayout172.xml"/><Relationship Id="rId193" Type="http://schemas.openxmlformats.org/officeDocument/2006/relationships/slideLayout" Target="../slideLayouts/slideLayout193.xml"/><Relationship Id="rId207" Type="http://schemas.openxmlformats.org/officeDocument/2006/relationships/slideLayout" Target="../slideLayouts/slideLayout207.xml"/><Relationship Id="rId228" Type="http://schemas.openxmlformats.org/officeDocument/2006/relationships/slideLayout" Target="../slideLayouts/slideLayout228.xml"/><Relationship Id="rId249" Type="http://schemas.openxmlformats.org/officeDocument/2006/relationships/slideLayout" Target="../slideLayouts/slideLayout249.xml"/><Relationship Id="rId13" Type="http://schemas.openxmlformats.org/officeDocument/2006/relationships/slideLayout" Target="../slideLayouts/slideLayout13.xml"/><Relationship Id="rId109" Type="http://schemas.openxmlformats.org/officeDocument/2006/relationships/slideLayout" Target="../slideLayouts/slideLayout109.xml"/><Relationship Id="rId260" Type="http://schemas.openxmlformats.org/officeDocument/2006/relationships/slideLayout" Target="../slideLayouts/slideLayout260.xml"/><Relationship Id="rId281" Type="http://schemas.openxmlformats.org/officeDocument/2006/relationships/slideLayout" Target="../slideLayouts/slideLayout281.xml"/><Relationship Id="rId34" Type="http://schemas.openxmlformats.org/officeDocument/2006/relationships/slideLayout" Target="../slideLayouts/slideLayout34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20" Type="http://schemas.openxmlformats.org/officeDocument/2006/relationships/slideLayout" Target="../slideLayouts/slideLayout120.xml"/><Relationship Id="rId14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7.xml"/><Relationship Id="rId162" Type="http://schemas.openxmlformats.org/officeDocument/2006/relationships/slideLayout" Target="../slideLayouts/slideLayout162.xml"/><Relationship Id="rId183" Type="http://schemas.openxmlformats.org/officeDocument/2006/relationships/slideLayout" Target="../slideLayouts/slideLayout183.xml"/><Relationship Id="rId218" Type="http://schemas.openxmlformats.org/officeDocument/2006/relationships/slideLayout" Target="../slideLayouts/slideLayout218.xml"/><Relationship Id="rId239" Type="http://schemas.openxmlformats.org/officeDocument/2006/relationships/slideLayout" Target="../slideLayouts/slideLayout239.xml"/><Relationship Id="rId250" Type="http://schemas.openxmlformats.org/officeDocument/2006/relationships/slideLayout" Target="../slideLayouts/slideLayout250.xml"/><Relationship Id="rId271" Type="http://schemas.openxmlformats.org/officeDocument/2006/relationships/slideLayout" Target="../slideLayouts/slideLayout271.xml"/><Relationship Id="rId24" Type="http://schemas.openxmlformats.org/officeDocument/2006/relationships/slideLayout" Target="../slideLayouts/slideLayout24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31" Type="http://schemas.openxmlformats.org/officeDocument/2006/relationships/slideLayout" Target="../slideLayouts/slideLayout131.xml"/><Relationship Id="rId152" Type="http://schemas.openxmlformats.org/officeDocument/2006/relationships/slideLayout" Target="../slideLayouts/slideLayout152.xml"/><Relationship Id="rId173" Type="http://schemas.openxmlformats.org/officeDocument/2006/relationships/slideLayout" Target="../slideLayouts/slideLayout173.xml"/><Relationship Id="rId194" Type="http://schemas.openxmlformats.org/officeDocument/2006/relationships/slideLayout" Target="../slideLayouts/slideLayout194.xml"/><Relationship Id="rId208" Type="http://schemas.openxmlformats.org/officeDocument/2006/relationships/slideLayout" Target="../slideLayouts/slideLayout208.xml"/><Relationship Id="rId229" Type="http://schemas.openxmlformats.org/officeDocument/2006/relationships/slideLayout" Target="../slideLayouts/slideLayout229.xml"/><Relationship Id="rId240" Type="http://schemas.openxmlformats.org/officeDocument/2006/relationships/slideLayout" Target="../slideLayouts/slideLayout240.xml"/><Relationship Id="rId261" Type="http://schemas.openxmlformats.org/officeDocument/2006/relationships/slideLayout" Target="../slideLayouts/slideLayout261.xml"/><Relationship Id="rId14" Type="http://schemas.openxmlformats.org/officeDocument/2006/relationships/slideLayout" Target="../slideLayouts/slideLayout14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282" Type="http://schemas.openxmlformats.org/officeDocument/2006/relationships/slideLayout" Target="../slideLayouts/slideLayout282.xml"/><Relationship Id="rId8" Type="http://schemas.openxmlformats.org/officeDocument/2006/relationships/slideLayout" Target="../slideLayouts/slideLayout8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184" Type="http://schemas.openxmlformats.org/officeDocument/2006/relationships/slideLayout" Target="../slideLayouts/slideLayout184.xml"/><Relationship Id="rId219" Type="http://schemas.openxmlformats.org/officeDocument/2006/relationships/slideLayout" Target="../slideLayouts/slideLayout219.xml"/><Relationship Id="rId230" Type="http://schemas.openxmlformats.org/officeDocument/2006/relationships/slideLayout" Target="../slideLayouts/slideLayout230.xml"/><Relationship Id="rId251" Type="http://schemas.openxmlformats.org/officeDocument/2006/relationships/slideLayout" Target="../slideLayouts/slideLayout251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272" Type="http://schemas.openxmlformats.org/officeDocument/2006/relationships/slideLayout" Target="../slideLayouts/slideLayout272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74" Type="http://schemas.openxmlformats.org/officeDocument/2006/relationships/slideLayout" Target="../slideLayouts/slideLayout174.xml"/><Relationship Id="rId195" Type="http://schemas.openxmlformats.org/officeDocument/2006/relationships/slideLayout" Target="../slideLayouts/slideLayout195.xml"/><Relationship Id="rId209" Type="http://schemas.openxmlformats.org/officeDocument/2006/relationships/slideLayout" Target="../slideLayouts/slideLayout209.xml"/><Relationship Id="rId220" Type="http://schemas.openxmlformats.org/officeDocument/2006/relationships/slideLayout" Target="../slideLayouts/slideLayout220.xml"/><Relationship Id="rId241" Type="http://schemas.openxmlformats.org/officeDocument/2006/relationships/slideLayout" Target="../slideLayouts/slideLayout24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262" Type="http://schemas.openxmlformats.org/officeDocument/2006/relationships/slideLayout" Target="../slideLayouts/slideLayout262.xml"/><Relationship Id="rId283" Type="http://schemas.openxmlformats.org/officeDocument/2006/relationships/slideLayout" Target="../slideLayouts/slideLayout283.xml"/><Relationship Id="rId78" Type="http://schemas.openxmlformats.org/officeDocument/2006/relationships/slideLayout" Target="../slideLayouts/slideLayout78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64" Type="http://schemas.openxmlformats.org/officeDocument/2006/relationships/slideLayout" Target="../slideLayouts/slideLayout164.xml"/><Relationship Id="rId185" Type="http://schemas.openxmlformats.org/officeDocument/2006/relationships/slideLayout" Target="../slideLayouts/slideLayout185.xml"/><Relationship Id="rId9" Type="http://schemas.openxmlformats.org/officeDocument/2006/relationships/slideLayout" Target="../slideLayouts/slideLayout9.xml"/><Relationship Id="rId210" Type="http://schemas.openxmlformats.org/officeDocument/2006/relationships/slideLayout" Target="../slideLayouts/slideLayout210.xml"/><Relationship Id="rId26" Type="http://schemas.openxmlformats.org/officeDocument/2006/relationships/slideLayout" Target="../slideLayouts/slideLayout26.xml"/><Relationship Id="rId231" Type="http://schemas.openxmlformats.org/officeDocument/2006/relationships/slideLayout" Target="../slideLayouts/slideLayout231.xml"/><Relationship Id="rId252" Type="http://schemas.openxmlformats.org/officeDocument/2006/relationships/slideLayout" Target="../slideLayouts/slideLayout252.xml"/><Relationship Id="rId273" Type="http://schemas.openxmlformats.org/officeDocument/2006/relationships/slideLayout" Target="../slideLayouts/slideLayout273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75" Type="http://schemas.openxmlformats.org/officeDocument/2006/relationships/slideLayout" Target="../slideLayouts/slideLayout175.xml"/><Relationship Id="rId196" Type="http://schemas.openxmlformats.org/officeDocument/2006/relationships/slideLayout" Target="../slideLayouts/slideLayout196.xml"/><Relationship Id="rId200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6.xml"/><Relationship Id="rId221" Type="http://schemas.openxmlformats.org/officeDocument/2006/relationships/slideLayout" Target="../slideLayouts/slideLayout221.xml"/><Relationship Id="rId242" Type="http://schemas.openxmlformats.org/officeDocument/2006/relationships/slideLayout" Target="../slideLayouts/slideLayout242.xml"/><Relationship Id="rId263" Type="http://schemas.openxmlformats.org/officeDocument/2006/relationships/slideLayout" Target="../slideLayouts/slideLayout263.xml"/><Relationship Id="rId284" Type="http://schemas.openxmlformats.org/officeDocument/2006/relationships/slideLayout" Target="../slideLayouts/slideLayout284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186" Type="http://schemas.openxmlformats.org/officeDocument/2006/relationships/slideLayout" Target="../slideLayouts/slideLayout186.xml"/><Relationship Id="rId211" Type="http://schemas.openxmlformats.org/officeDocument/2006/relationships/slideLayout" Target="../slideLayouts/slideLayout211.xml"/><Relationship Id="rId232" Type="http://schemas.openxmlformats.org/officeDocument/2006/relationships/slideLayout" Target="../slideLayouts/slideLayout232.xml"/><Relationship Id="rId253" Type="http://schemas.openxmlformats.org/officeDocument/2006/relationships/slideLayout" Target="../slideLayouts/slideLayout253.xml"/><Relationship Id="rId274" Type="http://schemas.openxmlformats.org/officeDocument/2006/relationships/slideLayout" Target="../slideLayouts/slideLayout274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6" Type="http://schemas.openxmlformats.org/officeDocument/2006/relationships/slideLayout" Target="../slideLayouts/slideLayout176.xml"/><Relationship Id="rId197" Type="http://schemas.openxmlformats.org/officeDocument/2006/relationships/slideLayout" Target="../slideLayouts/slideLayout197.xml"/><Relationship Id="rId201" Type="http://schemas.openxmlformats.org/officeDocument/2006/relationships/slideLayout" Target="../slideLayouts/slideLayout201.xml"/><Relationship Id="rId222" Type="http://schemas.openxmlformats.org/officeDocument/2006/relationships/slideLayout" Target="../slideLayouts/slideLayout222.xml"/><Relationship Id="rId243" Type="http://schemas.openxmlformats.org/officeDocument/2006/relationships/slideLayout" Target="../slideLayouts/slideLayout243.xml"/><Relationship Id="rId264" Type="http://schemas.openxmlformats.org/officeDocument/2006/relationships/slideLayout" Target="../slideLayouts/slideLayout264.xml"/><Relationship Id="rId285" Type="http://schemas.openxmlformats.org/officeDocument/2006/relationships/slideLayout" Target="../slideLayouts/slideLayout285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66" Type="http://schemas.openxmlformats.org/officeDocument/2006/relationships/slideLayout" Target="../slideLayouts/slideLayout166.xml"/><Relationship Id="rId187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.xml"/><Relationship Id="rId212" Type="http://schemas.openxmlformats.org/officeDocument/2006/relationships/slideLayout" Target="../slideLayouts/slideLayout212.xml"/><Relationship Id="rId233" Type="http://schemas.openxmlformats.org/officeDocument/2006/relationships/slideLayout" Target="../slideLayouts/slideLayout233.xml"/><Relationship Id="rId254" Type="http://schemas.openxmlformats.org/officeDocument/2006/relationships/slideLayout" Target="../slideLayouts/slideLayout254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275" Type="http://schemas.openxmlformats.org/officeDocument/2006/relationships/slideLayout" Target="../slideLayouts/slideLayout275.xml"/><Relationship Id="rId60" Type="http://schemas.openxmlformats.org/officeDocument/2006/relationships/slideLayout" Target="../slideLayouts/slideLayout60.xml"/><Relationship Id="rId81" Type="http://schemas.openxmlformats.org/officeDocument/2006/relationships/slideLayout" Target="../slideLayouts/slideLayout81.xml"/><Relationship Id="rId135" Type="http://schemas.openxmlformats.org/officeDocument/2006/relationships/slideLayout" Target="../slideLayouts/slideLayout135.xml"/><Relationship Id="rId156" Type="http://schemas.openxmlformats.org/officeDocument/2006/relationships/slideLayout" Target="../slideLayouts/slideLayout156.xml"/><Relationship Id="rId177" Type="http://schemas.openxmlformats.org/officeDocument/2006/relationships/slideLayout" Target="../slideLayouts/slideLayout177.xml"/><Relationship Id="rId198" Type="http://schemas.openxmlformats.org/officeDocument/2006/relationships/slideLayout" Target="../slideLayouts/slideLayout198.xml"/><Relationship Id="rId202" Type="http://schemas.openxmlformats.org/officeDocument/2006/relationships/slideLayout" Target="../slideLayouts/slideLayout202.xml"/><Relationship Id="rId223" Type="http://schemas.openxmlformats.org/officeDocument/2006/relationships/slideLayout" Target="../slideLayouts/slideLayout223.xml"/><Relationship Id="rId244" Type="http://schemas.openxmlformats.org/officeDocument/2006/relationships/slideLayout" Target="../slideLayouts/slideLayout244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265" Type="http://schemas.openxmlformats.org/officeDocument/2006/relationships/slideLayout" Target="../slideLayouts/slideLayout265.xml"/><Relationship Id="rId286" Type="http://schemas.openxmlformats.org/officeDocument/2006/relationships/slideLayout" Target="../slideLayouts/slideLayout286.xml"/><Relationship Id="rId50" Type="http://schemas.openxmlformats.org/officeDocument/2006/relationships/slideLayout" Target="../slideLayouts/slideLayout50.xml"/><Relationship Id="rId104" Type="http://schemas.openxmlformats.org/officeDocument/2006/relationships/slideLayout" Target="../slideLayouts/slideLayout104.xml"/><Relationship Id="rId125" Type="http://schemas.openxmlformats.org/officeDocument/2006/relationships/slideLayout" Target="../slideLayouts/slideLayout125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188" Type="http://schemas.openxmlformats.org/officeDocument/2006/relationships/slideLayout" Target="../slideLayouts/slideLayout188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13" Type="http://schemas.openxmlformats.org/officeDocument/2006/relationships/slideLayout" Target="../slideLayouts/slideLayout213.xml"/><Relationship Id="rId234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55" Type="http://schemas.openxmlformats.org/officeDocument/2006/relationships/slideLayout" Target="../slideLayouts/slideLayout255.xml"/><Relationship Id="rId276" Type="http://schemas.openxmlformats.org/officeDocument/2006/relationships/slideLayout" Target="../slideLayouts/slideLayout276.xml"/><Relationship Id="rId40" Type="http://schemas.openxmlformats.org/officeDocument/2006/relationships/slideLayout" Target="../slideLayouts/slideLayout40.xml"/><Relationship Id="rId115" Type="http://schemas.openxmlformats.org/officeDocument/2006/relationships/slideLayout" Target="../slideLayouts/slideLayout115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9" Type="http://schemas.openxmlformats.org/officeDocument/2006/relationships/slideLayout" Target="../slideLayouts/slideLayout199.xml"/><Relationship Id="rId203" Type="http://schemas.openxmlformats.org/officeDocument/2006/relationships/slideLayout" Target="../slideLayouts/slideLayout203.xml"/><Relationship Id="rId19" Type="http://schemas.openxmlformats.org/officeDocument/2006/relationships/slideLayout" Target="../slideLayouts/slideLayout19.xml"/><Relationship Id="rId224" Type="http://schemas.openxmlformats.org/officeDocument/2006/relationships/slideLayout" Target="../slideLayouts/slideLayout224.xml"/><Relationship Id="rId245" Type="http://schemas.openxmlformats.org/officeDocument/2006/relationships/slideLayout" Target="../slideLayouts/slideLayout245.xml"/><Relationship Id="rId266" Type="http://schemas.openxmlformats.org/officeDocument/2006/relationships/slideLayout" Target="../slideLayouts/slideLayout266.xml"/><Relationship Id="rId287" Type="http://schemas.openxmlformats.org/officeDocument/2006/relationships/slideLayout" Target="../slideLayouts/slideLayout287.xml"/><Relationship Id="rId30" Type="http://schemas.openxmlformats.org/officeDocument/2006/relationships/slideLayout" Target="../slideLayouts/slideLayout3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189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3.xml"/><Relationship Id="rId214" Type="http://schemas.openxmlformats.org/officeDocument/2006/relationships/slideLayout" Target="../slideLayouts/slideLayout214.xml"/><Relationship Id="rId235" Type="http://schemas.openxmlformats.org/officeDocument/2006/relationships/slideLayout" Target="../slideLayouts/slideLayout235.xml"/><Relationship Id="rId256" Type="http://schemas.openxmlformats.org/officeDocument/2006/relationships/slideLayout" Target="../slideLayouts/slideLayout256.xml"/><Relationship Id="rId277" Type="http://schemas.openxmlformats.org/officeDocument/2006/relationships/slideLayout" Target="../slideLayouts/slideLayout27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179" Type="http://schemas.openxmlformats.org/officeDocument/2006/relationships/slideLayout" Target="../slideLayouts/slideLayout179.xml"/><Relationship Id="rId190" Type="http://schemas.openxmlformats.org/officeDocument/2006/relationships/slideLayout" Target="../slideLayouts/slideLayout190.xml"/><Relationship Id="rId204" Type="http://schemas.openxmlformats.org/officeDocument/2006/relationships/slideLayout" Target="../slideLayouts/slideLayout204.xml"/><Relationship Id="rId225" Type="http://schemas.openxmlformats.org/officeDocument/2006/relationships/slideLayout" Target="../slideLayouts/slideLayout225.xml"/><Relationship Id="rId246" Type="http://schemas.openxmlformats.org/officeDocument/2006/relationships/slideLayout" Target="../slideLayouts/slideLayout246.xml"/><Relationship Id="rId267" Type="http://schemas.openxmlformats.org/officeDocument/2006/relationships/slideLayout" Target="../slideLayouts/slideLayout267.xml"/><Relationship Id="rId288" Type="http://schemas.openxmlformats.org/officeDocument/2006/relationships/slideLayout" Target="../slideLayouts/slideLayout288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94" Type="http://schemas.openxmlformats.org/officeDocument/2006/relationships/slideLayout" Target="../slideLayouts/slideLayout94.xml"/><Relationship Id="rId148" Type="http://schemas.openxmlformats.org/officeDocument/2006/relationships/slideLayout" Target="../slideLayouts/slideLayout148.xml"/><Relationship Id="rId169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4.xml"/><Relationship Id="rId180" Type="http://schemas.openxmlformats.org/officeDocument/2006/relationships/slideLayout" Target="../slideLayouts/slideLayout180.xml"/><Relationship Id="rId215" Type="http://schemas.openxmlformats.org/officeDocument/2006/relationships/slideLayout" Target="../slideLayouts/slideLayout215.xml"/><Relationship Id="rId236" Type="http://schemas.openxmlformats.org/officeDocument/2006/relationships/slideLayout" Target="../slideLayouts/slideLayout236.xml"/><Relationship Id="rId257" Type="http://schemas.openxmlformats.org/officeDocument/2006/relationships/slideLayout" Target="../slideLayouts/slideLayout257.xml"/><Relationship Id="rId278" Type="http://schemas.openxmlformats.org/officeDocument/2006/relationships/slideLayout" Target="../slideLayouts/slideLayout278.xml"/><Relationship Id="rId42" Type="http://schemas.openxmlformats.org/officeDocument/2006/relationships/slideLayout" Target="../slideLayouts/slideLayout42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91" Type="http://schemas.openxmlformats.org/officeDocument/2006/relationships/slideLayout" Target="../slideLayouts/slideLayout191.xml"/><Relationship Id="rId205" Type="http://schemas.openxmlformats.org/officeDocument/2006/relationships/slideLayout" Target="../slideLayouts/slideLayout205.xml"/><Relationship Id="rId247" Type="http://schemas.openxmlformats.org/officeDocument/2006/relationships/slideLayout" Target="../slideLayouts/slideLayout247.xml"/><Relationship Id="rId107" Type="http://schemas.openxmlformats.org/officeDocument/2006/relationships/slideLayout" Target="../slideLayouts/slideLayout107.xml"/><Relationship Id="rId289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53" Type="http://schemas.openxmlformats.org/officeDocument/2006/relationships/slideLayout" Target="../slideLayouts/slideLayout53.xml"/><Relationship Id="rId149" Type="http://schemas.openxmlformats.org/officeDocument/2006/relationships/slideLayout" Target="../slideLayouts/slideLayout149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216" Type="http://schemas.openxmlformats.org/officeDocument/2006/relationships/slideLayout" Target="../slideLayouts/slideLayout216.xml"/><Relationship Id="rId258" Type="http://schemas.openxmlformats.org/officeDocument/2006/relationships/slideLayout" Target="../slideLayouts/slideLayout258.xml"/><Relationship Id="rId22" Type="http://schemas.openxmlformats.org/officeDocument/2006/relationships/slideLayout" Target="../slideLayouts/slideLayout22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71" Type="http://schemas.openxmlformats.org/officeDocument/2006/relationships/slideLayout" Target="../slideLayouts/slideLayout171.xml"/><Relationship Id="rId227" Type="http://schemas.openxmlformats.org/officeDocument/2006/relationships/slideLayout" Target="../slideLayouts/slideLayout2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6.xml"/><Relationship Id="rId13" Type="http://schemas.openxmlformats.org/officeDocument/2006/relationships/slideLayout" Target="../slideLayouts/slideLayout301.xml"/><Relationship Id="rId18" Type="http://schemas.openxmlformats.org/officeDocument/2006/relationships/slideLayout" Target="../slideLayouts/slideLayout306.xml"/><Relationship Id="rId3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95.xml"/><Relationship Id="rId12" Type="http://schemas.openxmlformats.org/officeDocument/2006/relationships/slideLayout" Target="../slideLayouts/slideLayout300.xml"/><Relationship Id="rId17" Type="http://schemas.openxmlformats.org/officeDocument/2006/relationships/slideLayout" Target="../slideLayouts/slideLayout305.xml"/><Relationship Id="rId2" Type="http://schemas.openxmlformats.org/officeDocument/2006/relationships/slideLayout" Target="../slideLayouts/slideLayout290.xml"/><Relationship Id="rId16" Type="http://schemas.openxmlformats.org/officeDocument/2006/relationships/slideLayout" Target="../slideLayouts/slideLayout304.xml"/><Relationship Id="rId20" Type="http://schemas.openxmlformats.org/officeDocument/2006/relationships/image" Target="../media/image3.jpeg"/><Relationship Id="rId1" Type="http://schemas.openxmlformats.org/officeDocument/2006/relationships/slideLayout" Target="../slideLayouts/slideLayout289.xml"/><Relationship Id="rId6" Type="http://schemas.openxmlformats.org/officeDocument/2006/relationships/slideLayout" Target="../slideLayouts/slideLayout294.xml"/><Relationship Id="rId11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93.xml"/><Relationship Id="rId15" Type="http://schemas.openxmlformats.org/officeDocument/2006/relationships/slideLayout" Target="../slideLayouts/slideLayout303.xml"/><Relationship Id="rId10" Type="http://schemas.openxmlformats.org/officeDocument/2006/relationships/slideLayout" Target="../slideLayouts/slideLayout29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92.xml"/><Relationship Id="rId9" Type="http://schemas.openxmlformats.org/officeDocument/2006/relationships/slideLayout" Target="../slideLayouts/slideLayout297.xml"/><Relationship Id="rId14" Type="http://schemas.openxmlformats.org/officeDocument/2006/relationships/slideLayout" Target="../slideLayouts/slideLayout30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4.xml"/><Relationship Id="rId13" Type="http://schemas.openxmlformats.org/officeDocument/2006/relationships/slideLayout" Target="../slideLayouts/slideLayout319.xml"/><Relationship Id="rId18" Type="http://schemas.openxmlformats.org/officeDocument/2006/relationships/slideLayout" Target="../slideLayouts/slideLayout324.xml"/><Relationship Id="rId3" Type="http://schemas.openxmlformats.org/officeDocument/2006/relationships/slideLayout" Target="../slideLayouts/slideLayout309.xml"/><Relationship Id="rId21" Type="http://schemas.openxmlformats.org/officeDocument/2006/relationships/image" Target="../media/image3.jpeg"/><Relationship Id="rId7" Type="http://schemas.openxmlformats.org/officeDocument/2006/relationships/slideLayout" Target="../slideLayouts/slideLayout313.xml"/><Relationship Id="rId12" Type="http://schemas.openxmlformats.org/officeDocument/2006/relationships/slideLayout" Target="../slideLayouts/slideLayout318.xml"/><Relationship Id="rId17" Type="http://schemas.openxmlformats.org/officeDocument/2006/relationships/slideLayout" Target="../slideLayouts/slideLayout323.xml"/><Relationship Id="rId2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22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7.xml"/><Relationship Id="rId6" Type="http://schemas.openxmlformats.org/officeDocument/2006/relationships/slideLayout" Target="../slideLayouts/slideLayout312.xml"/><Relationship Id="rId11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1.xml"/><Relationship Id="rId15" Type="http://schemas.openxmlformats.org/officeDocument/2006/relationships/slideLayout" Target="../slideLayouts/slideLayout321.xml"/><Relationship Id="rId10" Type="http://schemas.openxmlformats.org/officeDocument/2006/relationships/slideLayout" Target="../slideLayouts/slideLayout316.xml"/><Relationship Id="rId19" Type="http://schemas.openxmlformats.org/officeDocument/2006/relationships/slideLayout" Target="../slideLayouts/slideLayout325.xml"/><Relationship Id="rId4" Type="http://schemas.openxmlformats.org/officeDocument/2006/relationships/slideLayout" Target="../slideLayouts/slideLayout310.xml"/><Relationship Id="rId9" Type="http://schemas.openxmlformats.org/officeDocument/2006/relationships/slideLayout" Target="../slideLayouts/slideLayout315.xml"/><Relationship Id="rId14" Type="http://schemas.openxmlformats.org/officeDocument/2006/relationships/slideLayout" Target="../slideLayouts/slideLayout3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3.xml"/><Relationship Id="rId13" Type="http://schemas.openxmlformats.org/officeDocument/2006/relationships/slideLayout" Target="../slideLayouts/slideLayout338.xml"/><Relationship Id="rId18" Type="http://schemas.openxmlformats.org/officeDocument/2006/relationships/slideLayout" Target="../slideLayouts/slideLayout343.xml"/><Relationship Id="rId3" Type="http://schemas.openxmlformats.org/officeDocument/2006/relationships/slideLayout" Target="../slideLayouts/slideLayout328.xml"/><Relationship Id="rId7" Type="http://schemas.openxmlformats.org/officeDocument/2006/relationships/slideLayout" Target="../slideLayouts/slideLayout332.xml"/><Relationship Id="rId12" Type="http://schemas.openxmlformats.org/officeDocument/2006/relationships/slideLayout" Target="../slideLayouts/slideLayout337.xml"/><Relationship Id="rId17" Type="http://schemas.openxmlformats.org/officeDocument/2006/relationships/slideLayout" Target="../slideLayouts/slideLayout342.xml"/><Relationship Id="rId2" Type="http://schemas.openxmlformats.org/officeDocument/2006/relationships/slideLayout" Target="../slideLayouts/slideLayout327.xml"/><Relationship Id="rId16" Type="http://schemas.openxmlformats.org/officeDocument/2006/relationships/slideLayout" Target="../slideLayouts/slideLayout341.xml"/><Relationship Id="rId20" Type="http://schemas.openxmlformats.org/officeDocument/2006/relationships/image" Target="../media/image3.jpeg"/><Relationship Id="rId1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31.xml"/><Relationship Id="rId11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0.xml"/><Relationship Id="rId15" Type="http://schemas.openxmlformats.org/officeDocument/2006/relationships/slideLayout" Target="../slideLayouts/slideLayout340.xml"/><Relationship Id="rId10" Type="http://schemas.openxmlformats.org/officeDocument/2006/relationships/slideLayout" Target="../slideLayouts/slideLayout335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329.xml"/><Relationship Id="rId9" Type="http://schemas.openxmlformats.org/officeDocument/2006/relationships/slideLayout" Target="../slideLayouts/slideLayout334.xml"/><Relationship Id="rId14" Type="http://schemas.openxmlformats.org/officeDocument/2006/relationships/slideLayout" Target="../slideLayouts/slideLayout3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1.xml"/><Relationship Id="rId13" Type="http://schemas.openxmlformats.org/officeDocument/2006/relationships/slideLayout" Target="../slideLayouts/slideLayout356.xml"/><Relationship Id="rId18" Type="http://schemas.openxmlformats.org/officeDocument/2006/relationships/slideLayout" Target="../slideLayouts/slideLayout361.xml"/><Relationship Id="rId3" Type="http://schemas.openxmlformats.org/officeDocument/2006/relationships/slideLayout" Target="../slideLayouts/slideLayout346.xml"/><Relationship Id="rId7" Type="http://schemas.openxmlformats.org/officeDocument/2006/relationships/slideLayout" Target="../slideLayouts/slideLayout350.xml"/><Relationship Id="rId12" Type="http://schemas.openxmlformats.org/officeDocument/2006/relationships/slideLayout" Target="../slideLayouts/slideLayout355.xml"/><Relationship Id="rId17" Type="http://schemas.openxmlformats.org/officeDocument/2006/relationships/slideLayout" Target="../slideLayouts/slideLayout360.xml"/><Relationship Id="rId2" Type="http://schemas.openxmlformats.org/officeDocument/2006/relationships/slideLayout" Target="../slideLayouts/slideLayout345.xml"/><Relationship Id="rId16" Type="http://schemas.openxmlformats.org/officeDocument/2006/relationships/slideLayout" Target="../slideLayouts/slideLayout359.xml"/><Relationship Id="rId20" Type="http://schemas.openxmlformats.org/officeDocument/2006/relationships/image" Target="../media/image3.jpeg"/><Relationship Id="rId1" Type="http://schemas.openxmlformats.org/officeDocument/2006/relationships/slideLayout" Target="../slideLayouts/slideLayout344.xml"/><Relationship Id="rId6" Type="http://schemas.openxmlformats.org/officeDocument/2006/relationships/slideLayout" Target="../slideLayouts/slideLayout349.xml"/><Relationship Id="rId11" Type="http://schemas.openxmlformats.org/officeDocument/2006/relationships/slideLayout" Target="../slideLayouts/slideLayout354.xml"/><Relationship Id="rId5" Type="http://schemas.openxmlformats.org/officeDocument/2006/relationships/slideLayout" Target="../slideLayouts/slideLayout348.xml"/><Relationship Id="rId15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53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347.xml"/><Relationship Id="rId9" Type="http://schemas.openxmlformats.org/officeDocument/2006/relationships/slideLayout" Target="../slideLayouts/slideLayout352.xml"/><Relationship Id="rId14" Type="http://schemas.openxmlformats.org/officeDocument/2006/relationships/slideLayout" Target="../slideLayouts/slideLayout3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9.xml"/><Relationship Id="rId13" Type="http://schemas.openxmlformats.org/officeDocument/2006/relationships/slideLayout" Target="../slideLayouts/slideLayout374.xml"/><Relationship Id="rId18" Type="http://schemas.openxmlformats.org/officeDocument/2006/relationships/slideLayout" Target="../slideLayouts/slideLayout379.xml"/><Relationship Id="rId3" Type="http://schemas.openxmlformats.org/officeDocument/2006/relationships/slideLayout" Target="../slideLayouts/slideLayout364.xml"/><Relationship Id="rId7" Type="http://schemas.openxmlformats.org/officeDocument/2006/relationships/slideLayout" Target="../slideLayouts/slideLayout368.xml"/><Relationship Id="rId12" Type="http://schemas.openxmlformats.org/officeDocument/2006/relationships/slideLayout" Target="../slideLayouts/slideLayout373.xml"/><Relationship Id="rId17" Type="http://schemas.openxmlformats.org/officeDocument/2006/relationships/slideLayout" Target="../slideLayouts/slideLayout378.xml"/><Relationship Id="rId2" Type="http://schemas.openxmlformats.org/officeDocument/2006/relationships/slideLayout" Target="../slideLayouts/slideLayout363.xml"/><Relationship Id="rId16" Type="http://schemas.openxmlformats.org/officeDocument/2006/relationships/slideLayout" Target="../slideLayouts/slideLayout377.xml"/><Relationship Id="rId20" Type="http://schemas.openxmlformats.org/officeDocument/2006/relationships/image" Target="../media/image3.jpeg"/><Relationship Id="rId1" Type="http://schemas.openxmlformats.org/officeDocument/2006/relationships/slideLayout" Target="../slideLayouts/slideLayout362.xml"/><Relationship Id="rId6" Type="http://schemas.openxmlformats.org/officeDocument/2006/relationships/slideLayout" Target="../slideLayouts/slideLayout367.xml"/><Relationship Id="rId11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66.xml"/><Relationship Id="rId15" Type="http://schemas.openxmlformats.org/officeDocument/2006/relationships/slideLayout" Target="../slideLayouts/slideLayout376.xml"/><Relationship Id="rId10" Type="http://schemas.openxmlformats.org/officeDocument/2006/relationships/slideLayout" Target="../slideLayouts/slideLayout371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365.xml"/><Relationship Id="rId9" Type="http://schemas.openxmlformats.org/officeDocument/2006/relationships/slideLayout" Target="../slideLayouts/slideLayout370.xml"/><Relationship Id="rId14" Type="http://schemas.openxmlformats.org/officeDocument/2006/relationships/slideLayout" Target="../slideLayouts/slideLayout37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382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1.xml"/><Relationship Id="rId1" Type="http://schemas.openxmlformats.org/officeDocument/2006/relationships/slideLayout" Target="../slideLayouts/slideLayout380.xml"/><Relationship Id="rId6" Type="http://schemas.openxmlformats.org/officeDocument/2006/relationships/slideLayout" Target="../slideLayouts/slideLayout385.xml"/><Relationship Id="rId5" Type="http://schemas.openxmlformats.org/officeDocument/2006/relationships/slideLayout" Target="../slideLayouts/slideLayout384.xml"/><Relationship Id="rId4" Type="http://schemas.openxmlformats.org/officeDocument/2006/relationships/slideLayout" Target="../slideLayouts/slideLayout3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9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  <p:sldLayoutId id="2147483730" r:id="rId82"/>
    <p:sldLayoutId id="2147483731" r:id="rId83"/>
    <p:sldLayoutId id="2147483732" r:id="rId84"/>
    <p:sldLayoutId id="2147483733" r:id="rId85"/>
    <p:sldLayoutId id="2147483734" r:id="rId86"/>
    <p:sldLayoutId id="2147483735" r:id="rId87"/>
    <p:sldLayoutId id="2147483736" r:id="rId88"/>
    <p:sldLayoutId id="2147483737" r:id="rId89"/>
    <p:sldLayoutId id="2147483738" r:id="rId90"/>
    <p:sldLayoutId id="2147483739" r:id="rId91"/>
    <p:sldLayoutId id="2147483740" r:id="rId92"/>
    <p:sldLayoutId id="2147483741" r:id="rId93"/>
    <p:sldLayoutId id="2147483742" r:id="rId94"/>
    <p:sldLayoutId id="2147483743" r:id="rId95"/>
    <p:sldLayoutId id="2147483744" r:id="rId96"/>
    <p:sldLayoutId id="2147483745" r:id="rId97"/>
    <p:sldLayoutId id="2147483746" r:id="rId98"/>
    <p:sldLayoutId id="2147483747" r:id="rId99"/>
    <p:sldLayoutId id="2147483748" r:id="rId100"/>
    <p:sldLayoutId id="2147483749" r:id="rId101"/>
    <p:sldLayoutId id="2147483750" r:id="rId102"/>
    <p:sldLayoutId id="2147483751" r:id="rId103"/>
    <p:sldLayoutId id="2147483752" r:id="rId104"/>
    <p:sldLayoutId id="2147483753" r:id="rId105"/>
    <p:sldLayoutId id="2147483754" r:id="rId106"/>
    <p:sldLayoutId id="2147483755" r:id="rId107"/>
    <p:sldLayoutId id="2147483756" r:id="rId108"/>
    <p:sldLayoutId id="2147483757" r:id="rId109"/>
    <p:sldLayoutId id="2147483758" r:id="rId110"/>
    <p:sldLayoutId id="2147483759" r:id="rId111"/>
    <p:sldLayoutId id="2147483760" r:id="rId112"/>
    <p:sldLayoutId id="2147483761" r:id="rId113"/>
    <p:sldLayoutId id="2147483762" r:id="rId114"/>
    <p:sldLayoutId id="2147483763" r:id="rId115"/>
    <p:sldLayoutId id="2147483764" r:id="rId116"/>
    <p:sldLayoutId id="2147483765" r:id="rId117"/>
    <p:sldLayoutId id="2147483766" r:id="rId118"/>
    <p:sldLayoutId id="2147483767" r:id="rId119"/>
    <p:sldLayoutId id="2147483768" r:id="rId120"/>
    <p:sldLayoutId id="2147483769" r:id="rId121"/>
    <p:sldLayoutId id="2147483770" r:id="rId122"/>
    <p:sldLayoutId id="2147483771" r:id="rId123"/>
    <p:sldLayoutId id="2147483772" r:id="rId124"/>
    <p:sldLayoutId id="2147483773" r:id="rId125"/>
    <p:sldLayoutId id="2147483774" r:id="rId126"/>
    <p:sldLayoutId id="2147483775" r:id="rId127"/>
    <p:sldLayoutId id="2147483776" r:id="rId128"/>
    <p:sldLayoutId id="2147483777" r:id="rId129"/>
    <p:sldLayoutId id="2147483778" r:id="rId130"/>
    <p:sldLayoutId id="2147483779" r:id="rId131"/>
    <p:sldLayoutId id="2147483780" r:id="rId132"/>
    <p:sldLayoutId id="2147483781" r:id="rId133"/>
    <p:sldLayoutId id="2147483782" r:id="rId134"/>
    <p:sldLayoutId id="2147483783" r:id="rId135"/>
    <p:sldLayoutId id="2147483784" r:id="rId136"/>
    <p:sldLayoutId id="2147483785" r:id="rId137"/>
    <p:sldLayoutId id="2147483786" r:id="rId138"/>
    <p:sldLayoutId id="2147483787" r:id="rId139"/>
    <p:sldLayoutId id="2147483788" r:id="rId140"/>
    <p:sldLayoutId id="2147483789" r:id="rId141"/>
    <p:sldLayoutId id="2147483790" r:id="rId142"/>
    <p:sldLayoutId id="2147483791" r:id="rId143"/>
    <p:sldLayoutId id="2147483792" r:id="rId144"/>
    <p:sldLayoutId id="2147483793" r:id="rId145"/>
    <p:sldLayoutId id="2147483794" r:id="rId146"/>
    <p:sldLayoutId id="2147483795" r:id="rId147"/>
    <p:sldLayoutId id="2147483796" r:id="rId148"/>
    <p:sldLayoutId id="2147483797" r:id="rId149"/>
    <p:sldLayoutId id="2147483798" r:id="rId150"/>
    <p:sldLayoutId id="2147483799" r:id="rId151"/>
    <p:sldLayoutId id="2147483800" r:id="rId152"/>
    <p:sldLayoutId id="2147483801" r:id="rId153"/>
    <p:sldLayoutId id="2147483802" r:id="rId154"/>
    <p:sldLayoutId id="2147483803" r:id="rId155"/>
    <p:sldLayoutId id="2147483804" r:id="rId156"/>
    <p:sldLayoutId id="2147483805" r:id="rId157"/>
    <p:sldLayoutId id="2147483806" r:id="rId158"/>
    <p:sldLayoutId id="2147483807" r:id="rId159"/>
    <p:sldLayoutId id="2147483808" r:id="rId160"/>
    <p:sldLayoutId id="2147483809" r:id="rId161"/>
    <p:sldLayoutId id="2147483810" r:id="rId162"/>
    <p:sldLayoutId id="2147483811" r:id="rId163"/>
    <p:sldLayoutId id="2147483812" r:id="rId164"/>
    <p:sldLayoutId id="2147483813" r:id="rId165"/>
    <p:sldLayoutId id="2147483814" r:id="rId166"/>
    <p:sldLayoutId id="2147483815" r:id="rId167"/>
    <p:sldLayoutId id="2147483816" r:id="rId168"/>
    <p:sldLayoutId id="2147483817" r:id="rId169"/>
    <p:sldLayoutId id="2147483818" r:id="rId170"/>
    <p:sldLayoutId id="2147483819" r:id="rId171"/>
    <p:sldLayoutId id="2147483820" r:id="rId172"/>
    <p:sldLayoutId id="2147483821" r:id="rId173"/>
    <p:sldLayoutId id="2147483822" r:id="rId174"/>
    <p:sldLayoutId id="2147483823" r:id="rId175"/>
    <p:sldLayoutId id="2147483824" r:id="rId176"/>
    <p:sldLayoutId id="2147483825" r:id="rId177"/>
    <p:sldLayoutId id="2147483826" r:id="rId178"/>
    <p:sldLayoutId id="2147483827" r:id="rId179"/>
    <p:sldLayoutId id="2147483828" r:id="rId180"/>
    <p:sldLayoutId id="2147483829" r:id="rId181"/>
    <p:sldLayoutId id="2147483830" r:id="rId182"/>
    <p:sldLayoutId id="2147483831" r:id="rId183"/>
    <p:sldLayoutId id="2147483832" r:id="rId184"/>
    <p:sldLayoutId id="2147483833" r:id="rId185"/>
    <p:sldLayoutId id="2147483834" r:id="rId186"/>
    <p:sldLayoutId id="2147483835" r:id="rId187"/>
    <p:sldLayoutId id="2147483836" r:id="rId188"/>
    <p:sldLayoutId id="2147483837" r:id="rId189"/>
    <p:sldLayoutId id="2147483838" r:id="rId190"/>
    <p:sldLayoutId id="2147483839" r:id="rId191"/>
    <p:sldLayoutId id="2147483840" r:id="rId192"/>
    <p:sldLayoutId id="2147483841" r:id="rId193"/>
    <p:sldLayoutId id="2147483842" r:id="rId194"/>
    <p:sldLayoutId id="2147483843" r:id="rId195"/>
    <p:sldLayoutId id="2147483844" r:id="rId196"/>
    <p:sldLayoutId id="2147483845" r:id="rId197"/>
    <p:sldLayoutId id="2147483846" r:id="rId198"/>
    <p:sldLayoutId id="2147483847" r:id="rId199"/>
    <p:sldLayoutId id="2147483848" r:id="rId200"/>
    <p:sldLayoutId id="2147483849" r:id="rId201"/>
    <p:sldLayoutId id="2147483850" r:id="rId202"/>
    <p:sldLayoutId id="2147483851" r:id="rId203"/>
    <p:sldLayoutId id="2147483852" r:id="rId204"/>
    <p:sldLayoutId id="2147483853" r:id="rId205"/>
    <p:sldLayoutId id="2147483854" r:id="rId206"/>
    <p:sldLayoutId id="2147483855" r:id="rId207"/>
    <p:sldLayoutId id="2147483856" r:id="rId208"/>
    <p:sldLayoutId id="2147483857" r:id="rId209"/>
    <p:sldLayoutId id="2147483858" r:id="rId210"/>
    <p:sldLayoutId id="2147483859" r:id="rId211"/>
    <p:sldLayoutId id="2147483860" r:id="rId212"/>
    <p:sldLayoutId id="2147483861" r:id="rId213"/>
    <p:sldLayoutId id="2147483862" r:id="rId214"/>
    <p:sldLayoutId id="2147483863" r:id="rId215"/>
    <p:sldLayoutId id="2147483864" r:id="rId216"/>
    <p:sldLayoutId id="2147483865" r:id="rId217"/>
    <p:sldLayoutId id="2147483866" r:id="rId218"/>
    <p:sldLayoutId id="2147483867" r:id="rId219"/>
    <p:sldLayoutId id="2147483868" r:id="rId220"/>
    <p:sldLayoutId id="2147483869" r:id="rId221"/>
    <p:sldLayoutId id="2147483870" r:id="rId222"/>
    <p:sldLayoutId id="2147483871" r:id="rId223"/>
    <p:sldLayoutId id="2147483872" r:id="rId224"/>
    <p:sldLayoutId id="2147483873" r:id="rId225"/>
    <p:sldLayoutId id="2147483874" r:id="rId226"/>
    <p:sldLayoutId id="2147483875" r:id="rId227"/>
    <p:sldLayoutId id="2147483876" r:id="rId228"/>
    <p:sldLayoutId id="2147483877" r:id="rId229"/>
    <p:sldLayoutId id="2147483878" r:id="rId230"/>
    <p:sldLayoutId id="2147483879" r:id="rId231"/>
    <p:sldLayoutId id="2147483880" r:id="rId232"/>
    <p:sldLayoutId id="2147483881" r:id="rId233"/>
    <p:sldLayoutId id="2147483882" r:id="rId234"/>
    <p:sldLayoutId id="2147483883" r:id="rId235"/>
    <p:sldLayoutId id="2147483884" r:id="rId236"/>
    <p:sldLayoutId id="2147483885" r:id="rId237"/>
    <p:sldLayoutId id="2147483886" r:id="rId238"/>
    <p:sldLayoutId id="2147483887" r:id="rId239"/>
    <p:sldLayoutId id="2147483888" r:id="rId240"/>
    <p:sldLayoutId id="2147483889" r:id="rId241"/>
    <p:sldLayoutId id="2147483890" r:id="rId242"/>
    <p:sldLayoutId id="2147483891" r:id="rId243"/>
    <p:sldLayoutId id="2147483892" r:id="rId244"/>
    <p:sldLayoutId id="2147483893" r:id="rId245"/>
    <p:sldLayoutId id="2147483894" r:id="rId246"/>
    <p:sldLayoutId id="2147483895" r:id="rId247"/>
    <p:sldLayoutId id="2147483896" r:id="rId248"/>
    <p:sldLayoutId id="2147483897" r:id="rId249"/>
    <p:sldLayoutId id="2147483898" r:id="rId250"/>
    <p:sldLayoutId id="2147483899" r:id="rId251"/>
    <p:sldLayoutId id="2147483900" r:id="rId252"/>
    <p:sldLayoutId id="2147483901" r:id="rId253"/>
    <p:sldLayoutId id="2147483902" r:id="rId254"/>
    <p:sldLayoutId id="2147483903" r:id="rId255"/>
    <p:sldLayoutId id="2147483904" r:id="rId256"/>
    <p:sldLayoutId id="2147483905" r:id="rId257"/>
    <p:sldLayoutId id="2147483906" r:id="rId258"/>
    <p:sldLayoutId id="2147483907" r:id="rId259"/>
    <p:sldLayoutId id="2147483908" r:id="rId260"/>
    <p:sldLayoutId id="2147483909" r:id="rId261"/>
    <p:sldLayoutId id="2147483910" r:id="rId262"/>
    <p:sldLayoutId id="2147483911" r:id="rId263"/>
    <p:sldLayoutId id="2147483912" r:id="rId264"/>
    <p:sldLayoutId id="2147483913" r:id="rId265"/>
    <p:sldLayoutId id="2147483914" r:id="rId266"/>
    <p:sldLayoutId id="2147483915" r:id="rId267"/>
    <p:sldLayoutId id="2147483916" r:id="rId268"/>
    <p:sldLayoutId id="2147483917" r:id="rId269"/>
    <p:sldLayoutId id="2147483918" r:id="rId270"/>
    <p:sldLayoutId id="2147483919" r:id="rId271"/>
    <p:sldLayoutId id="2147483920" r:id="rId272"/>
    <p:sldLayoutId id="2147483921" r:id="rId273"/>
    <p:sldLayoutId id="2147483922" r:id="rId274"/>
    <p:sldLayoutId id="2147483923" r:id="rId275"/>
    <p:sldLayoutId id="2147483924" r:id="rId276"/>
    <p:sldLayoutId id="2147483925" r:id="rId277"/>
    <p:sldLayoutId id="2147483926" r:id="rId278"/>
    <p:sldLayoutId id="2147483927" r:id="rId279"/>
    <p:sldLayoutId id="2147483928" r:id="rId280"/>
    <p:sldLayoutId id="2147483929" r:id="rId281"/>
    <p:sldLayoutId id="2147483930" r:id="rId282"/>
    <p:sldLayoutId id="2147483931" r:id="rId283"/>
    <p:sldLayoutId id="2147483932" r:id="rId284"/>
    <p:sldLayoutId id="2147483933" r:id="rId285"/>
    <p:sldLayoutId id="2147483934" r:id="rId286"/>
    <p:sldLayoutId id="2147483935" r:id="rId287"/>
    <p:sldLayoutId id="2147483936" r:id="rId28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  <p:sldLayoutId id="2147483972" r:id="rId16"/>
    <p:sldLayoutId id="2147483973" r:id="rId17"/>
    <p:sldLayoutId id="214748397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88" r:id="rId13"/>
    <p:sldLayoutId id="2147483989" r:id="rId14"/>
    <p:sldLayoutId id="2147483990" r:id="rId15"/>
    <p:sldLayoutId id="2147483991" r:id="rId16"/>
    <p:sldLayoutId id="2147483992" r:id="rId17"/>
    <p:sldLayoutId id="2147483993" r:id="rId18"/>
    <p:sldLayoutId id="214748405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  <p:sldLayoutId id="2147483997" r:id="rId3"/>
    <p:sldLayoutId id="2147483998" r:id="rId4"/>
    <p:sldLayoutId id="2147483999" r:id="rId5"/>
    <p:sldLayoutId id="2147484000" r:id="rId6"/>
    <p:sldLayoutId id="2147484001" r:id="rId7"/>
    <p:sldLayoutId id="2147484002" r:id="rId8"/>
    <p:sldLayoutId id="2147484003" r:id="rId9"/>
    <p:sldLayoutId id="2147484004" r:id="rId10"/>
    <p:sldLayoutId id="2147484005" r:id="rId11"/>
    <p:sldLayoutId id="2147484006" r:id="rId12"/>
    <p:sldLayoutId id="2147484007" r:id="rId13"/>
    <p:sldLayoutId id="2147484008" r:id="rId14"/>
    <p:sldLayoutId id="2147484009" r:id="rId15"/>
    <p:sldLayoutId id="2147484010" r:id="rId16"/>
    <p:sldLayoutId id="2147484011" r:id="rId17"/>
    <p:sldLayoutId id="214748401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  <p:sldLayoutId id="2147484025" r:id="rId12"/>
    <p:sldLayoutId id="2147484026" r:id="rId13"/>
    <p:sldLayoutId id="2147484027" r:id="rId14"/>
    <p:sldLayoutId id="2147484028" r:id="rId15"/>
    <p:sldLayoutId id="2147484029" r:id="rId16"/>
    <p:sldLayoutId id="2147484030" r:id="rId17"/>
    <p:sldLayoutId id="214748403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2026/5/31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419A5F6-E08B-4DCD-844C-650E238E8D3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2026/5/31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8C9A39-9835-459D-A928-39DF748B3C1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61.xml"/><Relationship Id="rId1" Type="http://schemas.openxmlformats.org/officeDocument/2006/relationships/tags" Target="../tags/tag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11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384.xml"/><Relationship Id="rId4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2.xml"/><Relationship Id="rId5" Type="http://schemas.openxmlformats.org/officeDocument/2006/relationships/image" Target="../media/image12.jpe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5.xml"/><Relationship Id="rId6" Type="http://schemas.openxmlformats.org/officeDocument/2006/relationships/image" Target="../media/image11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5.xml"/><Relationship Id="rId6" Type="http://schemas.openxmlformats.org/officeDocument/2006/relationships/image" Target="../media/image11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1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17.jpeg"/><Relationship Id="rId5" Type="http://schemas.openxmlformats.org/officeDocument/2006/relationships/tags" Target="../tags/tag11.xml"/><Relationship Id="rId10" Type="http://schemas.openxmlformats.org/officeDocument/2006/relationships/notesSlide" Target="../notesSlides/notesSlide11.xml"/><Relationship Id="rId4" Type="http://schemas.openxmlformats.org/officeDocument/2006/relationships/tags" Target="../tags/tag10.xml"/><Relationship Id="rId9" Type="http://schemas.openxmlformats.org/officeDocument/2006/relationships/slideLayout" Target="../slideLayouts/slideLayout2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2.xml"/><Relationship Id="rId5" Type="http://schemas.openxmlformats.org/officeDocument/2006/relationships/image" Target="../media/image18.jpe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notesSlide" Target="../notesSlides/notesSlide13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slideLayout" Target="../slideLayouts/slideLayout325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image" Target="../media/image11.png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85.xml"/><Relationship Id="rId6" Type="http://schemas.openxmlformats.org/officeDocument/2006/relationships/image" Target="../media/image11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61.xml"/><Relationship Id="rId1" Type="http://schemas.openxmlformats.org/officeDocument/2006/relationships/tags" Target="../tags/tag26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61.xml"/><Relationship Id="rId1" Type="http://schemas.openxmlformats.org/officeDocument/2006/relationships/tags" Target="../tags/tag2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22.xml"/><Relationship Id="rId5" Type="http://schemas.openxmlformats.org/officeDocument/2006/relationships/image" Target="../media/image19.jpe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3" Type="http://schemas.openxmlformats.org/officeDocument/2006/relationships/tags" Target="../tags/tag30.xml"/><Relationship Id="rId7" Type="http://schemas.openxmlformats.org/officeDocument/2006/relationships/slideLayout" Target="../slideLayouts/slideLayout24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10" Type="http://schemas.openxmlformats.org/officeDocument/2006/relationships/image" Target="../media/image20.png"/><Relationship Id="rId4" Type="http://schemas.openxmlformats.org/officeDocument/2006/relationships/tags" Target="../tags/tag31.xml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36.xml"/><Relationship Id="rId7" Type="http://schemas.openxmlformats.org/officeDocument/2006/relationships/image" Target="../media/image11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42.xml"/><Relationship Id="rId4" Type="http://schemas.openxmlformats.org/officeDocument/2006/relationships/tags" Target="../tags/tag37.xml"/><Relationship Id="rId9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image" Target="../media/image25.png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image" Target="../media/image24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23.jpeg"/><Relationship Id="rId5" Type="http://schemas.openxmlformats.org/officeDocument/2006/relationships/tags" Target="../tags/tag42.xml"/><Relationship Id="rId10" Type="http://schemas.openxmlformats.org/officeDocument/2006/relationships/image" Target="../media/image11.png"/><Relationship Id="rId4" Type="http://schemas.openxmlformats.org/officeDocument/2006/relationships/tags" Target="../tags/tag41.xml"/><Relationship Id="rId9" Type="http://schemas.openxmlformats.org/officeDocument/2006/relationships/slideLayout" Target="../slideLayouts/slideLayout24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3" Type="http://schemas.openxmlformats.org/officeDocument/2006/relationships/tags" Target="../tags/tag48.xml"/><Relationship Id="rId7" Type="http://schemas.openxmlformats.org/officeDocument/2006/relationships/slideLayout" Target="../slideLayouts/slideLayout24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27.png"/><Relationship Id="rId5" Type="http://schemas.openxmlformats.org/officeDocument/2006/relationships/tags" Target="../tags/tag50.xml"/><Relationship Id="rId10" Type="http://schemas.openxmlformats.org/officeDocument/2006/relationships/image" Target="../media/image26.png"/><Relationship Id="rId4" Type="http://schemas.openxmlformats.org/officeDocument/2006/relationships/tags" Target="../tags/tag49.xml"/><Relationship Id="rId9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2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7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17299"/>
          <a:stretch>
            <a:fillRect/>
          </a:stretch>
        </p:blipFill>
        <p:spPr>
          <a:xfrm>
            <a:off x="2" y="0"/>
            <a:ext cx="12191998" cy="68580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41351"/>
              </a:gs>
              <a:gs pos="62000">
                <a:schemeClr val="accent1">
                  <a:alpha val="0"/>
                </a:schemeClr>
              </a:gs>
            </a:gsLst>
            <a:lin ang="17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" y="3139871"/>
            <a:ext cx="12192000" cy="28851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67740" y="3573124"/>
            <a:ext cx="648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200" normalizeH="0" baseline="0" noProof="0" dirty="0">
                <a:ln>
                  <a:noFill/>
                </a:ln>
                <a:solidFill>
                  <a:srgbClr val="441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Heavy" panose="00020600040101010101" pitchFamily="18" charset="-122"/>
              </a:rPr>
              <a:t>论文综合训练结题答辩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30132" y="3987222"/>
            <a:ext cx="8856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pitchFamily="34" charset="-122"/>
              </a:rPr>
              <a:t>自动化</a:t>
            </a:r>
            <a:r>
              <a:rPr lang="en-US" altLang="zh-CN" sz="4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pitchFamily="34" charset="-122"/>
              </a:rPr>
              <a:t>AI</a:t>
            </a:r>
            <a:r>
              <a:rPr lang="zh-CN" altLang="en-US" sz="4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pitchFamily="34" charset="-122"/>
              </a:rPr>
              <a:t>口试系统的设计与实现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67740" y="5168775"/>
            <a:ext cx="6718935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汇报人：</a:t>
            </a:r>
            <a:r>
              <a:rPr lang="zh-CN" altLang="en-US" sz="1600" b="1" kern="0" spc="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关世开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      日期：</a:t>
            </a:r>
            <a:r>
              <a:rPr lang="en-US" altLang="zh-CN" sz="1600" b="1" kern="0" spc="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2026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年</a:t>
            </a:r>
            <a:r>
              <a:rPr lang="en-US" altLang="zh-CN" sz="1600" b="1" kern="0" spc="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06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月</a:t>
            </a:r>
            <a:r>
              <a:rPr kumimoji="0" lang="en-US" altLang="zh-CN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      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指导教师：向勇老师</a:t>
            </a: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1060450" y="5032490"/>
            <a:ext cx="6069924" cy="0"/>
          </a:xfrm>
          <a:prstGeom prst="line">
            <a:avLst/>
          </a:prstGeom>
          <a:ln w="28575" cap="rnd">
            <a:solidFill>
              <a:srgbClr val="441351">
                <a:alpha val="79000"/>
              </a:srgb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9996857" y="3546998"/>
            <a:ext cx="1840032" cy="71176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菱形 46"/>
          <p:cNvSpPr/>
          <p:nvPr/>
        </p:nvSpPr>
        <p:spPr>
          <a:xfrm>
            <a:off x="1974319" y="1741858"/>
            <a:ext cx="596900" cy="596900"/>
          </a:xfrm>
          <a:prstGeom prst="diamond">
            <a:avLst/>
          </a:prstGeom>
          <a:solidFill>
            <a:srgbClr val="44135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49" name="菱形 48"/>
          <p:cNvSpPr/>
          <p:nvPr/>
        </p:nvSpPr>
        <p:spPr>
          <a:xfrm>
            <a:off x="1974319" y="2778509"/>
            <a:ext cx="596900" cy="596900"/>
          </a:xfrm>
          <a:prstGeom prst="diamond">
            <a:avLst/>
          </a:prstGeom>
          <a:solidFill>
            <a:srgbClr val="793A8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50" name="菱形 49"/>
          <p:cNvSpPr/>
          <p:nvPr/>
        </p:nvSpPr>
        <p:spPr>
          <a:xfrm>
            <a:off x="1974319" y="3846964"/>
            <a:ext cx="596900" cy="596900"/>
          </a:xfrm>
          <a:prstGeom prst="diamond">
            <a:avLst/>
          </a:prstGeom>
          <a:solidFill>
            <a:srgbClr val="44135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1" name="菱形 50"/>
          <p:cNvSpPr/>
          <p:nvPr/>
        </p:nvSpPr>
        <p:spPr>
          <a:xfrm>
            <a:off x="1974319" y="4899517"/>
            <a:ext cx="596900" cy="596900"/>
          </a:xfrm>
          <a:prstGeom prst="diamond">
            <a:avLst/>
          </a:prstGeom>
          <a:solidFill>
            <a:srgbClr val="793A8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804006" y="161878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441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研究背景与问题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2824961" y="2100934"/>
            <a:ext cx="3377463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  <a:defRPr/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Research Background and Issues</a:t>
            </a:r>
            <a:endParaRPr lang="zh-CN" altLang="en-US" sz="16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804006" y="265732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793A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2824961" y="3139476"/>
            <a:ext cx="1628523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  <a:defRPr/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System Design</a:t>
            </a:r>
            <a:endParaRPr lang="zh-CN" altLang="en-US" sz="16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804006" y="371607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441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2824961" y="4198223"/>
            <a:ext cx="2040559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  <a:defRPr/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Critical Technology</a:t>
            </a:r>
            <a:endParaRPr lang="zh-CN" altLang="en-US" sz="16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804006" y="479482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793A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2824961" y="5276977"/>
            <a:ext cx="2629759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  <a:defRPr/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Experimental Verification</a:t>
            </a:r>
            <a:endParaRPr lang="zh-CN" altLang="en-US" sz="16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1428115" y="217437"/>
            <a:ext cx="4193540" cy="1456055"/>
            <a:chOff x="1481" y="531"/>
            <a:chExt cx="6604" cy="2293"/>
          </a:xfrm>
        </p:grpSpPr>
        <p:sp>
          <p:nvSpPr>
            <p:cNvPr id="61" name="TextBox 48"/>
            <p:cNvSpPr txBox="1"/>
            <p:nvPr/>
          </p:nvSpPr>
          <p:spPr>
            <a:xfrm>
              <a:off x="1481" y="1124"/>
              <a:ext cx="6605" cy="17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5400" b="1" dirty="0">
                  <a:solidFill>
                    <a:srgbClr val="E7DFE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CONTENTS</a:t>
              </a:r>
            </a:p>
          </p:txBody>
        </p:sp>
        <p:sp>
          <p:nvSpPr>
            <p:cNvPr id="62" name="TextBox 48"/>
            <p:cNvSpPr txBox="1"/>
            <p:nvPr/>
          </p:nvSpPr>
          <p:spPr>
            <a:xfrm>
              <a:off x="1824" y="531"/>
              <a:ext cx="6010" cy="17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54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Bold" panose="020B0800000000000000" pitchFamily="34" charset="-122"/>
                </a:rPr>
                <a:t>目 录</a:t>
              </a:r>
            </a:p>
          </p:txBody>
        </p:sp>
      </p:grpSp>
      <p:sp>
        <p:nvSpPr>
          <p:cNvPr id="71" name="任意多边形 70"/>
          <p:cNvSpPr/>
          <p:nvPr/>
        </p:nvSpPr>
        <p:spPr>
          <a:xfrm>
            <a:off x="9747502" y="4927341"/>
            <a:ext cx="1813696" cy="1954352"/>
          </a:xfrm>
          <a:custGeom>
            <a:avLst/>
            <a:gdLst>
              <a:gd name="connsiteX0" fmla="*/ 1 w 3202"/>
              <a:gd name="connsiteY0" fmla="*/ 4271 h 4274"/>
              <a:gd name="connsiteX1" fmla="*/ 1 w 3202"/>
              <a:gd name="connsiteY1" fmla="*/ 2040 h 4274"/>
              <a:gd name="connsiteX2" fmla="*/ 8 w 3202"/>
              <a:gd name="connsiteY2" fmla="*/ 2040 h 4274"/>
              <a:gd name="connsiteX3" fmla="*/ 5 w 3202"/>
              <a:gd name="connsiteY3" fmla="*/ 1414 h 4274"/>
              <a:gd name="connsiteX4" fmla="*/ 3 w 3202"/>
              <a:gd name="connsiteY4" fmla="*/ 1398 h 4274"/>
              <a:gd name="connsiteX5" fmla="*/ 2 w 3202"/>
              <a:gd name="connsiteY5" fmla="*/ 1382 h 4274"/>
              <a:gd name="connsiteX6" fmla="*/ 2 w 3202"/>
              <a:gd name="connsiteY6" fmla="*/ 1366 h 4274"/>
              <a:gd name="connsiteX7" fmla="*/ 1218 w 3202"/>
              <a:gd name="connsiteY7" fmla="*/ 583 h 4274"/>
              <a:gd name="connsiteX8" fmla="*/ 2668 w 3202"/>
              <a:gd name="connsiteY8" fmla="*/ 31 h 4274"/>
              <a:gd name="connsiteX9" fmla="*/ 2842 w 3202"/>
              <a:gd name="connsiteY9" fmla="*/ 0 h 4274"/>
              <a:gd name="connsiteX10" fmla="*/ 2843 w 3202"/>
              <a:gd name="connsiteY10" fmla="*/ 0 h 4274"/>
              <a:gd name="connsiteX11" fmla="*/ 2845 w 3202"/>
              <a:gd name="connsiteY11" fmla="*/ 0 h 4274"/>
              <a:gd name="connsiteX12" fmla="*/ 2846 w 3202"/>
              <a:gd name="connsiteY12" fmla="*/ 0 h 4274"/>
              <a:gd name="connsiteX13" fmla="*/ 2847 w 3202"/>
              <a:gd name="connsiteY13" fmla="*/ 0 h 4274"/>
              <a:gd name="connsiteX14" fmla="*/ 2848 w 3202"/>
              <a:gd name="connsiteY14" fmla="*/ 0 h 4274"/>
              <a:gd name="connsiteX15" fmla="*/ 2863 w 3202"/>
              <a:gd name="connsiteY15" fmla="*/ 0 h 4274"/>
              <a:gd name="connsiteX16" fmla="*/ 2878 w 3202"/>
              <a:gd name="connsiteY16" fmla="*/ 0 h 4274"/>
              <a:gd name="connsiteX17" fmla="*/ 3202 w 3202"/>
              <a:gd name="connsiteY17" fmla="*/ 572 h 4274"/>
              <a:gd name="connsiteX18" fmla="*/ 3202 w 3202"/>
              <a:gd name="connsiteY18" fmla="*/ 581 h 4274"/>
              <a:gd name="connsiteX19" fmla="*/ 3202 w 3202"/>
              <a:gd name="connsiteY19" fmla="*/ 593 h 4274"/>
              <a:gd name="connsiteX20" fmla="*/ 3202 w 3202"/>
              <a:gd name="connsiteY20" fmla="*/ 4274 h 4274"/>
              <a:gd name="connsiteX21" fmla="*/ 3189 w 3202"/>
              <a:gd name="connsiteY21" fmla="*/ 4273 h 4274"/>
              <a:gd name="connsiteX22" fmla="*/ 3166 w 3202"/>
              <a:gd name="connsiteY22" fmla="*/ 4272 h 4274"/>
              <a:gd name="connsiteX23" fmla="*/ 3143 w 3202"/>
              <a:gd name="connsiteY23" fmla="*/ 4271 h 4274"/>
              <a:gd name="connsiteX24" fmla="*/ 1 w 3202"/>
              <a:gd name="connsiteY24" fmla="*/ 4271 h 4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204" h="3451">
                <a:moveTo>
                  <a:pt x="1" y="3450"/>
                </a:moveTo>
                <a:lnTo>
                  <a:pt x="1" y="2040"/>
                </a:lnTo>
                <a:lnTo>
                  <a:pt x="8" y="2040"/>
                </a:lnTo>
                <a:lnTo>
                  <a:pt x="5" y="1414"/>
                </a:lnTo>
                <a:lnTo>
                  <a:pt x="3" y="1398"/>
                </a:lnTo>
                <a:lnTo>
                  <a:pt x="2" y="1382"/>
                </a:lnTo>
                <a:lnTo>
                  <a:pt x="2" y="1366"/>
                </a:lnTo>
                <a:lnTo>
                  <a:pt x="1" y="1352"/>
                </a:lnTo>
                <a:lnTo>
                  <a:pt x="0" y="1337"/>
                </a:lnTo>
                <a:cubicBezTo>
                  <a:pt x="-33" y="1055"/>
                  <a:pt x="468" y="838"/>
                  <a:pt x="1218" y="583"/>
                </a:cubicBezTo>
                <a:cubicBezTo>
                  <a:pt x="1620" y="432"/>
                  <a:pt x="2319" y="166"/>
                  <a:pt x="2668" y="31"/>
                </a:cubicBezTo>
                <a:cubicBezTo>
                  <a:pt x="2732" y="9"/>
                  <a:pt x="2825" y="0"/>
                  <a:pt x="2842" y="0"/>
                </a:cubicBezTo>
                <a:lnTo>
                  <a:pt x="2878" y="0"/>
                </a:lnTo>
                <a:cubicBezTo>
                  <a:pt x="3169" y="-8"/>
                  <a:pt x="3203" y="404"/>
                  <a:pt x="3202" y="563"/>
                </a:cubicBezTo>
                <a:lnTo>
                  <a:pt x="3202" y="572"/>
                </a:lnTo>
                <a:lnTo>
                  <a:pt x="3202" y="3450"/>
                </a:lnTo>
                <a:lnTo>
                  <a:pt x="1" y="3450"/>
                </a:lnTo>
                <a:close/>
              </a:path>
            </a:pathLst>
          </a:cu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57150" cap="rnd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72" name="任意多边形 71"/>
          <p:cNvSpPr/>
          <p:nvPr/>
        </p:nvSpPr>
        <p:spPr>
          <a:xfrm>
            <a:off x="7385880" y="0"/>
            <a:ext cx="3352481" cy="3639877"/>
          </a:xfrm>
          <a:custGeom>
            <a:avLst/>
            <a:gdLst>
              <a:gd name="connsiteX0" fmla="*/ 0 w 5555"/>
              <a:gd name="connsiteY0" fmla="*/ 926 h 7617"/>
              <a:gd name="connsiteX1" fmla="*/ 926 w 5555"/>
              <a:gd name="connsiteY1" fmla="*/ 0 h 7617"/>
              <a:gd name="connsiteX2" fmla="*/ 4629 w 5555"/>
              <a:gd name="connsiteY2" fmla="*/ 0 h 7617"/>
              <a:gd name="connsiteX3" fmla="*/ 5555 w 5555"/>
              <a:gd name="connsiteY3" fmla="*/ 926 h 7617"/>
              <a:gd name="connsiteX4" fmla="*/ 5539 w 5555"/>
              <a:gd name="connsiteY4" fmla="*/ 5092 h 7617"/>
              <a:gd name="connsiteX5" fmla="*/ 4785 w 5555"/>
              <a:gd name="connsiteY5" fmla="*/ 6172 h 7617"/>
              <a:gd name="connsiteX6" fmla="*/ 926 w 5555"/>
              <a:gd name="connsiteY6" fmla="*/ 7566 h 7617"/>
              <a:gd name="connsiteX7" fmla="*/ 0 w 5555"/>
              <a:gd name="connsiteY7" fmla="*/ 6640 h 7617"/>
              <a:gd name="connsiteX8" fmla="*/ 0 w 5555"/>
              <a:gd name="connsiteY8" fmla="*/ 926 h 7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80" h="5733">
                <a:moveTo>
                  <a:pt x="5279" y="0"/>
                </a:moveTo>
                <a:lnTo>
                  <a:pt x="5268" y="3207"/>
                </a:lnTo>
                <a:cubicBezTo>
                  <a:pt x="5323" y="3933"/>
                  <a:pt x="5171" y="4116"/>
                  <a:pt x="3273" y="4771"/>
                </a:cubicBezTo>
                <a:cubicBezTo>
                  <a:pt x="2574" y="5034"/>
                  <a:pt x="1685" y="5371"/>
                  <a:pt x="881" y="5681"/>
                </a:cubicBezTo>
                <a:cubicBezTo>
                  <a:pt x="767" y="5719"/>
                  <a:pt x="620" y="5734"/>
                  <a:pt x="583" y="5732"/>
                </a:cubicBezTo>
                <a:cubicBezTo>
                  <a:pt x="57" y="5753"/>
                  <a:pt x="-2" y="5141"/>
                  <a:pt x="0" y="4755"/>
                </a:cubicBezTo>
                <a:lnTo>
                  <a:pt x="0" y="0"/>
                </a:lnTo>
                <a:lnTo>
                  <a:pt x="5279" y="0"/>
                </a:lnTo>
                <a:close/>
              </a:path>
            </a:pathLst>
          </a:custGeom>
          <a:solidFill>
            <a:srgbClr val="441351"/>
          </a:solidFill>
          <a:ln w="57150" cap="rnd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08983" y="-1"/>
            <a:ext cx="3682017" cy="52582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83" h="7708">
                <a:moveTo>
                  <a:pt x="0" y="1105"/>
                </a:moveTo>
                <a:lnTo>
                  <a:pt x="6" y="2643"/>
                </a:lnTo>
                <a:lnTo>
                  <a:pt x="6" y="2886"/>
                </a:lnTo>
                <a:lnTo>
                  <a:pt x="7" y="2886"/>
                </a:lnTo>
                <a:lnTo>
                  <a:pt x="15" y="5183"/>
                </a:lnTo>
                <a:cubicBezTo>
                  <a:pt x="9" y="5254"/>
                  <a:pt x="5" y="5361"/>
                  <a:pt x="6" y="5376"/>
                </a:cubicBezTo>
                <a:cubicBezTo>
                  <a:pt x="-55" y="5937"/>
                  <a:pt x="423" y="6202"/>
                  <a:pt x="2009" y="6746"/>
                </a:cubicBezTo>
                <a:cubicBezTo>
                  <a:pt x="2694" y="7004"/>
                  <a:pt x="3676" y="7377"/>
                  <a:pt x="4402" y="7656"/>
                </a:cubicBezTo>
                <a:cubicBezTo>
                  <a:pt x="4509" y="7693"/>
                  <a:pt x="4651" y="7708"/>
                  <a:pt x="4691" y="7708"/>
                </a:cubicBezTo>
                <a:lnTo>
                  <a:pt x="4693" y="7708"/>
                </a:lnTo>
                <a:lnTo>
                  <a:pt x="4695" y="7708"/>
                </a:lnTo>
                <a:lnTo>
                  <a:pt x="4697" y="7708"/>
                </a:lnTo>
                <a:lnTo>
                  <a:pt x="4699" y="7707"/>
                </a:lnTo>
                <a:lnTo>
                  <a:pt x="4724" y="7708"/>
                </a:lnTo>
                <a:cubicBezTo>
                  <a:pt x="5227" y="7721"/>
                  <a:pt x="5285" y="7086"/>
                  <a:pt x="5283" y="6749"/>
                </a:cubicBezTo>
                <a:lnTo>
                  <a:pt x="5283" y="6730"/>
                </a:lnTo>
                <a:lnTo>
                  <a:pt x="5283" y="2886"/>
                </a:lnTo>
                <a:lnTo>
                  <a:pt x="5283" y="0"/>
                </a:lnTo>
                <a:lnTo>
                  <a:pt x="6" y="0"/>
                </a:lnTo>
                <a:lnTo>
                  <a:pt x="6" y="1105"/>
                </a:lnTo>
                <a:lnTo>
                  <a:pt x="0" y="1105"/>
                </a:lnTo>
                <a:close/>
              </a:path>
            </a:pathLst>
          </a:custGeom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74" name="任意多边形 73"/>
          <p:cNvSpPr/>
          <p:nvPr/>
        </p:nvSpPr>
        <p:spPr>
          <a:xfrm>
            <a:off x="9398634" y="4680503"/>
            <a:ext cx="1784313" cy="2201189"/>
          </a:xfrm>
          <a:custGeom>
            <a:avLst/>
            <a:gdLst>
              <a:gd name="connsiteX0" fmla="*/ 1 w 3202"/>
              <a:gd name="connsiteY0" fmla="*/ 4271 h 4274"/>
              <a:gd name="connsiteX1" fmla="*/ 1 w 3202"/>
              <a:gd name="connsiteY1" fmla="*/ 2040 h 4274"/>
              <a:gd name="connsiteX2" fmla="*/ 8 w 3202"/>
              <a:gd name="connsiteY2" fmla="*/ 2040 h 4274"/>
              <a:gd name="connsiteX3" fmla="*/ 5 w 3202"/>
              <a:gd name="connsiteY3" fmla="*/ 1414 h 4274"/>
              <a:gd name="connsiteX4" fmla="*/ 3 w 3202"/>
              <a:gd name="connsiteY4" fmla="*/ 1398 h 4274"/>
              <a:gd name="connsiteX5" fmla="*/ 2 w 3202"/>
              <a:gd name="connsiteY5" fmla="*/ 1382 h 4274"/>
              <a:gd name="connsiteX6" fmla="*/ 2 w 3202"/>
              <a:gd name="connsiteY6" fmla="*/ 1366 h 4274"/>
              <a:gd name="connsiteX7" fmla="*/ 1218 w 3202"/>
              <a:gd name="connsiteY7" fmla="*/ 583 h 4274"/>
              <a:gd name="connsiteX8" fmla="*/ 2668 w 3202"/>
              <a:gd name="connsiteY8" fmla="*/ 31 h 4274"/>
              <a:gd name="connsiteX9" fmla="*/ 2842 w 3202"/>
              <a:gd name="connsiteY9" fmla="*/ 0 h 4274"/>
              <a:gd name="connsiteX10" fmla="*/ 2843 w 3202"/>
              <a:gd name="connsiteY10" fmla="*/ 0 h 4274"/>
              <a:gd name="connsiteX11" fmla="*/ 2845 w 3202"/>
              <a:gd name="connsiteY11" fmla="*/ 0 h 4274"/>
              <a:gd name="connsiteX12" fmla="*/ 2846 w 3202"/>
              <a:gd name="connsiteY12" fmla="*/ 0 h 4274"/>
              <a:gd name="connsiteX13" fmla="*/ 2847 w 3202"/>
              <a:gd name="connsiteY13" fmla="*/ 0 h 4274"/>
              <a:gd name="connsiteX14" fmla="*/ 2848 w 3202"/>
              <a:gd name="connsiteY14" fmla="*/ 0 h 4274"/>
              <a:gd name="connsiteX15" fmla="*/ 2863 w 3202"/>
              <a:gd name="connsiteY15" fmla="*/ 0 h 4274"/>
              <a:gd name="connsiteX16" fmla="*/ 2878 w 3202"/>
              <a:gd name="connsiteY16" fmla="*/ 0 h 4274"/>
              <a:gd name="connsiteX17" fmla="*/ 3202 w 3202"/>
              <a:gd name="connsiteY17" fmla="*/ 572 h 4274"/>
              <a:gd name="connsiteX18" fmla="*/ 3202 w 3202"/>
              <a:gd name="connsiteY18" fmla="*/ 581 h 4274"/>
              <a:gd name="connsiteX19" fmla="*/ 3202 w 3202"/>
              <a:gd name="connsiteY19" fmla="*/ 593 h 4274"/>
              <a:gd name="connsiteX20" fmla="*/ 3202 w 3202"/>
              <a:gd name="connsiteY20" fmla="*/ 4274 h 4274"/>
              <a:gd name="connsiteX21" fmla="*/ 3189 w 3202"/>
              <a:gd name="connsiteY21" fmla="*/ 4273 h 4274"/>
              <a:gd name="connsiteX22" fmla="*/ 3166 w 3202"/>
              <a:gd name="connsiteY22" fmla="*/ 4272 h 4274"/>
              <a:gd name="connsiteX23" fmla="*/ 3143 w 3202"/>
              <a:gd name="connsiteY23" fmla="*/ 4271 h 4274"/>
              <a:gd name="connsiteX24" fmla="*/ 1 w 3202"/>
              <a:gd name="connsiteY24" fmla="*/ 4271 h 4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202" h="4274">
                <a:moveTo>
                  <a:pt x="1" y="4271"/>
                </a:moveTo>
                <a:lnTo>
                  <a:pt x="1" y="2040"/>
                </a:lnTo>
                <a:lnTo>
                  <a:pt x="8" y="2040"/>
                </a:lnTo>
                <a:lnTo>
                  <a:pt x="5" y="1414"/>
                </a:lnTo>
                <a:lnTo>
                  <a:pt x="3" y="1398"/>
                </a:lnTo>
                <a:lnTo>
                  <a:pt x="2" y="1382"/>
                </a:lnTo>
                <a:lnTo>
                  <a:pt x="2" y="1366"/>
                </a:lnTo>
                <a:cubicBezTo>
                  <a:pt x="-33" y="1063"/>
                  <a:pt x="374" y="871"/>
                  <a:pt x="1218" y="583"/>
                </a:cubicBezTo>
                <a:cubicBezTo>
                  <a:pt x="1626" y="430"/>
                  <a:pt x="2274" y="183"/>
                  <a:pt x="2668" y="31"/>
                </a:cubicBezTo>
                <a:cubicBezTo>
                  <a:pt x="2732" y="9"/>
                  <a:pt x="2821" y="0"/>
                  <a:pt x="2842" y="0"/>
                </a:cubicBezTo>
                <a:lnTo>
                  <a:pt x="2843" y="0"/>
                </a:lnTo>
                <a:lnTo>
                  <a:pt x="2845" y="0"/>
                </a:lnTo>
                <a:lnTo>
                  <a:pt x="2846" y="0"/>
                </a:lnTo>
                <a:lnTo>
                  <a:pt x="2847" y="0"/>
                </a:lnTo>
                <a:lnTo>
                  <a:pt x="2848" y="0"/>
                </a:lnTo>
                <a:lnTo>
                  <a:pt x="2863" y="0"/>
                </a:lnTo>
                <a:lnTo>
                  <a:pt x="2878" y="0"/>
                </a:lnTo>
                <a:cubicBezTo>
                  <a:pt x="3169" y="-2"/>
                  <a:pt x="3203" y="393"/>
                  <a:pt x="3202" y="572"/>
                </a:cubicBezTo>
                <a:lnTo>
                  <a:pt x="3202" y="581"/>
                </a:lnTo>
                <a:lnTo>
                  <a:pt x="3202" y="593"/>
                </a:lnTo>
                <a:lnTo>
                  <a:pt x="3202" y="4274"/>
                </a:lnTo>
                <a:lnTo>
                  <a:pt x="3189" y="4273"/>
                </a:lnTo>
                <a:lnTo>
                  <a:pt x="3166" y="4272"/>
                </a:lnTo>
                <a:lnTo>
                  <a:pt x="3143" y="4271"/>
                </a:lnTo>
                <a:lnTo>
                  <a:pt x="1" y="4271"/>
                </a:lnTo>
                <a:close/>
              </a:path>
            </a:pathLst>
          </a:custGeom>
          <a:solidFill>
            <a:srgbClr val="793A89"/>
          </a:solidFill>
          <a:ln w="57150" cap="rnd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9398634" y="3993873"/>
            <a:ext cx="1258570" cy="1258570"/>
          </a:xfrm>
          <a:prstGeom prst="ellipse">
            <a:avLst/>
          </a:prstGeom>
          <a:solidFill>
            <a:srgbClr val="441351"/>
          </a:solidFill>
          <a:ln w="111125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430715" y="4365267"/>
            <a:ext cx="12071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Heavy" panose="00020600040101010101" pitchFamily="18" charset="-122"/>
              </a:rPr>
              <a:t>2026</a:t>
            </a:r>
          </a:p>
        </p:txBody>
      </p:sp>
      <p:sp>
        <p:nvSpPr>
          <p:cNvPr id="77" name="任意多边形 76"/>
          <p:cNvSpPr/>
          <p:nvPr/>
        </p:nvSpPr>
        <p:spPr>
          <a:xfrm>
            <a:off x="7995642" y="6201768"/>
            <a:ext cx="410210" cy="10414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809" h="206">
                <a:moveTo>
                  <a:pt x="0" y="206"/>
                </a:moveTo>
                <a:lnTo>
                  <a:pt x="52" y="0"/>
                </a:lnTo>
                <a:lnTo>
                  <a:pt x="206" y="0"/>
                </a:lnTo>
                <a:lnTo>
                  <a:pt x="155" y="206"/>
                </a:lnTo>
                <a:lnTo>
                  <a:pt x="0" y="206"/>
                </a:lnTo>
                <a:close/>
                <a:moveTo>
                  <a:pt x="201" y="206"/>
                </a:moveTo>
                <a:lnTo>
                  <a:pt x="253" y="0"/>
                </a:lnTo>
                <a:lnTo>
                  <a:pt x="407" y="0"/>
                </a:lnTo>
                <a:lnTo>
                  <a:pt x="356" y="206"/>
                </a:lnTo>
                <a:lnTo>
                  <a:pt x="201" y="206"/>
                </a:lnTo>
                <a:close/>
                <a:moveTo>
                  <a:pt x="402" y="206"/>
                </a:moveTo>
                <a:lnTo>
                  <a:pt x="454" y="0"/>
                </a:lnTo>
                <a:lnTo>
                  <a:pt x="608" y="0"/>
                </a:lnTo>
                <a:lnTo>
                  <a:pt x="557" y="206"/>
                </a:lnTo>
                <a:lnTo>
                  <a:pt x="402" y="206"/>
                </a:lnTo>
                <a:close/>
                <a:moveTo>
                  <a:pt x="603" y="206"/>
                </a:moveTo>
                <a:lnTo>
                  <a:pt x="655" y="0"/>
                </a:lnTo>
                <a:lnTo>
                  <a:pt x="809" y="0"/>
                </a:lnTo>
                <a:lnTo>
                  <a:pt x="758" y="206"/>
                </a:lnTo>
                <a:lnTo>
                  <a:pt x="603" y="206"/>
                </a:lnTo>
                <a:close/>
              </a:path>
            </a:pathLst>
          </a:custGeom>
          <a:solidFill>
            <a:srgbClr val="793A89"/>
          </a:solidFill>
          <a:ln w="57150" cap="rnd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78" name="任意多边形 77"/>
          <p:cNvSpPr/>
          <p:nvPr/>
        </p:nvSpPr>
        <p:spPr>
          <a:xfrm>
            <a:off x="7820024" y="6052185"/>
            <a:ext cx="410210" cy="10414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809" h="206">
                <a:moveTo>
                  <a:pt x="0" y="206"/>
                </a:moveTo>
                <a:lnTo>
                  <a:pt x="52" y="0"/>
                </a:lnTo>
                <a:lnTo>
                  <a:pt x="206" y="0"/>
                </a:lnTo>
                <a:lnTo>
                  <a:pt x="155" y="206"/>
                </a:lnTo>
                <a:lnTo>
                  <a:pt x="0" y="206"/>
                </a:lnTo>
                <a:close/>
                <a:moveTo>
                  <a:pt x="201" y="206"/>
                </a:moveTo>
                <a:lnTo>
                  <a:pt x="253" y="0"/>
                </a:lnTo>
                <a:lnTo>
                  <a:pt x="407" y="0"/>
                </a:lnTo>
                <a:lnTo>
                  <a:pt x="356" y="206"/>
                </a:lnTo>
                <a:lnTo>
                  <a:pt x="201" y="206"/>
                </a:lnTo>
                <a:close/>
                <a:moveTo>
                  <a:pt x="402" y="206"/>
                </a:moveTo>
                <a:lnTo>
                  <a:pt x="454" y="0"/>
                </a:lnTo>
                <a:lnTo>
                  <a:pt x="608" y="0"/>
                </a:lnTo>
                <a:lnTo>
                  <a:pt x="557" y="206"/>
                </a:lnTo>
                <a:lnTo>
                  <a:pt x="402" y="206"/>
                </a:lnTo>
                <a:close/>
                <a:moveTo>
                  <a:pt x="603" y="206"/>
                </a:moveTo>
                <a:lnTo>
                  <a:pt x="655" y="0"/>
                </a:lnTo>
                <a:lnTo>
                  <a:pt x="809" y="0"/>
                </a:lnTo>
                <a:lnTo>
                  <a:pt x="758" y="206"/>
                </a:lnTo>
                <a:lnTo>
                  <a:pt x="603" y="206"/>
                </a:lnTo>
                <a:close/>
              </a:path>
            </a:pathLst>
          </a:custGeom>
          <a:solidFill>
            <a:srgbClr val="441351"/>
          </a:solidFill>
          <a:ln w="57150" cap="rnd" cmpd="sng" algn="ctr">
            <a:noFill/>
            <a:prstDash val="solid"/>
            <a:miter lim="800000"/>
          </a:ln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82" name="Freeform 99"/>
          <p:cNvSpPr/>
          <p:nvPr/>
        </p:nvSpPr>
        <p:spPr>
          <a:xfrm rot="16200000">
            <a:off x="-1268095" y="3234055"/>
            <a:ext cx="2828925" cy="293370"/>
          </a:xfrm>
          <a:custGeom>
            <a:avLst/>
            <a:gdLst>
              <a:gd name="connsiteX0" fmla="*/ 0 w 1236454"/>
              <a:gd name="connsiteY0" fmla="*/ 0 h 116844"/>
              <a:gd name="connsiteX1" fmla="*/ 1236454 w 1236454"/>
              <a:gd name="connsiteY1" fmla="*/ 0 h 116844"/>
              <a:gd name="connsiteX2" fmla="*/ 1227322 w 1236454"/>
              <a:gd name="connsiteY2" fmla="*/ 45233 h 116844"/>
              <a:gd name="connsiteX3" fmla="*/ 1119286 w 1236454"/>
              <a:gd name="connsiteY3" fmla="*/ 116844 h 116844"/>
              <a:gd name="connsiteX4" fmla="*/ 117168 w 1236454"/>
              <a:gd name="connsiteY4" fmla="*/ 116844 h 116844"/>
              <a:gd name="connsiteX5" fmla="*/ 9132 w 1236454"/>
              <a:gd name="connsiteY5" fmla="*/ 45233 h 116844"/>
              <a:gd name="connsiteX6" fmla="*/ 0 w 1236454"/>
              <a:gd name="connsiteY6" fmla="*/ 0 h 11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6454" h="116844">
                <a:moveTo>
                  <a:pt x="0" y="0"/>
                </a:moveTo>
                <a:lnTo>
                  <a:pt x="1236454" y="0"/>
                </a:lnTo>
                <a:lnTo>
                  <a:pt x="1227322" y="45233"/>
                </a:lnTo>
                <a:cubicBezTo>
                  <a:pt x="1209522" y="87316"/>
                  <a:pt x="1167852" y="116844"/>
                  <a:pt x="1119286" y="116844"/>
                </a:cubicBezTo>
                <a:lnTo>
                  <a:pt x="117168" y="116844"/>
                </a:lnTo>
                <a:cubicBezTo>
                  <a:pt x="68602" y="116844"/>
                  <a:pt x="26932" y="87316"/>
                  <a:pt x="9132" y="45233"/>
                </a:cubicBezTo>
                <a:lnTo>
                  <a:pt x="0" y="0"/>
                </a:lnTo>
                <a:close/>
              </a:path>
            </a:pathLst>
          </a:custGeom>
          <a:solidFill>
            <a:srgbClr val="793A89"/>
          </a:solidFill>
          <a:ln w="57150" cap="rnd">
            <a:noFill/>
          </a:ln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2" name="菱形 1">
            <a:extLst>
              <a:ext uri="{FF2B5EF4-FFF2-40B4-BE49-F238E27FC236}">
                <a16:creationId xmlns:a16="http://schemas.microsoft.com/office/drawing/2014/main" id="{42F1DD05-FDCB-C3C3-70F1-169E96294385}"/>
              </a:ext>
            </a:extLst>
          </p:cNvPr>
          <p:cNvSpPr/>
          <p:nvPr/>
        </p:nvSpPr>
        <p:spPr>
          <a:xfrm>
            <a:off x="1974319" y="5938313"/>
            <a:ext cx="596900" cy="596900"/>
          </a:xfrm>
          <a:prstGeom prst="diamond">
            <a:avLst/>
          </a:prstGeom>
          <a:solidFill>
            <a:srgbClr val="793A8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7EE9C4-76F2-1BF2-CC5B-2EC8DBA34E68}"/>
              </a:ext>
            </a:extLst>
          </p:cNvPr>
          <p:cNvSpPr txBox="1"/>
          <p:nvPr/>
        </p:nvSpPr>
        <p:spPr>
          <a:xfrm>
            <a:off x="2804006" y="583362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793A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创新点与展望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71D1EF-B529-4DB8-2192-3A5622E4A778}"/>
              </a:ext>
            </a:extLst>
          </p:cNvPr>
          <p:cNvSpPr txBox="1"/>
          <p:nvPr/>
        </p:nvSpPr>
        <p:spPr>
          <a:xfrm>
            <a:off x="2824961" y="6315773"/>
            <a:ext cx="3335465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  <a:defRPr/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Innovation Points and Prospects</a:t>
            </a:r>
            <a:endParaRPr lang="zh-CN" altLang="en-US" sz="16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>
              <a:fillRect/>
            </a:stretch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6" name="小李PPT13"/>
          <p:cNvSpPr txBox="1"/>
          <p:nvPr/>
        </p:nvSpPr>
        <p:spPr>
          <a:xfrm>
            <a:off x="588430" y="3104339"/>
            <a:ext cx="4578556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solidFill>
                  <a:srgbClr val="441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研究背景与问题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88431" y="4639544"/>
            <a:ext cx="4076164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defRPr/>
            </a:pPr>
            <a:r>
              <a:rPr lang="en-US" altLang="zh-CN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Research Background and Issues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0" b="1" i="0" u="none" strike="noStrike" kern="1200" cap="none" spc="0" normalizeH="0" baseline="0" noProof="0" dirty="0">
                <a:ln>
                  <a:noFill/>
                </a:ln>
                <a:solidFill>
                  <a:srgbClr val="581969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01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581969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/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581969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445250" y="1"/>
            <a:ext cx="6746747" cy="6857998"/>
            <a:chOff x="5445250" y="1"/>
            <a:chExt cx="6746747" cy="6857998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任意形状 6"/>
            <p:cNvSpPr/>
            <p:nvPr/>
          </p:nvSpPr>
          <p:spPr>
            <a:xfrm>
              <a:off x="9033508" y="1"/>
              <a:ext cx="3061716" cy="1530857"/>
            </a:xfrm>
            <a:custGeom>
              <a:avLst/>
              <a:gdLst>
                <a:gd name="connsiteX0" fmla="*/ 3061716 w 3061716"/>
                <a:gd name="connsiteY0" fmla="*/ 0 h 1530857"/>
                <a:gd name="connsiteX1" fmla="*/ 1530858 w 3061716"/>
                <a:gd name="connsiteY1" fmla="*/ 1530858 h 1530857"/>
                <a:gd name="connsiteX2" fmla="*/ 0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任意形状 7"/>
            <p:cNvSpPr/>
            <p:nvPr/>
          </p:nvSpPr>
          <p:spPr>
            <a:xfrm>
              <a:off x="7079740" y="1"/>
              <a:ext cx="3380994" cy="3325367"/>
            </a:xfrm>
            <a:custGeom>
              <a:avLst/>
              <a:gdLst>
                <a:gd name="connsiteX0" fmla="*/ 3380994 w 3380994"/>
                <a:gd name="connsiteY0" fmla="*/ 1634490 h 3325367"/>
                <a:gd name="connsiteX1" fmla="*/ 1690878 w 3380994"/>
                <a:gd name="connsiteY1" fmla="*/ 3325368 h 3325367"/>
                <a:gd name="connsiteX2" fmla="*/ 0 w 3380994"/>
                <a:gd name="connsiteY2" fmla="*/ 1634490 h 3325367"/>
                <a:gd name="connsiteX3" fmla="*/ 1635252 w 3380994"/>
                <a:gd name="connsiteY3" fmla="*/ 0 h 3325367"/>
                <a:gd name="connsiteX4" fmla="*/ 1745742 w 3380994"/>
                <a:gd name="connsiteY4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0994" h="3325367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任意形状 8"/>
            <p:cNvSpPr/>
            <p:nvPr/>
          </p:nvSpPr>
          <p:spPr>
            <a:xfrm>
              <a:off x="10667998" y="111252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3238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任意形状 9"/>
            <p:cNvSpPr/>
            <p:nvPr/>
          </p:nvSpPr>
          <p:spPr>
            <a:xfrm>
              <a:off x="8874250" y="1738884"/>
              <a:ext cx="3317747" cy="3380231"/>
            </a:xfrm>
            <a:custGeom>
              <a:avLst/>
              <a:gdLst>
                <a:gd name="connsiteX0" fmla="*/ 3317748 w 3317747"/>
                <a:gd name="connsiteY0" fmla="*/ 1627632 h 3380231"/>
                <a:gd name="connsiteX1" fmla="*/ 3317748 w 3317747"/>
                <a:gd name="connsiteY1" fmla="*/ 1752600 h 3380231"/>
                <a:gd name="connsiteX2" fmla="*/ 1690116 w 3317747"/>
                <a:gd name="connsiteY2" fmla="*/ 3380232 h 3380231"/>
                <a:gd name="connsiteX3" fmla="*/ 0 w 3317747"/>
                <a:gd name="connsiteY3" fmla="*/ 1690116 h 3380231"/>
                <a:gd name="connsiteX4" fmla="*/ 1690116 w 3317747"/>
                <a:gd name="connsiteY4" fmla="*/ 0 h 338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7747" h="3380231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任意形状 10"/>
            <p:cNvSpPr/>
            <p:nvPr/>
          </p:nvSpPr>
          <p:spPr>
            <a:xfrm>
              <a:off x="10667998" y="3699510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4000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9033508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7079740" y="3532632"/>
              <a:ext cx="3380994" cy="3325367"/>
            </a:xfrm>
            <a:custGeom>
              <a:avLst/>
              <a:gdLst>
                <a:gd name="connsiteX0" fmla="*/ 3380994 w 3380994"/>
                <a:gd name="connsiteY0" fmla="*/ 1690878 h 3325367"/>
                <a:gd name="connsiteX1" fmla="*/ 1745742 w 3380994"/>
                <a:gd name="connsiteY1" fmla="*/ 3325368 h 3325367"/>
                <a:gd name="connsiteX2" fmla="*/ 1635252 w 3380994"/>
                <a:gd name="connsiteY2" fmla="*/ 3325368 h 3325367"/>
                <a:gd name="connsiteX3" fmla="*/ 0 w 3380994"/>
                <a:gd name="connsiteY3" fmla="*/ 1690878 h 3325367"/>
                <a:gd name="connsiteX4" fmla="*/ 0 w 3380994"/>
                <a:gd name="connsiteY4" fmla="*/ 1690878 h 3325367"/>
                <a:gd name="connsiteX5" fmla="*/ 1690878 w 3380994"/>
                <a:gd name="connsiteY5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80994" h="3325367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任意形状 24"/>
            <p:cNvSpPr/>
            <p:nvPr/>
          </p:nvSpPr>
          <p:spPr>
            <a:xfrm rot="18900000">
              <a:off x="5780874" y="2233352"/>
              <a:ext cx="2390370" cy="2390370"/>
            </a:xfrm>
            <a:custGeom>
              <a:avLst/>
              <a:gdLst>
                <a:gd name="connsiteX0" fmla="*/ 0 w 2390370"/>
                <a:gd name="connsiteY0" fmla="*/ 0 h 2390370"/>
                <a:gd name="connsiteX1" fmla="*/ 2390371 w 2390370"/>
                <a:gd name="connsiteY1" fmla="*/ 0 h 2390370"/>
                <a:gd name="connsiteX2" fmla="*/ 2390371 w 2390370"/>
                <a:gd name="connsiteY2" fmla="*/ 2390371 h 2390370"/>
                <a:gd name="connsiteX3" fmla="*/ 0 w 2390370"/>
                <a:gd name="connsiteY3" fmla="*/ 2390371 h 23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0370" h="2390370">
                  <a:moveTo>
                    <a:pt x="0" y="0"/>
                  </a:moveTo>
                  <a:lnTo>
                    <a:pt x="2390371" y="0"/>
                  </a:lnTo>
                  <a:lnTo>
                    <a:pt x="2390371" y="2390371"/>
                  </a:lnTo>
                  <a:lnTo>
                    <a:pt x="0" y="2390371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任意形状 29"/>
            <p:cNvSpPr/>
            <p:nvPr/>
          </p:nvSpPr>
          <p:spPr>
            <a:xfrm>
              <a:off x="5445250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0"/>
          <p:cNvSpPr/>
          <p:nvPr>
            <p:custDataLst>
              <p:tags r:id="rId1"/>
            </p:custDataLst>
          </p:nvPr>
        </p:nvSpPr>
        <p:spPr>
          <a:xfrm flipH="1">
            <a:off x="707040" y="2221992"/>
            <a:ext cx="10436421" cy="4084827"/>
          </a:xfrm>
          <a:prstGeom prst="roundRect">
            <a:avLst>
              <a:gd name="adj" fmla="val 1857"/>
            </a:avLst>
          </a:prstGeom>
          <a:solidFill>
            <a:srgbClr val="FFFFFF">
              <a:alpha val="83000"/>
            </a:srgbClr>
          </a:solidFill>
          <a:ln w="9525">
            <a:noFill/>
          </a:ln>
          <a:effectLst>
            <a:outerShdw blurRad="254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07047" y="1274579"/>
            <a:ext cx="10436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纽约大学</a:t>
            </a:r>
            <a:r>
              <a:rPr lang="en-US" altLang="zh-CN" dirty="0"/>
              <a:t>Stern</a:t>
            </a:r>
            <a:r>
              <a:rPr lang="zh-CN" altLang="en-US" dirty="0"/>
              <a:t>商学院的</a:t>
            </a:r>
            <a:r>
              <a:rPr lang="en-US" altLang="zh-CN" dirty="0"/>
              <a:t>Panos </a:t>
            </a:r>
            <a:r>
              <a:rPr lang="en-US" altLang="zh-CN" dirty="0" err="1"/>
              <a:t>Ipeirotis</a:t>
            </a:r>
            <a:r>
              <a:rPr lang="zh-CN" altLang="en-US" dirty="0"/>
              <a:t>教授在其教学实践中的观察：许多提交了</a:t>
            </a:r>
            <a:r>
              <a:rPr lang="en-US" altLang="zh-CN" dirty="0"/>
              <a:t>”thoughtful, well-structured work”</a:t>
            </a:r>
            <a:r>
              <a:rPr lang="zh-CN" altLang="en-US" dirty="0"/>
              <a:t>的学生，在课堂随机追问下却无法解释其提交作品中的基本设计选择，甚至完全无法作答。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998521" y="2501821"/>
            <a:ext cx="853604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Vibe coding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en-US" altLang="zh-CN" sz="1600" dirty="0"/>
              <a:t>GPT</a:t>
            </a:r>
            <a:r>
              <a:rPr lang="zh-CN" altLang="en-US" sz="1600" dirty="0"/>
              <a:t>、</a:t>
            </a:r>
            <a:r>
              <a:rPr lang="en-US" altLang="zh-CN" sz="1600" dirty="0"/>
              <a:t>Claude</a:t>
            </a:r>
            <a:r>
              <a:rPr lang="zh-CN" altLang="en-US" sz="1600" dirty="0"/>
              <a:t>、</a:t>
            </a:r>
            <a:r>
              <a:rPr lang="en-US" altLang="zh-CN" sz="1600" dirty="0"/>
              <a:t>Gemini</a:t>
            </a:r>
            <a:r>
              <a:rPr lang="zh-CN" altLang="en-US" sz="1600" dirty="0"/>
              <a:t>等</a:t>
            </a:r>
            <a:r>
              <a:rPr lang="en-US" altLang="zh-CN" sz="1600" dirty="0"/>
              <a:t>LLM</a:t>
            </a:r>
            <a:r>
              <a:rPr lang="zh-CN" altLang="en-US" sz="1600" dirty="0"/>
              <a:t>可生成高质量代码与实验报告</a:t>
            </a:r>
            <a:endParaRPr lang="en-US" altLang="zh-CN" sz="1600" dirty="0"/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en-US" altLang="zh-CN" sz="1600" dirty="0"/>
              <a:t>MOSS</a:t>
            </a:r>
            <a:r>
              <a:rPr lang="zh-CN" altLang="en-US" sz="1600" dirty="0"/>
              <a:t>等代码相似性检测工具仅能标记</a:t>
            </a:r>
            <a:r>
              <a:rPr lang="en-US" altLang="zh-CN" sz="1600" dirty="0"/>
              <a:t>"</a:t>
            </a:r>
            <a:r>
              <a:rPr lang="zh-CN" altLang="en-US" sz="1600" dirty="0"/>
              <a:t>人机协作</a:t>
            </a:r>
            <a:r>
              <a:rPr lang="en-US" altLang="zh-CN" sz="1600" dirty="0"/>
              <a:t>"</a:t>
            </a:r>
            <a:r>
              <a:rPr lang="zh-CN" altLang="en-US" sz="1600" dirty="0"/>
              <a:t>风险，无法判定理解深度</a:t>
            </a: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endParaRPr lang="zh-CN" altLang="en-US" sz="1400" dirty="0"/>
          </a:p>
        </p:txBody>
      </p:sp>
      <p:sp>
        <p:nvSpPr>
          <p:cNvPr id="24" name="菱形 23"/>
          <p:cNvSpPr/>
          <p:nvPr/>
        </p:nvSpPr>
        <p:spPr>
          <a:xfrm>
            <a:off x="1048539" y="2632521"/>
            <a:ext cx="768112" cy="757295"/>
          </a:xfrm>
          <a:prstGeom prst="diamond">
            <a:avLst/>
          </a:prstGeom>
          <a:solidFill>
            <a:srgbClr val="912C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998521" y="4285466"/>
            <a:ext cx="8255732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核心矛盾：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zh-CN" altLang="en-US" sz="1600" dirty="0"/>
              <a:t>书面作业可被</a:t>
            </a:r>
            <a:r>
              <a:rPr lang="en-US" altLang="zh-CN" sz="1600" dirty="0"/>
              <a:t>LLM</a:t>
            </a:r>
            <a:r>
              <a:rPr lang="zh-CN" altLang="en-US" sz="1600" dirty="0"/>
              <a:t>高质量代劳，传统评估正在失效</a:t>
            </a: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zh-CN" altLang="en-US" sz="1600" dirty="0"/>
              <a:t>亟需新型评估手段区分</a:t>
            </a:r>
            <a:r>
              <a:rPr lang="en-US" altLang="zh-CN" sz="1600" dirty="0"/>
              <a:t>"</a:t>
            </a:r>
            <a:r>
              <a:rPr lang="zh-CN" altLang="en-US" sz="1600" dirty="0"/>
              <a:t>亲手实现并理解</a:t>
            </a:r>
            <a:r>
              <a:rPr lang="en-US" altLang="zh-CN" sz="1600" dirty="0"/>
              <a:t>"</a:t>
            </a:r>
            <a:r>
              <a:rPr lang="zh-CN" altLang="en-US" sz="1600" dirty="0"/>
              <a:t>与</a:t>
            </a:r>
            <a:r>
              <a:rPr lang="en-US" altLang="zh-CN" sz="1600" dirty="0"/>
              <a:t>"</a:t>
            </a:r>
            <a:r>
              <a:rPr lang="zh-CN" altLang="en-US" sz="1600" dirty="0"/>
              <a:t>复制粘贴</a:t>
            </a:r>
            <a:r>
              <a:rPr lang="en-US" altLang="zh-CN" sz="1600" dirty="0"/>
              <a:t>LLM</a:t>
            </a:r>
            <a:r>
              <a:rPr lang="zh-CN" altLang="en-US" sz="1600" dirty="0"/>
              <a:t>输出</a:t>
            </a:r>
            <a:r>
              <a:rPr lang="en-US" altLang="zh-CN" sz="1600" dirty="0"/>
              <a:t>"</a:t>
            </a:r>
          </a:p>
        </p:txBody>
      </p:sp>
      <p:sp>
        <p:nvSpPr>
          <p:cNvPr id="28" name="菱形 27"/>
          <p:cNvSpPr/>
          <p:nvPr/>
        </p:nvSpPr>
        <p:spPr>
          <a:xfrm>
            <a:off x="1048538" y="4361302"/>
            <a:ext cx="768113" cy="757296"/>
          </a:xfrm>
          <a:prstGeom prst="diamond">
            <a:avLst/>
          </a:prstGeom>
          <a:solidFill>
            <a:srgbClr val="68A4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579906" y="582387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b="1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输入图片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名称输入图片名称</a:t>
            </a:r>
          </a:p>
        </p:txBody>
      </p:sp>
      <p:sp>
        <p:nvSpPr>
          <p:cNvPr id="21" name="小李PPT1"/>
          <p:cNvSpPr txBox="1"/>
          <p:nvPr/>
        </p:nvSpPr>
        <p:spPr>
          <a:xfrm>
            <a:off x="363836" y="244861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大语言模型对编程评估的冲击</a:t>
            </a: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76"/>
          <p:cNvSpPr txBox="1"/>
          <p:nvPr/>
        </p:nvSpPr>
        <p:spPr>
          <a:xfrm>
            <a:off x="6039519" y="1331881"/>
            <a:ext cx="341122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实验答案强开放性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" name="TextBox 76"/>
          <p:cNvSpPr txBox="1"/>
          <p:nvPr/>
        </p:nvSpPr>
        <p:spPr>
          <a:xfrm>
            <a:off x="2540365" y="4010593"/>
            <a:ext cx="341122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强调底层机制理解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68723" y="3680958"/>
            <a:ext cx="1019500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1"/>
          <p:cNvSpPr/>
          <p:nvPr>
            <p:custDataLst>
              <p:tags r:id="rId1"/>
            </p:custDataLst>
          </p:nvPr>
        </p:nvSpPr>
        <p:spPr bwMode="auto">
          <a:xfrm>
            <a:off x="6078640" y="1793992"/>
            <a:ext cx="4953793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/>
              <a:t>同一题目多种实现路径</a:t>
            </a:r>
            <a:endParaRPr lang="en-US" altLang="zh-CN" sz="16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/>
              <a:t>难以通过测例或查重评判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小李PPT1"/>
          <p:cNvSpPr txBox="1"/>
          <p:nvPr/>
        </p:nvSpPr>
        <p:spPr>
          <a:xfrm>
            <a:off x="363836" y="244861"/>
            <a:ext cx="35670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OS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课程实验的特殊性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C22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1" name="Text1"/>
          <p:cNvSpPr/>
          <p:nvPr>
            <p:custDataLst>
              <p:tags r:id="rId2"/>
            </p:custDataLst>
          </p:nvPr>
        </p:nvSpPr>
        <p:spPr bwMode="auto">
          <a:xfrm>
            <a:off x="1015038" y="4475999"/>
            <a:ext cx="4963658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函数之间调度关系复杂</a:t>
            </a: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代码耦合性高</a:t>
            </a:r>
          </a:p>
        </p:txBody>
      </p:sp>
      <p:cxnSp>
        <p:nvCxnSpPr>
          <p:cNvPr id="3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noFill/>
          <a:ln w="19050" cap="flat" cmpd="sng" algn="ctr">
            <a:solidFill>
              <a:srgbClr val="6C2280"/>
            </a:solidFill>
            <a:prstDash val="solid"/>
            <a:miter lim="800000"/>
          </a:ln>
          <a:effectLst/>
        </p:spPr>
      </p:cxnSp>
      <p:grpSp>
        <p:nvGrpSpPr>
          <p:cNvPr id="48" name="组合 47"/>
          <p:cNvGrpSpPr/>
          <p:nvPr/>
        </p:nvGrpSpPr>
        <p:grpSpPr>
          <a:xfrm>
            <a:off x="6135294" y="1968309"/>
            <a:ext cx="139964" cy="139964"/>
            <a:chOff x="-873393" y="1299311"/>
            <a:chExt cx="718548" cy="718548"/>
          </a:xfrm>
        </p:grpSpPr>
        <p:sp>
          <p:nvSpPr>
            <p:cNvPr id="49" name="椭圆 48"/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135294" y="2705300"/>
            <a:ext cx="139964" cy="139964"/>
            <a:chOff x="-873393" y="1299311"/>
            <a:chExt cx="718548" cy="718548"/>
          </a:xfrm>
        </p:grpSpPr>
        <p:sp>
          <p:nvSpPr>
            <p:cNvPr id="52" name="椭圆 51"/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062099" y="4649587"/>
            <a:ext cx="139964" cy="139964"/>
            <a:chOff x="-873393" y="1299311"/>
            <a:chExt cx="718548" cy="718548"/>
          </a:xfrm>
        </p:grpSpPr>
        <p:sp>
          <p:nvSpPr>
            <p:cNvPr id="55" name="椭圆 54"/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062099" y="5405797"/>
            <a:ext cx="139964" cy="139964"/>
            <a:chOff x="-873393" y="1299311"/>
            <a:chExt cx="718548" cy="718548"/>
          </a:xfrm>
        </p:grpSpPr>
        <p:sp>
          <p:nvSpPr>
            <p:cNvPr id="58" name="椭圆 57"/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Box 76">
            <a:extLst>
              <a:ext uri="{FF2B5EF4-FFF2-40B4-BE49-F238E27FC236}">
                <a16:creationId xmlns:a16="http://schemas.microsoft.com/office/drawing/2014/main" id="{DCD3C428-14CF-D989-98E6-333D8A2D4669}"/>
              </a:ext>
            </a:extLst>
          </p:cNvPr>
          <p:cNvSpPr txBox="1"/>
          <p:nvPr/>
        </p:nvSpPr>
        <p:spPr>
          <a:xfrm>
            <a:off x="7623934" y="4010593"/>
            <a:ext cx="341122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传统口试难以规模化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ext1">
            <a:extLst>
              <a:ext uri="{FF2B5EF4-FFF2-40B4-BE49-F238E27FC236}">
                <a16:creationId xmlns:a16="http://schemas.microsoft.com/office/drawing/2014/main" id="{EAD47CDE-70E4-F027-CD5B-CB1C6346B81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098607" y="4475999"/>
            <a:ext cx="4963658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口试消耗大量教师精力</a:t>
            </a: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现有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agent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缺乏对操作系统方面的适配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E0E9306-6B6C-1DB8-DC7B-5D56A76B0749}"/>
              </a:ext>
            </a:extLst>
          </p:cNvPr>
          <p:cNvGrpSpPr/>
          <p:nvPr/>
        </p:nvGrpSpPr>
        <p:grpSpPr>
          <a:xfrm>
            <a:off x="6145668" y="4649587"/>
            <a:ext cx="139964" cy="139964"/>
            <a:chOff x="-873393" y="1299311"/>
            <a:chExt cx="718548" cy="718548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1C27231-B6EC-D74E-E2B9-CE3F55BA5F64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16A0CE9-2D17-A1FB-5695-D795DD468203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CF5AFEB-22F4-D505-B522-7AF009FF549A}"/>
              </a:ext>
            </a:extLst>
          </p:cNvPr>
          <p:cNvGrpSpPr/>
          <p:nvPr/>
        </p:nvGrpSpPr>
        <p:grpSpPr>
          <a:xfrm>
            <a:off x="6145668" y="5375820"/>
            <a:ext cx="139964" cy="139964"/>
            <a:chOff x="-873393" y="1299311"/>
            <a:chExt cx="718548" cy="718548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1B15EB6-AEB6-86DD-1178-2693C0E60B08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9B2C4C06-ECAF-734F-9BF4-F82AD7BF2F4F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TextBox 76">
            <a:extLst>
              <a:ext uri="{FF2B5EF4-FFF2-40B4-BE49-F238E27FC236}">
                <a16:creationId xmlns:a16="http://schemas.microsoft.com/office/drawing/2014/main" id="{DB58FC8D-2B32-672C-AE6E-E4BFF9CEC681}"/>
              </a:ext>
            </a:extLst>
          </p:cNvPr>
          <p:cNvSpPr txBox="1"/>
          <p:nvPr/>
        </p:nvSpPr>
        <p:spPr>
          <a:xfrm>
            <a:off x="958671" y="1353645"/>
            <a:ext cx="341122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代码上下文高度复杂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5" name="Text1">
            <a:extLst>
              <a:ext uri="{FF2B5EF4-FFF2-40B4-BE49-F238E27FC236}">
                <a16:creationId xmlns:a16="http://schemas.microsoft.com/office/drawing/2014/main" id="{08F7A713-5696-026D-F966-F0AED8731E0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997792" y="1815756"/>
            <a:ext cx="4953793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/>
              <a:t>数十源文件、数百函数调用</a:t>
            </a: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/>
              <a:t>需要理解宏观架构</a:t>
            </a: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34D5EFE-AAF8-DB02-8CAA-CED47A0B2FE0}"/>
              </a:ext>
            </a:extLst>
          </p:cNvPr>
          <p:cNvGrpSpPr/>
          <p:nvPr/>
        </p:nvGrpSpPr>
        <p:grpSpPr>
          <a:xfrm>
            <a:off x="1054446" y="1990073"/>
            <a:ext cx="139964" cy="139964"/>
            <a:chOff x="-873393" y="1299311"/>
            <a:chExt cx="718548" cy="718548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3CC5C8D2-592B-3BFC-1146-72AEEF6F5D54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71E25C68-36C9-CCE3-112F-D258CB77F611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F817757-1223-4D9D-9DEF-64BC11FEA2BF}"/>
              </a:ext>
            </a:extLst>
          </p:cNvPr>
          <p:cNvGrpSpPr/>
          <p:nvPr/>
        </p:nvGrpSpPr>
        <p:grpSpPr>
          <a:xfrm>
            <a:off x="1054108" y="2707191"/>
            <a:ext cx="139964" cy="139964"/>
            <a:chOff x="-873393" y="1299311"/>
            <a:chExt cx="718548" cy="718548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7FCBC116-7676-6433-245E-B54F09127591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9BEAE620-7C8B-DB09-3774-1AA58DD435D0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圆角矩形 117"/>
          <p:cNvSpPr/>
          <p:nvPr/>
        </p:nvSpPr>
        <p:spPr>
          <a:xfrm>
            <a:off x="454763" y="1340210"/>
            <a:ext cx="11278360" cy="2980837"/>
          </a:xfrm>
          <a:prstGeom prst="roundRect">
            <a:avLst>
              <a:gd name="adj" fmla="val 5992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841703" y="1954025"/>
            <a:ext cx="21401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500"/>
              </a:spcAft>
              <a:defRPr/>
            </a:pPr>
            <a:r>
              <a:rPr lang="en-US" altLang="zh-CN" sz="2000" dirty="0"/>
              <a:t>LLM</a:t>
            </a:r>
            <a:r>
              <a:rPr lang="zh-CN" altLang="en-US" sz="2000" dirty="0"/>
              <a:t>普及背景下</a:t>
            </a:r>
            <a:r>
              <a:rPr lang="en-US" altLang="zh-CN" sz="2000" dirty="0"/>
              <a:t>OS</a:t>
            </a:r>
            <a:r>
              <a:rPr lang="zh-CN" altLang="en-US" sz="2000" dirty="0"/>
              <a:t>实验代码的真实性评估困境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826713" y="1556308"/>
            <a:ext cx="214015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核心矛盾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1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3535787" y="1951632"/>
            <a:ext cx="21401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500"/>
              </a:spcAft>
              <a:defRPr/>
            </a:pPr>
            <a:r>
              <a:rPr lang="zh-CN" altLang="en-US" sz="2000" dirty="0"/>
              <a:t>传统口试在</a:t>
            </a:r>
            <a:r>
              <a:rPr lang="en-US" altLang="zh-CN" sz="2000" dirty="0"/>
              <a:t>OS</a:t>
            </a:r>
            <a:r>
              <a:rPr lang="zh-CN" altLang="en-US" sz="2000" dirty="0"/>
              <a:t>实验场景中的可扩展性瓶颈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3520797" y="1553915"/>
            <a:ext cx="214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核心矛盾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2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6516181" y="1951632"/>
            <a:ext cx="21401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500"/>
              </a:spcAft>
              <a:defRPr/>
            </a:pPr>
            <a:r>
              <a:rPr lang="zh-CN" altLang="en-US" sz="2000" dirty="0"/>
              <a:t>通用</a:t>
            </a:r>
            <a:r>
              <a:rPr lang="en-US" altLang="zh-CN" sz="2000" dirty="0"/>
              <a:t>AI</a:t>
            </a:r>
            <a:r>
              <a:rPr lang="zh-CN" altLang="en-US" sz="2000" dirty="0"/>
              <a:t>评估工具缺乏操作系统领域的专业适配性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6501191" y="1553915"/>
            <a:ext cx="214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核心矛盾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3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9225133" y="1954025"/>
            <a:ext cx="21401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500"/>
              </a:spcAft>
              <a:defRPr/>
            </a:pPr>
            <a:r>
              <a:rPr lang="zh-CN" altLang="en-US" sz="2000" dirty="0"/>
              <a:t>单一</a:t>
            </a:r>
            <a:r>
              <a:rPr lang="en-US" altLang="zh-CN" sz="2000" dirty="0"/>
              <a:t>LLM</a:t>
            </a:r>
            <a:r>
              <a:rPr lang="zh-CN" altLang="en-US" sz="2000" dirty="0"/>
              <a:t>评分的主观性与不稳定性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9210143" y="1556308"/>
            <a:ext cx="214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核心矛盾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4</a:t>
            </a:r>
          </a:p>
        </p:txBody>
      </p:sp>
      <p:cxnSp>
        <p:nvCxnSpPr>
          <p:cNvPr id="116" name="直线连接符 115"/>
          <p:cNvCxnSpPr>
            <a:cxnSpLocks/>
          </p:cNvCxnSpPr>
          <p:nvPr/>
        </p:nvCxnSpPr>
        <p:spPr>
          <a:xfrm>
            <a:off x="3119539" y="1652144"/>
            <a:ext cx="0" cy="22730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椭圆 119"/>
          <p:cNvSpPr/>
          <p:nvPr/>
        </p:nvSpPr>
        <p:spPr>
          <a:xfrm>
            <a:off x="786789" y="4785618"/>
            <a:ext cx="772985" cy="7729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01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1731213" y="4718764"/>
            <a:ext cx="3944728" cy="1253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研究定位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/>
              <a:t>填补</a:t>
            </a:r>
            <a:r>
              <a:rPr lang="en-US" altLang="zh-CN" sz="1600" dirty="0"/>
              <a:t>"</a:t>
            </a:r>
            <a:r>
              <a:rPr lang="zh-CN" altLang="en-US" sz="1600" dirty="0"/>
              <a:t>垂直领域 </a:t>
            </a:r>
            <a:r>
              <a:rPr lang="en-US" altLang="zh-CN" sz="1600" dirty="0"/>
              <a:t>+ </a:t>
            </a:r>
            <a:r>
              <a:rPr lang="zh-CN" altLang="en-US" sz="1600" dirty="0"/>
              <a:t>语音交互 </a:t>
            </a:r>
            <a:r>
              <a:rPr lang="en-US" altLang="zh-CN" sz="1600" dirty="0"/>
              <a:t>+ RAG</a:t>
            </a:r>
            <a:r>
              <a:rPr lang="zh-CN" altLang="en-US" sz="1600" dirty="0"/>
              <a:t>知识增强 </a:t>
            </a:r>
            <a:r>
              <a:rPr lang="en-US" altLang="zh-CN" sz="1600" dirty="0"/>
              <a:t>+ </a:t>
            </a:r>
            <a:r>
              <a:rPr lang="zh-CN" altLang="en-US" sz="1600" dirty="0"/>
              <a:t>多模型可信评分</a:t>
            </a:r>
            <a:r>
              <a:rPr lang="en-US" altLang="zh-CN" sz="1600" dirty="0"/>
              <a:t>"</a:t>
            </a:r>
            <a:r>
              <a:rPr lang="zh-CN" altLang="en-US" sz="1600" dirty="0"/>
              <a:t>交叉空白</a:t>
            </a: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9" name="小李PPT1"/>
          <p:cNvSpPr txBox="1"/>
          <p:nvPr/>
        </p:nvSpPr>
        <p:spPr>
          <a:xfrm>
            <a:off x="363836" y="244861"/>
            <a:ext cx="3416320" cy="10182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核心矛盾与研究定位</a:t>
            </a:r>
          </a:p>
          <a:p>
            <a:pPr lvl="0">
              <a:spcAft>
                <a:spcPts val="500"/>
              </a:spcAft>
              <a:defRPr/>
            </a:pP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50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28" name="椭圆 27"/>
          <p:cNvSpPr/>
          <p:nvPr/>
        </p:nvSpPr>
        <p:spPr>
          <a:xfrm>
            <a:off x="6516061" y="4785618"/>
            <a:ext cx="772985" cy="772985"/>
          </a:xfrm>
          <a:prstGeom prst="ellips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02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460485" y="4718764"/>
            <a:ext cx="3944728" cy="1253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设计目标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/>
              <a:t>构建可落地、可扩展、可信赖的自动化</a:t>
            </a:r>
            <a:r>
              <a:rPr lang="en-US" altLang="zh-CN" sz="1600" dirty="0"/>
              <a:t>AI</a:t>
            </a:r>
            <a:r>
              <a:rPr lang="zh-CN" altLang="en-US" sz="1600" dirty="0"/>
              <a:t>口试系统</a:t>
            </a: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11" name="直线连接符 115">
            <a:extLst>
              <a:ext uri="{FF2B5EF4-FFF2-40B4-BE49-F238E27FC236}">
                <a16:creationId xmlns:a16="http://schemas.microsoft.com/office/drawing/2014/main" id="{803CF0BB-C5B7-C560-A1D4-0AAB178710D8}"/>
              </a:ext>
            </a:extLst>
          </p:cNvPr>
          <p:cNvCxnSpPr>
            <a:cxnSpLocks/>
          </p:cNvCxnSpPr>
          <p:nvPr/>
        </p:nvCxnSpPr>
        <p:spPr>
          <a:xfrm>
            <a:off x="6082046" y="1652144"/>
            <a:ext cx="0" cy="22730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5">
            <a:extLst>
              <a:ext uri="{FF2B5EF4-FFF2-40B4-BE49-F238E27FC236}">
                <a16:creationId xmlns:a16="http://schemas.microsoft.com/office/drawing/2014/main" id="{434D463E-6316-8E50-4255-F8366E722236}"/>
              </a:ext>
            </a:extLst>
          </p:cNvPr>
          <p:cNvCxnSpPr>
            <a:cxnSpLocks/>
          </p:cNvCxnSpPr>
          <p:nvPr/>
        </p:nvCxnSpPr>
        <p:spPr>
          <a:xfrm>
            <a:off x="8871158" y="1652144"/>
            <a:ext cx="0" cy="22730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>
              <a:fillRect/>
            </a:stretch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588431" y="4639544"/>
            <a:ext cx="4076164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System Design</a:t>
            </a:r>
            <a:endParaRPr kumimoji="1"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445250" y="1"/>
            <a:ext cx="6746747" cy="6857998"/>
            <a:chOff x="5445250" y="1"/>
            <a:chExt cx="6746747" cy="6857998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任意形状 6"/>
            <p:cNvSpPr/>
            <p:nvPr/>
          </p:nvSpPr>
          <p:spPr>
            <a:xfrm>
              <a:off x="9033508" y="1"/>
              <a:ext cx="3061716" cy="1530857"/>
            </a:xfrm>
            <a:custGeom>
              <a:avLst/>
              <a:gdLst>
                <a:gd name="connsiteX0" fmla="*/ 3061716 w 3061716"/>
                <a:gd name="connsiteY0" fmla="*/ 0 h 1530857"/>
                <a:gd name="connsiteX1" fmla="*/ 1530858 w 3061716"/>
                <a:gd name="connsiteY1" fmla="*/ 1530858 h 1530857"/>
                <a:gd name="connsiteX2" fmla="*/ 0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任意形状 7"/>
            <p:cNvSpPr/>
            <p:nvPr/>
          </p:nvSpPr>
          <p:spPr>
            <a:xfrm>
              <a:off x="7079740" y="1"/>
              <a:ext cx="3380994" cy="3325367"/>
            </a:xfrm>
            <a:custGeom>
              <a:avLst/>
              <a:gdLst>
                <a:gd name="connsiteX0" fmla="*/ 3380994 w 3380994"/>
                <a:gd name="connsiteY0" fmla="*/ 1634490 h 3325367"/>
                <a:gd name="connsiteX1" fmla="*/ 1690878 w 3380994"/>
                <a:gd name="connsiteY1" fmla="*/ 3325368 h 3325367"/>
                <a:gd name="connsiteX2" fmla="*/ 0 w 3380994"/>
                <a:gd name="connsiteY2" fmla="*/ 1634490 h 3325367"/>
                <a:gd name="connsiteX3" fmla="*/ 1635252 w 3380994"/>
                <a:gd name="connsiteY3" fmla="*/ 0 h 3325367"/>
                <a:gd name="connsiteX4" fmla="*/ 1745742 w 3380994"/>
                <a:gd name="connsiteY4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0994" h="3325367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任意形状 8"/>
            <p:cNvSpPr/>
            <p:nvPr/>
          </p:nvSpPr>
          <p:spPr>
            <a:xfrm>
              <a:off x="10667998" y="111252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3238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任意形状 9"/>
            <p:cNvSpPr/>
            <p:nvPr/>
          </p:nvSpPr>
          <p:spPr>
            <a:xfrm>
              <a:off x="8874250" y="1738884"/>
              <a:ext cx="3317747" cy="3380231"/>
            </a:xfrm>
            <a:custGeom>
              <a:avLst/>
              <a:gdLst>
                <a:gd name="connsiteX0" fmla="*/ 3317748 w 3317747"/>
                <a:gd name="connsiteY0" fmla="*/ 1627632 h 3380231"/>
                <a:gd name="connsiteX1" fmla="*/ 3317748 w 3317747"/>
                <a:gd name="connsiteY1" fmla="*/ 1752600 h 3380231"/>
                <a:gd name="connsiteX2" fmla="*/ 1690116 w 3317747"/>
                <a:gd name="connsiteY2" fmla="*/ 3380232 h 3380231"/>
                <a:gd name="connsiteX3" fmla="*/ 0 w 3317747"/>
                <a:gd name="connsiteY3" fmla="*/ 1690116 h 3380231"/>
                <a:gd name="connsiteX4" fmla="*/ 1690116 w 3317747"/>
                <a:gd name="connsiteY4" fmla="*/ 0 h 338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7747" h="3380231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任意形状 10"/>
            <p:cNvSpPr/>
            <p:nvPr/>
          </p:nvSpPr>
          <p:spPr>
            <a:xfrm>
              <a:off x="10667998" y="3699510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4000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9033508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7079740" y="3532632"/>
              <a:ext cx="3380994" cy="3325367"/>
            </a:xfrm>
            <a:custGeom>
              <a:avLst/>
              <a:gdLst>
                <a:gd name="connsiteX0" fmla="*/ 3380994 w 3380994"/>
                <a:gd name="connsiteY0" fmla="*/ 1690878 h 3325367"/>
                <a:gd name="connsiteX1" fmla="*/ 1745742 w 3380994"/>
                <a:gd name="connsiteY1" fmla="*/ 3325368 h 3325367"/>
                <a:gd name="connsiteX2" fmla="*/ 1635252 w 3380994"/>
                <a:gd name="connsiteY2" fmla="*/ 3325368 h 3325367"/>
                <a:gd name="connsiteX3" fmla="*/ 0 w 3380994"/>
                <a:gd name="connsiteY3" fmla="*/ 1690878 h 3325367"/>
                <a:gd name="connsiteX4" fmla="*/ 0 w 3380994"/>
                <a:gd name="connsiteY4" fmla="*/ 1690878 h 3325367"/>
                <a:gd name="connsiteX5" fmla="*/ 1690878 w 3380994"/>
                <a:gd name="connsiteY5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80994" h="3325367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任意形状 24"/>
            <p:cNvSpPr/>
            <p:nvPr/>
          </p:nvSpPr>
          <p:spPr>
            <a:xfrm rot="18900000">
              <a:off x="5780874" y="2233352"/>
              <a:ext cx="2390370" cy="2390370"/>
            </a:xfrm>
            <a:custGeom>
              <a:avLst/>
              <a:gdLst>
                <a:gd name="connsiteX0" fmla="*/ 0 w 2390370"/>
                <a:gd name="connsiteY0" fmla="*/ 0 h 2390370"/>
                <a:gd name="connsiteX1" fmla="*/ 2390371 w 2390370"/>
                <a:gd name="connsiteY1" fmla="*/ 0 h 2390370"/>
                <a:gd name="connsiteX2" fmla="*/ 2390371 w 2390370"/>
                <a:gd name="connsiteY2" fmla="*/ 2390371 h 2390370"/>
                <a:gd name="connsiteX3" fmla="*/ 0 w 2390370"/>
                <a:gd name="connsiteY3" fmla="*/ 2390371 h 23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0370" h="2390370">
                  <a:moveTo>
                    <a:pt x="0" y="0"/>
                  </a:moveTo>
                  <a:lnTo>
                    <a:pt x="2390371" y="0"/>
                  </a:lnTo>
                  <a:lnTo>
                    <a:pt x="2390371" y="2390371"/>
                  </a:lnTo>
                  <a:lnTo>
                    <a:pt x="0" y="2390371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任意形状 29"/>
            <p:cNvSpPr/>
            <p:nvPr/>
          </p:nvSpPr>
          <p:spPr>
            <a:xfrm>
              <a:off x="5445250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2" name="小李PPT13"/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solidFill>
                  <a:srgbClr val="793A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02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形状 5"/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912C8D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16F5-5B75-4370-21BA-48657F3C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>
            <a:extLst>
              <a:ext uri="{FF2B5EF4-FFF2-40B4-BE49-F238E27FC236}">
                <a16:creationId xmlns:a16="http://schemas.microsoft.com/office/drawing/2014/main" id="{A70C5F8F-26F7-0CB3-FD7C-8B14477B3BE5}"/>
              </a:ext>
            </a:extLst>
          </p:cNvPr>
          <p:cNvSpPr txBox="1"/>
          <p:nvPr/>
        </p:nvSpPr>
        <p:spPr>
          <a:xfrm>
            <a:off x="961833" y="165373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添加小标题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6A21DBA-FA75-B3E6-77C8-64EA120B21CF}"/>
              </a:ext>
            </a:extLst>
          </p:cNvPr>
          <p:cNvSpPr txBox="1"/>
          <p:nvPr/>
        </p:nvSpPr>
        <p:spPr>
          <a:xfrm>
            <a:off x="968761" y="2212208"/>
            <a:ext cx="3376831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kumimoji="1"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添加正文内容添加正文内容，添加正文内容添加正文内容。</a:t>
            </a:r>
            <a:endParaRPr kumimoji="1" lang="en-US" altLang="zh-CN" sz="1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7" name="小李PPT1">
            <a:extLst>
              <a:ext uri="{FF2B5EF4-FFF2-40B4-BE49-F238E27FC236}">
                <a16:creationId xmlns:a16="http://schemas.microsoft.com/office/drawing/2014/main" id="{95F1590D-453F-F52A-3B24-F2AA11471A6B}"/>
              </a:ext>
            </a:extLst>
          </p:cNvPr>
          <p:cNvSpPr txBox="1"/>
          <p:nvPr/>
        </p:nvSpPr>
        <p:spPr>
          <a:xfrm>
            <a:off x="363836" y="24486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系统架构总览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D8B60E5-6601-5E0C-750E-2719F3076B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cxnSp>
        <p:nvCxnSpPr>
          <p:cNvPr id="32" name="直线连接符 3">
            <a:extLst>
              <a:ext uri="{FF2B5EF4-FFF2-40B4-BE49-F238E27FC236}">
                <a16:creationId xmlns:a16="http://schemas.microsoft.com/office/drawing/2014/main" id="{F09705CB-F5EA-CED2-55CB-FE2D106B2018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noFill/>
          <a:ln w="19050" cap="flat" cmpd="sng" algn="ctr">
            <a:solidFill>
              <a:srgbClr val="6C2280"/>
            </a:solidFill>
            <a:prstDash val="solid"/>
            <a:miter lim="800000"/>
          </a:ln>
          <a:effectLst/>
        </p:spPr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AE0ABFF6-6E50-5250-6C90-499E1B6067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38" y="939122"/>
            <a:ext cx="8750077" cy="488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15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058FF-C504-A7D9-57F0-66EED38A6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形状 100">
            <a:extLst>
              <a:ext uri="{FF2B5EF4-FFF2-40B4-BE49-F238E27FC236}">
                <a16:creationId xmlns:a16="http://schemas.microsoft.com/office/drawing/2014/main" id="{8529DDB1-C92E-B5A2-E255-BB1D3844BA9A}"/>
              </a:ext>
            </a:extLst>
          </p:cNvPr>
          <p:cNvSpPr/>
          <p:nvPr/>
        </p:nvSpPr>
        <p:spPr>
          <a:xfrm>
            <a:off x="8044325" y="3503031"/>
            <a:ext cx="3185463" cy="2344196"/>
          </a:xfrm>
          <a:custGeom>
            <a:avLst/>
            <a:gdLst>
              <a:gd name="connsiteX0" fmla="*/ 0 w 2132330"/>
              <a:gd name="connsiteY0" fmla="*/ 0 h 1946910"/>
              <a:gd name="connsiteX1" fmla="*/ 2132330 w 2132330"/>
              <a:gd name="connsiteY1" fmla="*/ 0 h 1946910"/>
              <a:gd name="connsiteX2" fmla="*/ 2132330 w 2132330"/>
              <a:gd name="connsiteY2" fmla="*/ 1946910 h 1946910"/>
              <a:gd name="connsiteX3" fmla="*/ 0 w 2132330"/>
              <a:gd name="connsiteY3" fmla="*/ 1946910 h 19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946910">
                <a:moveTo>
                  <a:pt x="0" y="0"/>
                </a:moveTo>
                <a:lnTo>
                  <a:pt x="2132330" y="0"/>
                </a:lnTo>
                <a:lnTo>
                  <a:pt x="2132330" y="1946910"/>
                </a:lnTo>
                <a:lnTo>
                  <a:pt x="0" y="194691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101600" dist="38100" dir="16200000" rotWithShape="0">
              <a:schemeClr val="tx1">
                <a:alpha val="9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6" name="任意形状 100">
            <a:extLst>
              <a:ext uri="{FF2B5EF4-FFF2-40B4-BE49-F238E27FC236}">
                <a16:creationId xmlns:a16="http://schemas.microsoft.com/office/drawing/2014/main" id="{6EDEDB0C-6142-1874-4B6B-D4EAE7E7CA27}"/>
              </a:ext>
            </a:extLst>
          </p:cNvPr>
          <p:cNvSpPr/>
          <p:nvPr/>
        </p:nvSpPr>
        <p:spPr>
          <a:xfrm>
            <a:off x="4490432" y="3500273"/>
            <a:ext cx="3185463" cy="2346954"/>
          </a:xfrm>
          <a:custGeom>
            <a:avLst/>
            <a:gdLst>
              <a:gd name="connsiteX0" fmla="*/ 0 w 2132330"/>
              <a:gd name="connsiteY0" fmla="*/ 0 h 1946910"/>
              <a:gd name="connsiteX1" fmla="*/ 2132330 w 2132330"/>
              <a:gd name="connsiteY1" fmla="*/ 0 h 1946910"/>
              <a:gd name="connsiteX2" fmla="*/ 2132330 w 2132330"/>
              <a:gd name="connsiteY2" fmla="*/ 1946910 h 1946910"/>
              <a:gd name="connsiteX3" fmla="*/ 0 w 2132330"/>
              <a:gd name="connsiteY3" fmla="*/ 1946910 h 19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946910">
                <a:moveTo>
                  <a:pt x="0" y="0"/>
                </a:moveTo>
                <a:lnTo>
                  <a:pt x="2132330" y="0"/>
                </a:lnTo>
                <a:lnTo>
                  <a:pt x="2132330" y="1946910"/>
                </a:lnTo>
                <a:lnTo>
                  <a:pt x="0" y="194691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101600" dist="38100" dir="16200000" rotWithShape="0">
              <a:schemeClr val="tx1">
                <a:alpha val="9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E12D7DF-53E8-1FBE-7D2C-166A2AB750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9" b="40451"/>
          <a:stretch>
            <a:fillRect/>
          </a:stretch>
        </p:blipFill>
        <p:spPr>
          <a:xfrm>
            <a:off x="923974" y="2354137"/>
            <a:ext cx="3184599" cy="998290"/>
          </a:xfrm>
          <a:prstGeom prst="rect">
            <a:avLst/>
          </a:prstGeom>
        </p:spPr>
      </p:pic>
      <p:sp>
        <p:nvSpPr>
          <p:cNvPr id="79" name="任意形状 78">
            <a:extLst>
              <a:ext uri="{FF2B5EF4-FFF2-40B4-BE49-F238E27FC236}">
                <a16:creationId xmlns:a16="http://schemas.microsoft.com/office/drawing/2014/main" id="{B8A13979-DD27-12A7-2DBB-EAA271451434}"/>
              </a:ext>
            </a:extLst>
          </p:cNvPr>
          <p:cNvSpPr/>
          <p:nvPr/>
        </p:nvSpPr>
        <p:spPr>
          <a:xfrm>
            <a:off x="923109" y="2210893"/>
            <a:ext cx="3185463" cy="1141534"/>
          </a:xfrm>
          <a:custGeom>
            <a:avLst/>
            <a:gdLst>
              <a:gd name="connsiteX0" fmla="*/ 1205230 w 2132329"/>
              <a:gd name="connsiteY0" fmla="*/ 127000 h 1009650"/>
              <a:gd name="connsiteX1" fmla="*/ 1066800 w 2132329"/>
              <a:gd name="connsiteY1" fmla="*/ 0 h 1009650"/>
              <a:gd name="connsiteX2" fmla="*/ 927100 w 2132329"/>
              <a:gd name="connsiteY2" fmla="*/ 127000 h 1009650"/>
              <a:gd name="connsiteX3" fmla="*/ 0 w 2132329"/>
              <a:gd name="connsiteY3" fmla="*/ 127000 h 1009650"/>
              <a:gd name="connsiteX4" fmla="*/ 0 w 2132329"/>
              <a:gd name="connsiteY4" fmla="*/ 1009650 h 1009650"/>
              <a:gd name="connsiteX5" fmla="*/ 2132330 w 2132329"/>
              <a:gd name="connsiteY5" fmla="*/ 1009650 h 1009650"/>
              <a:gd name="connsiteX6" fmla="*/ 2132330 w 2132329"/>
              <a:gd name="connsiteY6" fmla="*/ 12700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329" h="1009650">
                <a:moveTo>
                  <a:pt x="1205230" y="127000"/>
                </a:moveTo>
                <a:lnTo>
                  <a:pt x="1066800" y="0"/>
                </a:lnTo>
                <a:lnTo>
                  <a:pt x="927100" y="127000"/>
                </a:lnTo>
                <a:lnTo>
                  <a:pt x="0" y="127000"/>
                </a:lnTo>
                <a:lnTo>
                  <a:pt x="0" y="1009650"/>
                </a:lnTo>
                <a:lnTo>
                  <a:pt x="2132330" y="1009650"/>
                </a:lnTo>
                <a:lnTo>
                  <a:pt x="2132330" y="127000"/>
                </a:lnTo>
                <a:close/>
              </a:path>
            </a:pathLst>
          </a:custGeom>
          <a:solidFill>
            <a:schemeClr val="accent1">
              <a:alpha val="49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99EB1B-C713-DE14-7E43-659C9F1D35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38" b="11918"/>
          <a:stretch>
            <a:fillRect/>
          </a:stretch>
        </p:blipFill>
        <p:spPr>
          <a:xfrm>
            <a:off x="4491334" y="2354137"/>
            <a:ext cx="3185463" cy="998290"/>
          </a:xfrm>
          <a:prstGeom prst="rect">
            <a:avLst/>
          </a:prstGeom>
        </p:spPr>
      </p:pic>
      <p:sp>
        <p:nvSpPr>
          <p:cNvPr id="107" name="任意形状 106">
            <a:extLst>
              <a:ext uri="{FF2B5EF4-FFF2-40B4-BE49-F238E27FC236}">
                <a16:creationId xmlns:a16="http://schemas.microsoft.com/office/drawing/2014/main" id="{5AD93896-F53B-51DA-90D5-55C93F2A98E6}"/>
              </a:ext>
            </a:extLst>
          </p:cNvPr>
          <p:cNvSpPr/>
          <p:nvPr/>
        </p:nvSpPr>
        <p:spPr>
          <a:xfrm>
            <a:off x="4491333" y="2210893"/>
            <a:ext cx="3185464" cy="1141534"/>
          </a:xfrm>
          <a:custGeom>
            <a:avLst/>
            <a:gdLst>
              <a:gd name="connsiteX0" fmla="*/ 1205230 w 2132329"/>
              <a:gd name="connsiteY0" fmla="*/ 127000 h 1009650"/>
              <a:gd name="connsiteX1" fmla="*/ 1065530 w 2132329"/>
              <a:gd name="connsiteY1" fmla="*/ 0 h 1009650"/>
              <a:gd name="connsiteX2" fmla="*/ 927100 w 2132329"/>
              <a:gd name="connsiteY2" fmla="*/ 127000 h 1009650"/>
              <a:gd name="connsiteX3" fmla="*/ 0 w 2132329"/>
              <a:gd name="connsiteY3" fmla="*/ 127000 h 1009650"/>
              <a:gd name="connsiteX4" fmla="*/ 0 w 2132329"/>
              <a:gd name="connsiteY4" fmla="*/ 1009650 h 1009650"/>
              <a:gd name="connsiteX5" fmla="*/ 2132330 w 2132329"/>
              <a:gd name="connsiteY5" fmla="*/ 1009650 h 1009650"/>
              <a:gd name="connsiteX6" fmla="*/ 2132330 w 2132329"/>
              <a:gd name="connsiteY6" fmla="*/ 12700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329" h="1009650">
                <a:moveTo>
                  <a:pt x="1205230" y="127000"/>
                </a:moveTo>
                <a:lnTo>
                  <a:pt x="1065530" y="0"/>
                </a:lnTo>
                <a:lnTo>
                  <a:pt x="927100" y="127000"/>
                </a:lnTo>
                <a:lnTo>
                  <a:pt x="0" y="127000"/>
                </a:lnTo>
                <a:lnTo>
                  <a:pt x="0" y="1009650"/>
                </a:lnTo>
                <a:lnTo>
                  <a:pt x="2132330" y="1009650"/>
                </a:lnTo>
                <a:lnTo>
                  <a:pt x="2132330" y="127000"/>
                </a:lnTo>
                <a:close/>
              </a:path>
            </a:pathLst>
          </a:custGeom>
          <a:solidFill>
            <a:schemeClr val="accent3">
              <a:alpha val="48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6E3566-503C-81CB-DDE2-5090A852C8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88" b="13635"/>
          <a:stretch>
            <a:fillRect/>
          </a:stretch>
        </p:blipFill>
        <p:spPr>
          <a:xfrm>
            <a:off x="8044325" y="2354138"/>
            <a:ext cx="3185465" cy="998290"/>
          </a:xfrm>
          <a:prstGeom prst="rect">
            <a:avLst/>
          </a:prstGeom>
        </p:spPr>
      </p:pic>
      <p:sp>
        <p:nvSpPr>
          <p:cNvPr id="101" name="任意形状 100">
            <a:extLst>
              <a:ext uri="{FF2B5EF4-FFF2-40B4-BE49-F238E27FC236}">
                <a16:creationId xmlns:a16="http://schemas.microsoft.com/office/drawing/2014/main" id="{A0031411-6352-F366-0EA5-B0D8F4985523}"/>
              </a:ext>
            </a:extLst>
          </p:cNvPr>
          <p:cNvSpPr/>
          <p:nvPr/>
        </p:nvSpPr>
        <p:spPr>
          <a:xfrm>
            <a:off x="923108" y="3511327"/>
            <a:ext cx="3185463" cy="2420317"/>
          </a:xfrm>
          <a:custGeom>
            <a:avLst/>
            <a:gdLst>
              <a:gd name="connsiteX0" fmla="*/ 0 w 2132330"/>
              <a:gd name="connsiteY0" fmla="*/ 0 h 1946910"/>
              <a:gd name="connsiteX1" fmla="*/ 2132330 w 2132330"/>
              <a:gd name="connsiteY1" fmla="*/ 0 h 1946910"/>
              <a:gd name="connsiteX2" fmla="*/ 2132330 w 2132330"/>
              <a:gd name="connsiteY2" fmla="*/ 1946910 h 1946910"/>
              <a:gd name="connsiteX3" fmla="*/ 0 w 2132330"/>
              <a:gd name="connsiteY3" fmla="*/ 1946910 h 19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946910">
                <a:moveTo>
                  <a:pt x="0" y="0"/>
                </a:moveTo>
                <a:lnTo>
                  <a:pt x="2132330" y="0"/>
                </a:lnTo>
                <a:lnTo>
                  <a:pt x="2132330" y="1946910"/>
                </a:lnTo>
                <a:lnTo>
                  <a:pt x="0" y="194691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101600" dist="38100" dir="16200000" rotWithShape="0">
              <a:schemeClr val="tx1">
                <a:alpha val="9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33453B68-9D50-640F-B56E-15F6919F4C88}"/>
              </a:ext>
            </a:extLst>
          </p:cNvPr>
          <p:cNvSpPr/>
          <p:nvPr/>
        </p:nvSpPr>
        <p:spPr>
          <a:xfrm>
            <a:off x="919175" y="1400962"/>
            <a:ext cx="10306680" cy="497256"/>
          </a:xfrm>
          <a:custGeom>
            <a:avLst/>
            <a:gdLst>
              <a:gd name="connsiteX0" fmla="*/ 11531600 w 11531600"/>
              <a:gd name="connsiteY0" fmla="*/ 391160 h 782320"/>
              <a:gd name="connsiteX1" fmla="*/ 11266170 w 11531600"/>
              <a:gd name="connsiteY1" fmla="*/ 0 h 782320"/>
              <a:gd name="connsiteX2" fmla="*/ 11266170 w 11531600"/>
              <a:gd name="connsiteY2" fmla="*/ 185420 h 782320"/>
              <a:gd name="connsiteX3" fmla="*/ 0 w 11531600"/>
              <a:gd name="connsiteY3" fmla="*/ 185420 h 782320"/>
              <a:gd name="connsiteX4" fmla="*/ 0 w 11531600"/>
              <a:gd name="connsiteY4" fmla="*/ 596900 h 782320"/>
              <a:gd name="connsiteX5" fmla="*/ 11266170 w 11531600"/>
              <a:gd name="connsiteY5" fmla="*/ 596900 h 782320"/>
              <a:gd name="connsiteX6" fmla="*/ 11266170 w 11531600"/>
              <a:gd name="connsiteY6" fmla="*/ 782320 h 78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31600" h="782320">
                <a:moveTo>
                  <a:pt x="11531600" y="391160"/>
                </a:moveTo>
                <a:lnTo>
                  <a:pt x="11266170" y="0"/>
                </a:lnTo>
                <a:lnTo>
                  <a:pt x="11266170" y="185420"/>
                </a:lnTo>
                <a:lnTo>
                  <a:pt x="0" y="185420"/>
                </a:lnTo>
                <a:lnTo>
                  <a:pt x="0" y="596900"/>
                </a:lnTo>
                <a:lnTo>
                  <a:pt x="11266170" y="596900"/>
                </a:lnTo>
                <a:lnTo>
                  <a:pt x="11266170" y="78232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9000">
                <a:schemeClr val="accent4"/>
              </a:gs>
            </a:gsLst>
            <a:lin ang="1080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83991D46-EE61-DA0B-8928-82DE2CA77500}"/>
              </a:ext>
            </a:extLst>
          </p:cNvPr>
          <p:cNvSpPr/>
          <p:nvPr/>
        </p:nvSpPr>
        <p:spPr>
          <a:xfrm>
            <a:off x="2097713" y="1218737"/>
            <a:ext cx="830046" cy="830046"/>
          </a:xfrm>
          <a:custGeom>
            <a:avLst/>
            <a:gdLst>
              <a:gd name="connsiteX0" fmla="*/ 1018540 w 1018539"/>
              <a:gd name="connsiteY0" fmla="*/ 509270 h 1018539"/>
              <a:gd name="connsiteX1" fmla="*/ 509270 w 1018539"/>
              <a:gd name="connsiteY1" fmla="*/ 1018540 h 1018539"/>
              <a:gd name="connsiteX2" fmla="*/ 0 w 1018539"/>
              <a:gd name="connsiteY2" fmla="*/ 509270 h 1018539"/>
              <a:gd name="connsiteX3" fmla="*/ 509270 w 1018539"/>
              <a:gd name="connsiteY3" fmla="*/ 0 h 1018539"/>
              <a:gd name="connsiteX4" fmla="*/ 1018540 w 1018539"/>
              <a:gd name="connsiteY4" fmla="*/ 509270 h 101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539" h="1018539">
                <a:moveTo>
                  <a:pt x="1018540" y="509270"/>
                </a:moveTo>
                <a:cubicBezTo>
                  <a:pt x="1018540" y="790532"/>
                  <a:pt x="790532" y="1018540"/>
                  <a:pt x="509270" y="1018540"/>
                </a:cubicBezTo>
                <a:cubicBezTo>
                  <a:pt x="228008" y="1018540"/>
                  <a:pt x="0" y="790532"/>
                  <a:pt x="0" y="509270"/>
                </a:cubicBezTo>
                <a:cubicBezTo>
                  <a:pt x="0" y="228008"/>
                  <a:pt x="228008" y="0"/>
                  <a:pt x="509270" y="0"/>
                </a:cubicBezTo>
                <a:cubicBezTo>
                  <a:pt x="790532" y="0"/>
                  <a:pt x="1018540" y="228008"/>
                  <a:pt x="1018540" y="509270"/>
                </a:cubicBezTo>
                <a:close/>
              </a:path>
            </a:pathLst>
          </a:custGeom>
          <a:solidFill>
            <a:srgbClr val="912C8D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step1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5" name="任意形状 84">
            <a:extLst>
              <a:ext uri="{FF2B5EF4-FFF2-40B4-BE49-F238E27FC236}">
                <a16:creationId xmlns:a16="http://schemas.microsoft.com/office/drawing/2014/main" id="{6024E326-AFA4-71A7-0099-D0B1B246AD0F}"/>
              </a:ext>
            </a:extLst>
          </p:cNvPr>
          <p:cNvSpPr/>
          <p:nvPr/>
        </p:nvSpPr>
        <p:spPr>
          <a:xfrm>
            <a:off x="919175" y="5847227"/>
            <a:ext cx="3185464" cy="16309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1" name="任意形状 110">
            <a:extLst>
              <a:ext uri="{FF2B5EF4-FFF2-40B4-BE49-F238E27FC236}">
                <a16:creationId xmlns:a16="http://schemas.microsoft.com/office/drawing/2014/main" id="{4E4D530C-A3C3-42DF-16B4-D13E8743D3C4}"/>
              </a:ext>
            </a:extLst>
          </p:cNvPr>
          <p:cNvSpPr/>
          <p:nvPr/>
        </p:nvSpPr>
        <p:spPr>
          <a:xfrm>
            <a:off x="8044324" y="2220073"/>
            <a:ext cx="3185466" cy="1132354"/>
          </a:xfrm>
          <a:custGeom>
            <a:avLst/>
            <a:gdLst>
              <a:gd name="connsiteX0" fmla="*/ 1205230 w 2132329"/>
              <a:gd name="connsiteY0" fmla="*/ 127000 h 1009650"/>
              <a:gd name="connsiteX1" fmla="*/ 1065530 w 2132329"/>
              <a:gd name="connsiteY1" fmla="*/ 0 h 1009650"/>
              <a:gd name="connsiteX2" fmla="*/ 927100 w 2132329"/>
              <a:gd name="connsiteY2" fmla="*/ 127000 h 1009650"/>
              <a:gd name="connsiteX3" fmla="*/ 0 w 2132329"/>
              <a:gd name="connsiteY3" fmla="*/ 127000 h 1009650"/>
              <a:gd name="connsiteX4" fmla="*/ 0 w 2132329"/>
              <a:gd name="connsiteY4" fmla="*/ 1009650 h 1009650"/>
              <a:gd name="connsiteX5" fmla="*/ 2132330 w 2132329"/>
              <a:gd name="connsiteY5" fmla="*/ 1009650 h 1009650"/>
              <a:gd name="connsiteX6" fmla="*/ 2132330 w 2132329"/>
              <a:gd name="connsiteY6" fmla="*/ 12700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329" h="1009650">
                <a:moveTo>
                  <a:pt x="1205230" y="127000"/>
                </a:moveTo>
                <a:lnTo>
                  <a:pt x="1065530" y="0"/>
                </a:lnTo>
                <a:lnTo>
                  <a:pt x="927100" y="127000"/>
                </a:lnTo>
                <a:lnTo>
                  <a:pt x="0" y="127000"/>
                </a:lnTo>
                <a:lnTo>
                  <a:pt x="0" y="1009650"/>
                </a:lnTo>
                <a:lnTo>
                  <a:pt x="2132330" y="1009650"/>
                </a:lnTo>
                <a:lnTo>
                  <a:pt x="2132330" y="127000"/>
                </a:lnTo>
                <a:close/>
              </a:path>
            </a:pathLst>
          </a:custGeom>
          <a:solidFill>
            <a:schemeClr val="accent4">
              <a:alpha val="39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DD3BE29B-0461-5949-47A5-F7BB1D9FCA33}"/>
              </a:ext>
            </a:extLst>
          </p:cNvPr>
          <p:cNvSpPr/>
          <p:nvPr/>
        </p:nvSpPr>
        <p:spPr>
          <a:xfrm>
            <a:off x="1473571" y="3798771"/>
            <a:ext cx="1922552" cy="311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上传代码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CEDF579-E63E-1FA0-13BF-CBEA4F3C935C}"/>
              </a:ext>
            </a:extLst>
          </p:cNvPr>
          <p:cNvSpPr txBox="1"/>
          <p:nvPr/>
        </p:nvSpPr>
        <p:spPr>
          <a:xfrm>
            <a:off x="1248725" y="4214549"/>
            <a:ext cx="250652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前端提交修改前后</a:t>
            </a:r>
            <a:r>
              <a:rPr lang="en-US" altLang="zh-CN" sz="1600" dirty="0"/>
              <a:t>zip</a:t>
            </a:r>
            <a:r>
              <a:rPr lang="zh-CN" altLang="en-US" sz="1600" dirty="0"/>
              <a:t>包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4DC9E34C-6643-18CC-D1CD-71179F0BB7EC}"/>
              </a:ext>
            </a:extLst>
          </p:cNvPr>
          <p:cNvSpPr/>
          <p:nvPr/>
        </p:nvSpPr>
        <p:spPr>
          <a:xfrm>
            <a:off x="5121887" y="3756826"/>
            <a:ext cx="1922552" cy="311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代码分析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01BF4662-5BBC-19B0-7141-1AE2A87570B2}"/>
              </a:ext>
            </a:extLst>
          </p:cNvPr>
          <p:cNvSpPr/>
          <p:nvPr/>
        </p:nvSpPr>
        <p:spPr>
          <a:xfrm>
            <a:off x="8675780" y="3756826"/>
            <a:ext cx="1922552" cy="311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dirty="0">
                <a:solidFill>
                  <a:srgbClr val="6A69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RAG</a:t>
            </a:r>
            <a:r>
              <a:rPr kumimoji="1" lang="zh-CN" altLang="en-US" sz="2000" b="1" dirty="0">
                <a:solidFill>
                  <a:srgbClr val="6A69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出题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69B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3" name="小李PPT1">
            <a:extLst>
              <a:ext uri="{FF2B5EF4-FFF2-40B4-BE49-F238E27FC236}">
                <a16:creationId xmlns:a16="http://schemas.microsoft.com/office/drawing/2014/main" id="{24E28ED8-7B0E-3E8D-A97E-357F0907BBB6}"/>
              </a:ext>
            </a:extLst>
          </p:cNvPr>
          <p:cNvSpPr txBox="1"/>
          <p:nvPr/>
        </p:nvSpPr>
        <p:spPr>
          <a:xfrm>
            <a:off x="363836" y="2448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业务流程</a:t>
            </a:r>
          </a:p>
        </p:txBody>
      </p:sp>
      <p:cxnSp>
        <p:nvCxnSpPr>
          <p:cNvPr id="54" name="直线连接符 3">
            <a:extLst>
              <a:ext uri="{FF2B5EF4-FFF2-40B4-BE49-F238E27FC236}">
                <a16:creationId xmlns:a16="http://schemas.microsoft.com/office/drawing/2014/main" id="{F856F8B5-80A9-D259-EAA7-6CB3B60F9925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图片 54">
            <a:extLst>
              <a:ext uri="{FF2B5EF4-FFF2-40B4-BE49-F238E27FC236}">
                <a16:creationId xmlns:a16="http://schemas.microsoft.com/office/drawing/2014/main" id="{4560294B-14A1-AE0F-8E3B-5F3FB8D6EEA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58" name="任意形状 84">
            <a:extLst>
              <a:ext uri="{FF2B5EF4-FFF2-40B4-BE49-F238E27FC236}">
                <a16:creationId xmlns:a16="http://schemas.microsoft.com/office/drawing/2014/main" id="{83A04239-F26C-CF36-655E-BACA7816551B}"/>
              </a:ext>
            </a:extLst>
          </p:cNvPr>
          <p:cNvSpPr/>
          <p:nvPr/>
        </p:nvSpPr>
        <p:spPr>
          <a:xfrm>
            <a:off x="4490432" y="5847227"/>
            <a:ext cx="3185464" cy="16309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rgbClr val="68A4C6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9" name="任意形状 84">
            <a:extLst>
              <a:ext uri="{FF2B5EF4-FFF2-40B4-BE49-F238E27FC236}">
                <a16:creationId xmlns:a16="http://schemas.microsoft.com/office/drawing/2014/main" id="{ED2772BE-3663-F06C-5638-15EAF4129183}"/>
              </a:ext>
            </a:extLst>
          </p:cNvPr>
          <p:cNvSpPr/>
          <p:nvPr/>
        </p:nvSpPr>
        <p:spPr>
          <a:xfrm>
            <a:off x="8040391" y="5847227"/>
            <a:ext cx="3185464" cy="16309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rgbClr val="6A69B6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0" name="任意形状 72">
            <a:extLst>
              <a:ext uri="{FF2B5EF4-FFF2-40B4-BE49-F238E27FC236}">
                <a16:creationId xmlns:a16="http://schemas.microsoft.com/office/drawing/2014/main" id="{CF547EEF-43DC-B156-8858-382D84E43A76}"/>
              </a:ext>
            </a:extLst>
          </p:cNvPr>
          <p:cNvSpPr/>
          <p:nvPr/>
        </p:nvSpPr>
        <p:spPr>
          <a:xfrm>
            <a:off x="5668140" y="1218737"/>
            <a:ext cx="830046" cy="830046"/>
          </a:xfrm>
          <a:custGeom>
            <a:avLst/>
            <a:gdLst>
              <a:gd name="connsiteX0" fmla="*/ 1018540 w 1018539"/>
              <a:gd name="connsiteY0" fmla="*/ 509270 h 1018539"/>
              <a:gd name="connsiteX1" fmla="*/ 509270 w 1018539"/>
              <a:gd name="connsiteY1" fmla="*/ 1018540 h 1018539"/>
              <a:gd name="connsiteX2" fmla="*/ 0 w 1018539"/>
              <a:gd name="connsiteY2" fmla="*/ 509270 h 1018539"/>
              <a:gd name="connsiteX3" fmla="*/ 509270 w 1018539"/>
              <a:gd name="connsiteY3" fmla="*/ 0 h 1018539"/>
              <a:gd name="connsiteX4" fmla="*/ 1018540 w 1018539"/>
              <a:gd name="connsiteY4" fmla="*/ 509270 h 101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539" h="1018539">
                <a:moveTo>
                  <a:pt x="1018540" y="509270"/>
                </a:moveTo>
                <a:cubicBezTo>
                  <a:pt x="1018540" y="790532"/>
                  <a:pt x="790532" y="1018540"/>
                  <a:pt x="509270" y="1018540"/>
                </a:cubicBezTo>
                <a:cubicBezTo>
                  <a:pt x="228008" y="1018540"/>
                  <a:pt x="0" y="790532"/>
                  <a:pt x="0" y="509270"/>
                </a:cubicBezTo>
                <a:cubicBezTo>
                  <a:pt x="0" y="228008"/>
                  <a:pt x="228008" y="0"/>
                  <a:pt x="509270" y="0"/>
                </a:cubicBezTo>
                <a:cubicBezTo>
                  <a:pt x="790532" y="0"/>
                  <a:pt x="1018540" y="228008"/>
                  <a:pt x="1018540" y="509270"/>
                </a:cubicBezTo>
                <a:close/>
              </a:path>
            </a:pathLst>
          </a:custGeom>
          <a:solidFill>
            <a:srgbClr val="68A4C6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step2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1" name="任意形状 72">
            <a:extLst>
              <a:ext uri="{FF2B5EF4-FFF2-40B4-BE49-F238E27FC236}">
                <a16:creationId xmlns:a16="http://schemas.microsoft.com/office/drawing/2014/main" id="{13AB9753-D3B8-64EF-897F-91999BC3097C}"/>
              </a:ext>
            </a:extLst>
          </p:cNvPr>
          <p:cNvSpPr/>
          <p:nvPr/>
        </p:nvSpPr>
        <p:spPr>
          <a:xfrm>
            <a:off x="9222033" y="1218737"/>
            <a:ext cx="830046" cy="830046"/>
          </a:xfrm>
          <a:custGeom>
            <a:avLst/>
            <a:gdLst>
              <a:gd name="connsiteX0" fmla="*/ 1018540 w 1018539"/>
              <a:gd name="connsiteY0" fmla="*/ 509270 h 1018539"/>
              <a:gd name="connsiteX1" fmla="*/ 509270 w 1018539"/>
              <a:gd name="connsiteY1" fmla="*/ 1018540 h 1018539"/>
              <a:gd name="connsiteX2" fmla="*/ 0 w 1018539"/>
              <a:gd name="connsiteY2" fmla="*/ 509270 h 1018539"/>
              <a:gd name="connsiteX3" fmla="*/ 509270 w 1018539"/>
              <a:gd name="connsiteY3" fmla="*/ 0 h 1018539"/>
              <a:gd name="connsiteX4" fmla="*/ 1018540 w 1018539"/>
              <a:gd name="connsiteY4" fmla="*/ 509270 h 101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539" h="1018539">
                <a:moveTo>
                  <a:pt x="1018540" y="509270"/>
                </a:moveTo>
                <a:cubicBezTo>
                  <a:pt x="1018540" y="790532"/>
                  <a:pt x="790532" y="1018540"/>
                  <a:pt x="509270" y="1018540"/>
                </a:cubicBezTo>
                <a:cubicBezTo>
                  <a:pt x="228008" y="1018540"/>
                  <a:pt x="0" y="790532"/>
                  <a:pt x="0" y="509270"/>
                </a:cubicBezTo>
                <a:cubicBezTo>
                  <a:pt x="0" y="228008"/>
                  <a:pt x="228008" y="0"/>
                  <a:pt x="509270" y="0"/>
                </a:cubicBezTo>
                <a:cubicBezTo>
                  <a:pt x="790532" y="0"/>
                  <a:pt x="1018540" y="228008"/>
                  <a:pt x="1018540" y="509270"/>
                </a:cubicBezTo>
                <a:close/>
              </a:path>
            </a:pathLst>
          </a:custGeom>
          <a:solidFill>
            <a:srgbClr val="6A69B6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step3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6820336-13C4-CD2D-4BF4-4897A6985A4A}"/>
              </a:ext>
            </a:extLst>
          </p:cNvPr>
          <p:cNvSpPr txBox="1"/>
          <p:nvPr/>
        </p:nvSpPr>
        <p:spPr>
          <a:xfrm>
            <a:off x="4831518" y="4214549"/>
            <a:ext cx="2506529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提取源码，生成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diff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识别关键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OS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修改点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F98F2BB-1986-3872-2500-6C7EE9111DEB}"/>
              </a:ext>
            </a:extLst>
          </p:cNvPr>
          <p:cNvSpPr txBox="1"/>
          <p:nvPr/>
        </p:nvSpPr>
        <p:spPr>
          <a:xfrm>
            <a:off x="8385419" y="4214549"/>
            <a:ext cx="2506529" cy="152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LLM</a:t>
            </a:r>
            <a:r>
              <a:rPr lang="zh-CN" altLang="en-US" sz="1600" dirty="0"/>
              <a:t>分析</a:t>
            </a:r>
            <a:r>
              <a:rPr lang="en-US" altLang="zh-CN" sz="1600" dirty="0"/>
              <a:t>diff</a:t>
            </a:r>
            <a:r>
              <a:rPr lang="zh-CN" altLang="en-US" sz="1600" dirty="0"/>
              <a:t>规划检索</a:t>
            </a:r>
            <a:endParaRPr lang="en-US" altLang="zh-CN" sz="1600" dirty="0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根据检索内容生成主干问题</a:t>
            </a: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3613F457-6A1B-6B8A-09A8-82238919B12E}"/>
              </a:ext>
            </a:extLst>
          </p:cNvPr>
          <p:cNvGrpSpPr/>
          <p:nvPr/>
        </p:nvGrpSpPr>
        <p:grpSpPr>
          <a:xfrm>
            <a:off x="4889427" y="4368175"/>
            <a:ext cx="139964" cy="139964"/>
            <a:chOff x="-873393" y="1299311"/>
            <a:chExt cx="718548" cy="718548"/>
          </a:xfrm>
        </p:grpSpPr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5D83B648-ECF0-802F-5BFC-0D8E405DA381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D280111D-55EB-0358-B8EE-49722A58EB33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2EA51242-590C-0C6C-20D6-5DB1D8C1ECB7}"/>
              </a:ext>
            </a:extLst>
          </p:cNvPr>
          <p:cNvGrpSpPr/>
          <p:nvPr/>
        </p:nvGrpSpPr>
        <p:grpSpPr>
          <a:xfrm>
            <a:off x="4889427" y="5113121"/>
            <a:ext cx="139964" cy="139964"/>
            <a:chOff x="-873393" y="1299311"/>
            <a:chExt cx="718548" cy="718548"/>
          </a:xfrm>
        </p:grpSpPr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E9F0782E-EF3E-B990-CC5D-1722F21D07AB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15F92E67-71CF-D2E8-A03D-BED39532BF95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23471B0D-3236-8811-1572-6126282FFB6C}"/>
              </a:ext>
            </a:extLst>
          </p:cNvPr>
          <p:cNvGrpSpPr/>
          <p:nvPr/>
        </p:nvGrpSpPr>
        <p:grpSpPr>
          <a:xfrm>
            <a:off x="8442225" y="4370615"/>
            <a:ext cx="139964" cy="139964"/>
            <a:chOff x="-873393" y="1299311"/>
            <a:chExt cx="718548" cy="718548"/>
          </a:xfrm>
        </p:grpSpPr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CC1EF68D-95C6-B97D-66EF-8A17206902F9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F9B8E401-FB67-0AFD-A2C4-ACA997C6234C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8C98C51E-21BA-4172-3D7A-CB9A73BD60C6}"/>
              </a:ext>
            </a:extLst>
          </p:cNvPr>
          <p:cNvGrpSpPr/>
          <p:nvPr/>
        </p:nvGrpSpPr>
        <p:grpSpPr>
          <a:xfrm>
            <a:off x="8442225" y="5115561"/>
            <a:ext cx="139964" cy="139964"/>
            <a:chOff x="-873393" y="1299311"/>
            <a:chExt cx="718548" cy="718548"/>
          </a:xfrm>
        </p:grpSpPr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06EF052F-507F-4285-3315-E327036DAEAD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68D143E5-C800-452F-C60A-6005DA7CE3A2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B82F16E7-BF2C-7FE4-FB02-1F4B717D33C8}"/>
              </a:ext>
            </a:extLst>
          </p:cNvPr>
          <p:cNvGrpSpPr/>
          <p:nvPr/>
        </p:nvGrpSpPr>
        <p:grpSpPr>
          <a:xfrm>
            <a:off x="1305642" y="4363529"/>
            <a:ext cx="139964" cy="139964"/>
            <a:chOff x="-873393" y="1299311"/>
            <a:chExt cx="718548" cy="718548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A648E312-D7BC-D473-4B49-A560082244F2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972D54CE-37CA-EAE2-E39F-18B2F71187C7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629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8382E-116A-E771-48E9-A8A416E6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形状 100">
            <a:extLst>
              <a:ext uri="{FF2B5EF4-FFF2-40B4-BE49-F238E27FC236}">
                <a16:creationId xmlns:a16="http://schemas.microsoft.com/office/drawing/2014/main" id="{467897BE-FE6B-B92A-E723-4D73368986BF}"/>
              </a:ext>
            </a:extLst>
          </p:cNvPr>
          <p:cNvSpPr/>
          <p:nvPr/>
        </p:nvSpPr>
        <p:spPr>
          <a:xfrm>
            <a:off x="8044325" y="3503031"/>
            <a:ext cx="3185463" cy="2344196"/>
          </a:xfrm>
          <a:custGeom>
            <a:avLst/>
            <a:gdLst>
              <a:gd name="connsiteX0" fmla="*/ 0 w 2132330"/>
              <a:gd name="connsiteY0" fmla="*/ 0 h 1946910"/>
              <a:gd name="connsiteX1" fmla="*/ 2132330 w 2132330"/>
              <a:gd name="connsiteY1" fmla="*/ 0 h 1946910"/>
              <a:gd name="connsiteX2" fmla="*/ 2132330 w 2132330"/>
              <a:gd name="connsiteY2" fmla="*/ 1946910 h 1946910"/>
              <a:gd name="connsiteX3" fmla="*/ 0 w 2132330"/>
              <a:gd name="connsiteY3" fmla="*/ 1946910 h 19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946910">
                <a:moveTo>
                  <a:pt x="0" y="0"/>
                </a:moveTo>
                <a:lnTo>
                  <a:pt x="2132330" y="0"/>
                </a:lnTo>
                <a:lnTo>
                  <a:pt x="2132330" y="1946910"/>
                </a:lnTo>
                <a:lnTo>
                  <a:pt x="0" y="194691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101600" dist="38100" dir="16200000" rotWithShape="0">
              <a:schemeClr val="tx1">
                <a:alpha val="9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6" name="任意形状 100">
            <a:extLst>
              <a:ext uri="{FF2B5EF4-FFF2-40B4-BE49-F238E27FC236}">
                <a16:creationId xmlns:a16="http://schemas.microsoft.com/office/drawing/2014/main" id="{05B38A5C-201A-9042-BD3D-7100A19A5F55}"/>
              </a:ext>
            </a:extLst>
          </p:cNvPr>
          <p:cNvSpPr/>
          <p:nvPr/>
        </p:nvSpPr>
        <p:spPr>
          <a:xfrm>
            <a:off x="4490432" y="3500273"/>
            <a:ext cx="3185463" cy="2346954"/>
          </a:xfrm>
          <a:custGeom>
            <a:avLst/>
            <a:gdLst>
              <a:gd name="connsiteX0" fmla="*/ 0 w 2132330"/>
              <a:gd name="connsiteY0" fmla="*/ 0 h 1946910"/>
              <a:gd name="connsiteX1" fmla="*/ 2132330 w 2132330"/>
              <a:gd name="connsiteY1" fmla="*/ 0 h 1946910"/>
              <a:gd name="connsiteX2" fmla="*/ 2132330 w 2132330"/>
              <a:gd name="connsiteY2" fmla="*/ 1946910 h 1946910"/>
              <a:gd name="connsiteX3" fmla="*/ 0 w 2132330"/>
              <a:gd name="connsiteY3" fmla="*/ 1946910 h 19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946910">
                <a:moveTo>
                  <a:pt x="0" y="0"/>
                </a:moveTo>
                <a:lnTo>
                  <a:pt x="2132330" y="0"/>
                </a:lnTo>
                <a:lnTo>
                  <a:pt x="2132330" y="1946910"/>
                </a:lnTo>
                <a:lnTo>
                  <a:pt x="0" y="194691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101600" dist="38100" dir="16200000" rotWithShape="0">
              <a:schemeClr val="tx1">
                <a:alpha val="9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40C6601-F391-3710-ADFA-5E20AD0DE8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9" b="40451"/>
          <a:stretch>
            <a:fillRect/>
          </a:stretch>
        </p:blipFill>
        <p:spPr>
          <a:xfrm>
            <a:off x="923974" y="2354137"/>
            <a:ext cx="3184599" cy="998290"/>
          </a:xfrm>
          <a:prstGeom prst="rect">
            <a:avLst/>
          </a:prstGeom>
        </p:spPr>
      </p:pic>
      <p:sp>
        <p:nvSpPr>
          <p:cNvPr id="79" name="任意形状 78">
            <a:extLst>
              <a:ext uri="{FF2B5EF4-FFF2-40B4-BE49-F238E27FC236}">
                <a16:creationId xmlns:a16="http://schemas.microsoft.com/office/drawing/2014/main" id="{D1D332D0-AE23-A948-0027-88A928F7394C}"/>
              </a:ext>
            </a:extLst>
          </p:cNvPr>
          <p:cNvSpPr/>
          <p:nvPr/>
        </p:nvSpPr>
        <p:spPr>
          <a:xfrm>
            <a:off x="923109" y="2210893"/>
            <a:ext cx="3185463" cy="1141534"/>
          </a:xfrm>
          <a:custGeom>
            <a:avLst/>
            <a:gdLst>
              <a:gd name="connsiteX0" fmla="*/ 1205230 w 2132329"/>
              <a:gd name="connsiteY0" fmla="*/ 127000 h 1009650"/>
              <a:gd name="connsiteX1" fmla="*/ 1066800 w 2132329"/>
              <a:gd name="connsiteY1" fmla="*/ 0 h 1009650"/>
              <a:gd name="connsiteX2" fmla="*/ 927100 w 2132329"/>
              <a:gd name="connsiteY2" fmla="*/ 127000 h 1009650"/>
              <a:gd name="connsiteX3" fmla="*/ 0 w 2132329"/>
              <a:gd name="connsiteY3" fmla="*/ 127000 h 1009650"/>
              <a:gd name="connsiteX4" fmla="*/ 0 w 2132329"/>
              <a:gd name="connsiteY4" fmla="*/ 1009650 h 1009650"/>
              <a:gd name="connsiteX5" fmla="*/ 2132330 w 2132329"/>
              <a:gd name="connsiteY5" fmla="*/ 1009650 h 1009650"/>
              <a:gd name="connsiteX6" fmla="*/ 2132330 w 2132329"/>
              <a:gd name="connsiteY6" fmla="*/ 12700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329" h="1009650">
                <a:moveTo>
                  <a:pt x="1205230" y="127000"/>
                </a:moveTo>
                <a:lnTo>
                  <a:pt x="1066800" y="0"/>
                </a:lnTo>
                <a:lnTo>
                  <a:pt x="927100" y="127000"/>
                </a:lnTo>
                <a:lnTo>
                  <a:pt x="0" y="127000"/>
                </a:lnTo>
                <a:lnTo>
                  <a:pt x="0" y="1009650"/>
                </a:lnTo>
                <a:lnTo>
                  <a:pt x="2132330" y="1009650"/>
                </a:lnTo>
                <a:lnTo>
                  <a:pt x="2132330" y="127000"/>
                </a:lnTo>
                <a:close/>
              </a:path>
            </a:pathLst>
          </a:custGeom>
          <a:solidFill>
            <a:schemeClr val="accent1">
              <a:alpha val="49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9F26B7-0F37-6425-A7C4-973CC52EF6D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38" b="11918"/>
          <a:stretch>
            <a:fillRect/>
          </a:stretch>
        </p:blipFill>
        <p:spPr>
          <a:xfrm>
            <a:off x="4491334" y="2354137"/>
            <a:ext cx="3185463" cy="998290"/>
          </a:xfrm>
          <a:prstGeom prst="rect">
            <a:avLst/>
          </a:prstGeom>
        </p:spPr>
      </p:pic>
      <p:sp>
        <p:nvSpPr>
          <p:cNvPr id="107" name="任意形状 106">
            <a:extLst>
              <a:ext uri="{FF2B5EF4-FFF2-40B4-BE49-F238E27FC236}">
                <a16:creationId xmlns:a16="http://schemas.microsoft.com/office/drawing/2014/main" id="{AE289F00-6DF4-599D-E56C-FC897AB46A62}"/>
              </a:ext>
            </a:extLst>
          </p:cNvPr>
          <p:cNvSpPr/>
          <p:nvPr/>
        </p:nvSpPr>
        <p:spPr>
          <a:xfrm>
            <a:off x="4491333" y="2210893"/>
            <a:ext cx="3185464" cy="1141534"/>
          </a:xfrm>
          <a:custGeom>
            <a:avLst/>
            <a:gdLst>
              <a:gd name="connsiteX0" fmla="*/ 1205230 w 2132329"/>
              <a:gd name="connsiteY0" fmla="*/ 127000 h 1009650"/>
              <a:gd name="connsiteX1" fmla="*/ 1065530 w 2132329"/>
              <a:gd name="connsiteY1" fmla="*/ 0 h 1009650"/>
              <a:gd name="connsiteX2" fmla="*/ 927100 w 2132329"/>
              <a:gd name="connsiteY2" fmla="*/ 127000 h 1009650"/>
              <a:gd name="connsiteX3" fmla="*/ 0 w 2132329"/>
              <a:gd name="connsiteY3" fmla="*/ 127000 h 1009650"/>
              <a:gd name="connsiteX4" fmla="*/ 0 w 2132329"/>
              <a:gd name="connsiteY4" fmla="*/ 1009650 h 1009650"/>
              <a:gd name="connsiteX5" fmla="*/ 2132330 w 2132329"/>
              <a:gd name="connsiteY5" fmla="*/ 1009650 h 1009650"/>
              <a:gd name="connsiteX6" fmla="*/ 2132330 w 2132329"/>
              <a:gd name="connsiteY6" fmla="*/ 12700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329" h="1009650">
                <a:moveTo>
                  <a:pt x="1205230" y="127000"/>
                </a:moveTo>
                <a:lnTo>
                  <a:pt x="1065530" y="0"/>
                </a:lnTo>
                <a:lnTo>
                  <a:pt x="927100" y="127000"/>
                </a:lnTo>
                <a:lnTo>
                  <a:pt x="0" y="127000"/>
                </a:lnTo>
                <a:lnTo>
                  <a:pt x="0" y="1009650"/>
                </a:lnTo>
                <a:lnTo>
                  <a:pt x="2132330" y="1009650"/>
                </a:lnTo>
                <a:lnTo>
                  <a:pt x="2132330" y="127000"/>
                </a:lnTo>
                <a:close/>
              </a:path>
            </a:pathLst>
          </a:custGeom>
          <a:solidFill>
            <a:schemeClr val="accent3">
              <a:alpha val="48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4E597D-7DF7-3635-1733-0D4CCD98BED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88" b="13635"/>
          <a:stretch>
            <a:fillRect/>
          </a:stretch>
        </p:blipFill>
        <p:spPr>
          <a:xfrm>
            <a:off x="8044325" y="2354138"/>
            <a:ext cx="3185465" cy="998290"/>
          </a:xfrm>
          <a:prstGeom prst="rect">
            <a:avLst/>
          </a:prstGeom>
        </p:spPr>
      </p:pic>
      <p:sp>
        <p:nvSpPr>
          <p:cNvPr id="101" name="任意形状 100">
            <a:extLst>
              <a:ext uri="{FF2B5EF4-FFF2-40B4-BE49-F238E27FC236}">
                <a16:creationId xmlns:a16="http://schemas.microsoft.com/office/drawing/2014/main" id="{9E4FE01C-10FC-966A-2BC2-EC2D01726717}"/>
              </a:ext>
            </a:extLst>
          </p:cNvPr>
          <p:cNvSpPr/>
          <p:nvPr/>
        </p:nvSpPr>
        <p:spPr>
          <a:xfrm>
            <a:off x="923108" y="3511327"/>
            <a:ext cx="3185463" cy="2420317"/>
          </a:xfrm>
          <a:custGeom>
            <a:avLst/>
            <a:gdLst>
              <a:gd name="connsiteX0" fmla="*/ 0 w 2132330"/>
              <a:gd name="connsiteY0" fmla="*/ 0 h 1946910"/>
              <a:gd name="connsiteX1" fmla="*/ 2132330 w 2132330"/>
              <a:gd name="connsiteY1" fmla="*/ 0 h 1946910"/>
              <a:gd name="connsiteX2" fmla="*/ 2132330 w 2132330"/>
              <a:gd name="connsiteY2" fmla="*/ 1946910 h 1946910"/>
              <a:gd name="connsiteX3" fmla="*/ 0 w 2132330"/>
              <a:gd name="connsiteY3" fmla="*/ 1946910 h 19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946910">
                <a:moveTo>
                  <a:pt x="0" y="0"/>
                </a:moveTo>
                <a:lnTo>
                  <a:pt x="2132330" y="0"/>
                </a:lnTo>
                <a:lnTo>
                  <a:pt x="2132330" y="1946910"/>
                </a:lnTo>
                <a:lnTo>
                  <a:pt x="0" y="194691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101600" dist="38100" dir="16200000" rotWithShape="0">
              <a:schemeClr val="tx1">
                <a:alpha val="9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867DE675-501E-A8F3-E099-031B03EAF7F7}"/>
              </a:ext>
            </a:extLst>
          </p:cNvPr>
          <p:cNvSpPr/>
          <p:nvPr/>
        </p:nvSpPr>
        <p:spPr>
          <a:xfrm>
            <a:off x="919175" y="1400962"/>
            <a:ext cx="10306680" cy="497256"/>
          </a:xfrm>
          <a:custGeom>
            <a:avLst/>
            <a:gdLst>
              <a:gd name="connsiteX0" fmla="*/ 11531600 w 11531600"/>
              <a:gd name="connsiteY0" fmla="*/ 391160 h 782320"/>
              <a:gd name="connsiteX1" fmla="*/ 11266170 w 11531600"/>
              <a:gd name="connsiteY1" fmla="*/ 0 h 782320"/>
              <a:gd name="connsiteX2" fmla="*/ 11266170 w 11531600"/>
              <a:gd name="connsiteY2" fmla="*/ 185420 h 782320"/>
              <a:gd name="connsiteX3" fmla="*/ 0 w 11531600"/>
              <a:gd name="connsiteY3" fmla="*/ 185420 h 782320"/>
              <a:gd name="connsiteX4" fmla="*/ 0 w 11531600"/>
              <a:gd name="connsiteY4" fmla="*/ 596900 h 782320"/>
              <a:gd name="connsiteX5" fmla="*/ 11266170 w 11531600"/>
              <a:gd name="connsiteY5" fmla="*/ 596900 h 782320"/>
              <a:gd name="connsiteX6" fmla="*/ 11266170 w 11531600"/>
              <a:gd name="connsiteY6" fmla="*/ 782320 h 78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31600" h="782320">
                <a:moveTo>
                  <a:pt x="11531600" y="391160"/>
                </a:moveTo>
                <a:lnTo>
                  <a:pt x="11266170" y="0"/>
                </a:lnTo>
                <a:lnTo>
                  <a:pt x="11266170" y="185420"/>
                </a:lnTo>
                <a:lnTo>
                  <a:pt x="0" y="185420"/>
                </a:lnTo>
                <a:lnTo>
                  <a:pt x="0" y="596900"/>
                </a:lnTo>
                <a:lnTo>
                  <a:pt x="11266170" y="596900"/>
                </a:lnTo>
                <a:lnTo>
                  <a:pt x="11266170" y="78232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9000">
                <a:schemeClr val="accent4"/>
              </a:gs>
            </a:gsLst>
            <a:lin ang="1080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DF5C958A-4BD9-DF46-6681-8905D25A1183}"/>
              </a:ext>
            </a:extLst>
          </p:cNvPr>
          <p:cNvSpPr/>
          <p:nvPr/>
        </p:nvSpPr>
        <p:spPr>
          <a:xfrm>
            <a:off x="2097713" y="1218737"/>
            <a:ext cx="830046" cy="830046"/>
          </a:xfrm>
          <a:custGeom>
            <a:avLst/>
            <a:gdLst>
              <a:gd name="connsiteX0" fmla="*/ 1018540 w 1018539"/>
              <a:gd name="connsiteY0" fmla="*/ 509270 h 1018539"/>
              <a:gd name="connsiteX1" fmla="*/ 509270 w 1018539"/>
              <a:gd name="connsiteY1" fmla="*/ 1018540 h 1018539"/>
              <a:gd name="connsiteX2" fmla="*/ 0 w 1018539"/>
              <a:gd name="connsiteY2" fmla="*/ 509270 h 1018539"/>
              <a:gd name="connsiteX3" fmla="*/ 509270 w 1018539"/>
              <a:gd name="connsiteY3" fmla="*/ 0 h 1018539"/>
              <a:gd name="connsiteX4" fmla="*/ 1018540 w 1018539"/>
              <a:gd name="connsiteY4" fmla="*/ 509270 h 101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539" h="1018539">
                <a:moveTo>
                  <a:pt x="1018540" y="509270"/>
                </a:moveTo>
                <a:cubicBezTo>
                  <a:pt x="1018540" y="790532"/>
                  <a:pt x="790532" y="1018540"/>
                  <a:pt x="509270" y="1018540"/>
                </a:cubicBezTo>
                <a:cubicBezTo>
                  <a:pt x="228008" y="1018540"/>
                  <a:pt x="0" y="790532"/>
                  <a:pt x="0" y="509270"/>
                </a:cubicBezTo>
                <a:cubicBezTo>
                  <a:pt x="0" y="228008"/>
                  <a:pt x="228008" y="0"/>
                  <a:pt x="509270" y="0"/>
                </a:cubicBezTo>
                <a:cubicBezTo>
                  <a:pt x="790532" y="0"/>
                  <a:pt x="1018540" y="228008"/>
                  <a:pt x="1018540" y="509270"/>
                </a:cubicBezTo>
                <a:close/>
              </a:path>
            </a:pathLst>
          </a:custGeom>
          <a:solidFill>
            <a:srgbClr val="912C8D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step4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5" name="任意形状 84">
            <a:extLst>
              <a:ext uri="{FF2B5EF4-FFF2-40B4-BE49-F238E27FC236}">
                <a16:creationId xmlns:a16="http://schemas.microsoft.com/office/drawing/2014/main" id="{F1F3F51D-71F3-40F3-D176-AE310DFAEB9E}"/>
              </a:ext>
            </a:extLst>
          </p:cNvPr>
          <p:cNvSpPr/>
          <p:nvPr/>
        </p:nvSpPr>
        <p:spPr>
          <a:xfrm>
            <a:off x="919175" y="5847227"/>
            <a:ext cx="3185464" cy="16309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1" name="任意形状 110">
            <a:extLst>
              <a:ext uri="{FF2B5EF4-FFF2-40B4-BE49-F238E27FC236}">
                <a16:creationId xmlns:a16="http://schemas.microsoft.com/office/drawing/2014/main" id="{DFC50F48-B708-E00A-BC5D-5C945D04DD68}"/>
              </a:ext>
            </a:extLst>
          </p:cNvPr>
          <p:cNvSpPr/>
          <p:nvPr/>
        </p:nvSpPr>
        <p:spPr>
          <a:xfrm>
            <a:off x="8044324" y="2220073"/>
            <a:ext cx="3185466" cy="1132354"/>
          </a:xfrm>
          <a:custGeom>
            <a:avLst/>
            <a:gdLst>
              <a:gd name="connsiteX0" fmla="*/ 1205230 w 2132329"/>
              <a:gd name="connsiteY0" fmla="*/ 127000 h 1009650"/>
              <a:gd name="connsiteX1" fmla="*/ 1065530 w 2132329"/>
              <a:gd name="connsiteY1" fmla="*/ 0 h 1009650"/>
              <a:gd name="connsiteX2" fmla="*/ 927100 w 2132329"/>
              <a:gd name="connsiteY2" fmla="*/ 127000 h 1009650"/>
              <a:gd name="connsiteX3" fmla="*/ 0 w 2132329"/>
              <a:gd name="connsiteY3" fmla="*/ 127000 h 1009650"/>
              <a:gd name="connsiteX4" fmla="*/ 0 w 2132329"/>
              <a:gd name="connsiteY4" fmla="*/ 1009650 h 1009650"/>
              <a:gd name="connsiteX5" fmla="*/ 2132330 w 2132329"/>
              <a:gd name="connsiteY5" fmla="*/ 1009650 h 1009650"/>
              <a:gd name="connsiteX6" fmla="*/ 2132330 w 2132329"/>
              <a:gd name="connsiteY6" fmla="*/ 12700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329" h="1009650">
                <a:moveTo>
                  <a:pt x="1205230" y="127000"/>
                </a:moveTo>
                <a:lnTo>
                  <a:pt x="1065530" y="0"/>
                </a:lnTo>
                <a:lnTo>
                  <a:pt x="927100" y="127000"/>
                </a:lnTo>
                <a:lnTo>
                  <a:pt x="0" y="127000"/>
                </a:lnTo>
                <a:lnTo>
                  <a:pt x="0" y="1009650"/>
                </a:lnTo>
                <a:lnTo>
                  <a:pt x="2132330" y="1009650"/>
                </a:lnTo>
                <a:lnTo>
                  <a:pt x="2132330" y="127000"/>
                </a:lnTo>
                <a:close/>
              </a:path>
            </a:pathLst>
          </a:custGeom>
          <a:solidFill>
            <a:schemeClr val="accent4">
              <a:alpha val="39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3A09CB41-86E1-917C-B7E9-1C15A64C2D38}"/>
              </a:ext>
            </a:extLst>
          </p:cNvPr>
          <p:cNvSpPr/>
          <p:nvPr/>
        </p:nvSpPr>
        <p:spPr>
          <a:xfrm>
            <a:off x="1473571" y="3798771"/>
            <a:ext cx="1922552" cy="311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创建会话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C763993-DA12-078D-F580-763F8A7F4742}"/>
              </a:ext>
            </a:extLst>
          </p:cNvPr>
          <p:cNvSpPr txBox="1"/>
          <p:nvPr/>
        </p:nvSpPr>
        <p:spPr>
          <a:xfrm>
            <a:off x="1248725" y="4214549"/>
            <a:ext cx="250652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创建口试状态机，建立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WebSocket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连接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74DABED0-9CD3-FCBE-682A-E7D1A73639E5}"/>
              </a:ext>
            </a:extLst>
          </p:cNvPr>
          <p:cNvSpPr/>
          <p:nvPr/>
        </p:nvSpPr>
        <p:spPr>
          <a:xfrm>
            <a:off x="5121887" y="3756826"/>
            <a:ext cx="1922552" cy="311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语音口试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C9774187-6484-7F00-1A92-38BE7846639B}"/>
              </a:ext>
            </a:extLst>
          </p:cNvPr>
          <p:cNvSpPr/>
          <p:nvPr/>
        </p:nvSpPr>
        <p:spPr>
          <a:xfrm>
            <a:off x="8675780" y="3756826"/>
            <a:ext cx="1922552" cy="311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6A69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评分反馈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69B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3" name="小李PPT1">
            <a:extLst>
              <a:ext uri="{FF2B5EF4-FFF2-40B4-BE49-F238E27FC236}">
                <a16:creationId xmlns:a16="http://schemas.microsoft.com/office/drawing/2014/main" id="{E9C5D90B-C2E3-ED52-F130-51E2A55AD5CB}"/>
              </a:ext>
            </a:extLst>
          </p:cNvPr>
          <p:cNvSpPr txBox="1"/>
          <p:nvPr/>
        </p:nvSpPr>
        <p:spPr>
          <a:xfrm>
            <a:off x="363836" y="2448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业务流程</a:t>
            </a:r>
          </a:p>
        </p:txBody>
      </p:sp>
      <p:cxnSp>
        <p:nvCxnSpPr>
          <p:cNvPr id="54" name="直线连接符 3">
            <a:extLst>
              <a:ext uri="{FF2B5EF4-FFF2-40B4-BE49-F238E27FC236}">
                <a16:creationId xmlns:a16="http://schemas.microsoft.com/office/drawing/2014/main" id="{475D54F1-FFE5-9939-B1A5-92E9E339B3BD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图片 54">
            <a:extLst>
              <a:ext uri="{FF2B5EF4-FFF2-40B4-BE49-F238E27FC236}">
                <a16:creationId xmlns:a16="http://schemas.microsoft.com/office/drawing/2014/main" id="{27931D89-E0E3-81B2-9C5F-96FA70438E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58" name="任意形状 84">
            <a:extLst>
              <a:ext uri="{FF2B5EF4-FFF2-40B4-BE49-F238E27FC236}">
                <a16:creationId xmlns:a16="http://schemas.microsoft.com/office/drawing/2014/main" id="{134AF747-0B71-3500-0A67-2A2803919BDD}"/>
              </a:ext>
            </a:extLst>
          </p:cNvPr>
          <p:cNvSpPr/>
          <p:nvPr/>
        </p:nvSpPr>
        <p:spPr>
          <a:xfrm>
            <a:off x="4490432" y="5847227"/>
            <a:ext cx="3185464" cy="16309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rgbClr val="68A4C6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9" name="任意形状 84">
            <a:extLst>
              <a:ext uri="{FF2B5EF4-FFF2-40B4-BE49-F238E27FC236}">
                <a16:creationId xmlns:a16="http://schemas.microsoft.com/office/drawing/2014/main" id="{C0CA3996-CC12-422F-3998-D0747EBCA609}"/>
              </a:ext>
            </a:extLst>
          </p:cNvPr>
          <p:cNvSpPr/>
          <p:nvPr/>
        </p:nvSpPr>
        <p:spPr>
          <a:xfrm>
            <a:off x="8040391" y="5847227"/>
            <a:ext cx="3185464" cy="16309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rgbClr val="6A69B6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0" name="任意形状 72">
            <a:extLst>
              <a:ext uri="{FF2B5EF4-FFF2-40B4-BE49-F238E27FC236}">
                <a16:creationId xmlns:a16="http://schemas.microsoft.com/office/drawing/2014/main" id="{77FDA665-3E09-DEC4-A330-B718FE495F41}"/>
              </a:ext>
            </a:extLst>
          </p:cNvPr>
          <p:cNvSpPr/>
          <p:nvPr/>
        </p:nvSpPr>
        <p:spPr>
          <a:xfrm>
            <a:off x="5668140" y="1218737"/>
            <a:ext cx="830046" cy="830046"/>
          </a:xfrm>
          <a:custGeom>
            <a:avLst/>
            <a:gdLst>
              <a:gd name="connsiteX0" fmla="*/ 1018540 w 1018539"/>
              <a:gd name="connsiteY0" fmla="*/ 509270 h 1018539"/>
              <a:gd name="connsiteX1" fmla="*/ 509270 w 1018539"/>
              <a:gd name="connsiteY1" fmla="*/ 1018540 h 1018539"/>
              <a:gd name="connsiteX2" fmla="*/ 0 w 1018539"/>
              <a:gd name="connsiteY2" fmla="*/ 509270 h 1018539"/>
              <a:gd name="connsiteX3" fmla="*/ 509270 w 1018539"/>
              <a:gd name="connsiteY3" fmla="*/ 0 h 1018539"/>
              <a:gd name="connsiteX4" fmla="*/ 1018540 w 1018539"/>
              <a:gd name="connsiteY4" fmla="*/ 509270 h 101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539" h="1018539">
                <a:moveTo>
                  <a:pt x="1018540" y="509270"/>
                </a:moveTo>
                <a:cubicBezTo>
                  <a:pt x="1018540" y="790532"/>
                  <a:pt x="790532" y="1018540"/>
                  <a:pt x="509270" y="1018540"/>
                </a:cubicBezTo>
                <a:cubicBezTo>
                  <a:pt x="228008" y="1018540"/>
                  <a:pt x="0" y="790532"/>
                  <a:pt x="0" y="509270"/>
                </a:cubicBezTo>
                <a:cubicBezTo>
                  <a:pt x="0" y="228008"/>
                  <a:pt x="228008" y="0"/>
                  <a:pt x="509270" y="0"/>
                </a:cubicBezTo>
                <a:cubicBezTo>
                  <a:pt x="790532" y="0"/>
                  <a:pt x="1018540" y="228008"/>
                  <a:pt x="1018540" y="509270"/>
                </a:cubicBezTo>
                <a:close/>
              </a:path>
            </a:pathLst>
          </a:custGeom>
          <a:solidFill>
            <a:srgbClr val="68A4C6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step5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1" name="任意形状 72">
            <a:extLst>
              <a:ext uri="{FF2B5EF4-FFF2-40B4-BE49-F238E27FC236}">
                <a16:creationId xmlns:a16="http://schemas.microsoft.com/office/drawing/2014/main" id="{BAF8B8A5-B1A0-6500-54AA-F2BED2232CB8}"/>
              </a:ext>
            </a:extLst>
          </p:cNvPr>
          <p:cNvSpPr/>
          <p:nvPr/>
        </p:nvSpPr>
        <p:spPr>
          <a:xfrm>
            <a:off x="9222033" y="1218737"/>
            <a:ext cx="830046" cy="830046"/>
          </a:xfrm>
          <a:custGeom>
            <a:avLst/>
            <a:gdLst>
              <a:gd name="connsiteX0" fmla="*/ 1018540 w 1018539"/>
              <a:gd name="connsiteY0" fmla="*/ 509270 h 1018539"/>
              <a:gd name="connsiteX1" fmla="*/ 509270 w 1018539"/>
              <a:gd name="connsiteY1" fmla="*/ 1018540 h 1018539"/>
              <a:gd name="connsiteX2" fmla="*/ 0 w 1018539"/>
              <a:gd name="connsiteY2" fmla="*/ 509270 h 1018539"/>
              <a:gd name="connsiteX3" fmla="*/ 509270 w 1018539"/>
              <a:gd name="connsiteY3" fmla="*/ 0 h 1018539"/>
              <a:gd name="connsiteX4" fmla="*/ 1018540 w 1018539"/>
              <a:gd name="connsiteY4" fmla="*/ 509270 h 101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539" h="1018539">
                <a:moveTo>
                  <a:pt x="1018540" y="509270"/>
                </a:moveTo>
                <a:cubicBezTo>
                  <a:pt x="1018540" y="790532"/>
                  <a:pt x="790532" y="1018540"/>
                  <a:pt x="509270" y="1018540"/>
                </a:cubicBezTo>
                <a:cubicBezTo>
                  <a:pt x="228008" y="1018540"/>
                  <a:pt x="0" y="790532"/>
                  <a:pt x="0" y="509270"/>
                </a:cubicBezTo>
                <a:cubicBezTo>
                  <a:pt x="0" y="228008"/>
                  <a:pt x="228008" y="0"/>
                  <a:pt x="509270" y="0"/>
                </a:cubicBezTo>
                <a:cubicBezTo>
                  <a:pt x="790532" y="0"/>
                  <a:pt x="1018540" y="228008"/>
                  <a:pt x="1018540" y="509270"/>
                </a:cubicBezTo>
                <a:close/>
              </a:path>
            </a:pathLst>
          </a:custGeom>
          <a:solidFill>
            <a:srgbClr val="6A69B6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step6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E7E9868-34D2-EC30-2312-D0AEEFBB6514}"/>
              </a:ext>
            </a:extLst>
          </p:cNvPr>
          <p:cNvSpPr txBox="1"/>
          <p:nvPr/>
        </p:nvSpPr>
        <p:spPr>
          <a:xfrm>
            <a:off x="4831518" y="4214549"/>
            <a:ext cx="2506529" cy="152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TTS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播报题目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考生语音回答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ASR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转写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动态追问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DEFF4ED-9FB1-B7D9-7A29-3C6B1672345F}"/>
              </a:ext>
            </a:extLst>
          </p:cNvPr>
          <p:cNvSpPr txBox="1"/>
          <p:nvPr/>
        </p:nvSpPr>
        <p:spPr>
          <a:xfrm>
            <a:off x="8385419" y="4214549"/>
            <a:ext cx="2506529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LLM-Council</a:t>
            </a:r>
            <a:r>
              <a:rPr lang="zh-CN" altLang="en-US" sz="1600" dirty="0"/>
              <a:t>执行评分</a:t>
            </a:r>
            <a:endParaRPr lang="en-US" altLang="zh-CN" sz="1600" dirty="0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主席模型生成整体评估</a:t>
            </a: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DE1BD8E1-145A-7AD2-CA05-BCDBA80491C2}"/>
              </a:ext>
            </a:extLst>
          </p:cNvPr>
          <p:cNvGrpSpPr/>
          <p:nvPr/>
        </p:nvGrpSpPr>
        <p:grpSpPr>
          <a:xfrm>
            <a:off x="4889427" y="4368175"/>
            <a:ext cx="139964" cy="139964"/>
            <a:chOff x="-873393" y="1299311"/>
            <a:chExt cx="718548" cy="718548"/>
          </a:xfrm>
        </p:grpSpPr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F5599A87-1252-DBB1-5E29-3AE4D192A39F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F2170E64-33B1-7D53-C987-A76A9D9996BC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91B8AE7-346D-4DDE-3B4B-0E86DCD9A22F}"/>
              </a:ext>
            </a:extLst>
          </p:cNvPr>
          <p:cNvGrpSpPr/>
          <p:nvPr/>
        </p:nvGrpSpPr>
        <p:grpSpPr>
          <a:xfrm>
            <a:off x="4889427" y="5113121"/>
            <a:ext cx="139964" cy="139964"/>
            <a:chOff x="-873393" y="1299311"/>
            <a:chExt cx="718548" cy="718548"/>
          </a:xfrm>
        </p:grpSpPr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238A0838-5594-E12C-0391-73080E0C8F98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B1E1AE45-F235-D0E4-E011-FBE47C8F7EB3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4173A748-DFAB-3EEC-B11E-702DD7303337}"/>
              </a:ext>
            </a:extLst>
          </p:cNvPr>
          <p:cNvGrpSpPr/>
          <p:nvPr/>
        </p:nvGrpSpPr>
        <p:grpSpPr>
          <a:xfrm>
            <a:off x="8442225" y="4370615"/>
            <a:ext cx="139964" cy="139964"/>
            <a:chOff x="-873393" y="1299311"/>
            <a:chExt cx="718548" cy="718548"/>
          </a:xfrm>
        </p:grpSpPr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F6848A53-4907-6791-450E-F544B853F578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0E443F24-00C5-97E2-CC11-79F9CB0EF298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FFEF903-E01C-C445-4823-4E04421D6DBE}"/>
              </a:ext>
            </a:extLst>
          </p:cNvPr>
          <p:cNvGrpSpPr/>
          <p:nvPr/>
        </p:nvGrpSpPr>
        <p:grpSpPr>
          <a:xfrm>
            <a:off x="8442225" y="5115561"/>
            <a:ext cx="139964" cy="139964"/>
            <a:chOff x="-873393" y="1299311"/>
            <a:chExt cx="718548" cy="718548"/>
          </a:xfrm>
        </p:grpSpPr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90EE6F31-E7A6-2170-A81A-E836070C1BCF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19E20FF6-E3A1-660C-788E-74A1390E2BA5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DD46018A-E889-0E0A-40D5-B4F0BEADABF9}"/>
              </a:ext>
            </a:extLst>
          </p:cNvPr>
          <p:cNvGrpSpPr/>
          <p:nvPr/>
        </p:nvGrpSpPr>
        <p:grpSpPr>
          <a:xfrm>
            <a:off x="1305642" y="4363529"/>
            <a:ext cx="139964" cy="139964"/>
            <a:chOff x="-873393" y="1299311"/>
            <a:chExt cx="718548" cy="718548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C4170FF2-59F4-A8D5-3F74-F59DE533C9A7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8716008D-08C3-458A-4D1C-7BF2B964DE6A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7A8B1BE-1A9A-7FC0-EF09-221F04635FB6}"/>
              </a:ext>
            </a:extLst>
          </p:cNvPr>
          <p:cNvGrpSpPr/>
          <p:nvPr/>
        </p:nvGrpSpPr>
        <p:grpSpPr>
          <a:xfrm>
            <a:off x="4889427" y="4742767"/>
            <a:ext cx="139964" cy="139964"/>
            <a:chOff x="-873393" y="1299311"/>
            <a:chExt cx="718548" cy="718548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17897915-0FBD-B1FC-171E-2051C9E4C833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AE922E9A-9F6E-74F8-F9ED-F958518C59EB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E1BB961-453D-5FE6-2EBD-20675064186C}"/>
              </a:ext>
            </a:extLst>
          </p:cNvPr>
          <p:cNvGrpSpPr/>
          <p:nvPr/>
        </p:nvGrpSpPr>
        <p:grpSpPr>
          <a:xfrm>
            <a:off x="4889427" y="5483475"/>
            <a:ext cx="139964" cy="139964"/>
            <a:chOff x="-873393" y="1299311"/>
            <a:chExt cx="718548" cy="718548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2C2AA1C-2C08-F9DD-142C-1D713E3BFF82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79C91B9-DF36-489E-44C3-EA1F9F96C1DC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9779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1"/>
          <p:cNvSpPr/>
          <p:nvPr>
            <p:custDataLst>
              <p:tags r:id="rId2"/>
            </p:custDataLst>
          </p:nvPr>
        </p:nvSpPr>
        <p:spPr bwMode="auto">
          <a:xfrm>
            <a:off x="1400112" y="1666844"/>
            <a:ext cx="3335341" cy="731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lt"/>
              </a:rPr>
              <a:t>后端框架：</a:t>
            </a:r>
            <a:r>
              <a:rPr lang="en-US" altLang="zh-CN" sz="1600" dirty="0">
                <a:latin typeface="+mn-ea"/>
              </a:rPr>
              <a:t>Python + </a:t>
            </a:r>
            <a:r>
              <a:rPr lang="en-US" altLang="zh-CN" sz="1600" dirty="0" err="1">
                <a:latin typeface="+mn-ea"/>
              </a:rPr>
              <a:t>FastAPI</a:t>
            </a:r>
            <a:r>
              <a:rPr lang="zh-CN" altLang="en-US" sz="1600" dirty="0">
                <a:latin typeface="+mn-ea"/>
              </a:rPr>
              <a:t>，支持异步请求与</a:t>
            </a:r>
            <a:r>
              <a:rPr lang="en-US" altLang="zh-CN" sz="1600" dirty="0">
                <a:latin typeface="+mn-ea"/>
              </a:rPr>
              <a:t>WebSocket</a:t>
            </a:r>
            <a:r>
              <a:rPr lang="zh-CN" altLang="en-US" sz="1600" dirty="0">
                <a:latin typeface="+mn-ea"/>
              </a:rPr>
              <a:t>长连接</a:t>
            </a:r>
            <a:endParaRPr lang="en-US" altLang="zh-CN" sz="1600" dirty="0">
              <a:latin typeface="+mn-ea"/>
            </a:endParaRP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grpSp>
        <p:nvGrpSpPr>
          <p:cNvPr id="66" name="Google Shape;13259;p85"/>
          <p:cNvGrpSpPr/>
          <p:nvPr/>
        </p:nvGrpSpPr>
        <p:grpSpPr>
          <a:xfrm>
            <a:off x="848843" y="1841843"/>
            <a:ext cx="343926" cy="344841"/>
            <a:chOff x="-5251625" y="3991275"/>
            <a:chExt cx="291450" cy="292225"/>
          </a:xfrm>
          <a:solidFill>
            <a:srgbClr val="912C8D"/>
          </a:solidFill>
        </p:grpSpPr>
        <p:sp>
          <p:nvSpPr>
            <p:cNvPr id="67" name="Google Shape;13260;p85"/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68" name="Google Shape;13261;p85"/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69" name="Google Shape;13262;p85"/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70" name="Google Shape;13263;p85"/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71" name="Google Shape;13264;p85"/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</p:grpSp>
      <p:grpSp>
        <p:nvGrpSpPr>
          <p:cNvPr id="72" name="Google Shape;13259;p85"/>
          <p:cNvGrpSpPr/>
          <p:nvPr/>
        </p:nvGrpSpPr>
        <p:grpSpPr>
          <a:xfrm>
            <a:off x="843329" y="3354070"/>
            <a:ext cx="343926" cy="344841"/>
            <a:chOff x="-5251625" y="3991275"/>
            <a:chExt cx="291450" cy="292225"/>
          </a:xfrm>
          <a:solidFill>
            <a:srgbClr val="7561D6"/>
          </a:solidFill>
        </p:grpSpPr>
        <p:sp>
          <p:nvSpPr>
            <p:cNvPr id="73" name="Google Shape;13260;p85"/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74" name="Google Shape;13261;p85"/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75" name="Google Shape;13262;p85"/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76" name="Google Shape;13263;p85"/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77" name="Google Shape;13264;p85"/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</p:grpSp>
      <p:sp>
        <p:nvSpPr>
          <p:cNvPr id="57" name="小李PPT1"/>
          <p:cNvSpPr txBox="1"/>
          <p:nvPr/>
        </p:nvSpPr>
        <p:spPr>
          <a:xfrm>
            <a:off x="363836" y="244861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+mn-ea"/>
                <a:cs typeface="Alibaba PuHuiTi" pitchFamily="18" charset="-122"/>
              </a:rPr>
              <a:t>技术栈选择</a:t>
            </a:r>
          </a:p>
        </p:txBody>
      </p:sp>
      <p:cxnSp>
        <p:nvCxnSpPr>
          <p:cNvPr id="60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noFill/>
          <a:ln w="19050" cap="flat" cmpd="sng" algn="ctr">
            <a:solidFill>
              <a:srgbClr val="6C2280"/>
            </a:solidFill>
            <a:prstDash val="solid"/>
            <a:miter lim="800000"/>
          </a:ln>
          <a:effectLst/>
        </p:spPr>
      </p:cxnSp>
      <p:pic>
        <p:nvPicPr>
          <p:cNvPr id="61" name="图片 60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grpSp>
        <p:nvGrpSpPr>
          <p:cNvPr id="62" name="Google Shape;13259;p85"/>
          <p:cNvGrpSpPr/>
          <p:nvPr/>
        </p:nvGrpSpPr>
        <p:grpSpPr>
          <a:xfrm>
            <a:off x="840021" y="5025073"/>
            <a:ext cx="343926" cy="344841"/>
            <a:chOff x="-5251625" y="3991275"/>
            <a:chExt cx="291450" cy="292225"/>
          </a:xfrm>
          <a:solidFill>
            <a:srgbClr val="68A4C6"/>
          </a:solidFill>
        </p:grpSpPr>
        <p:sp>
          <p:nvSpPr>
            <p:cNvPr id="63" name="Google Shape;13260;p85"/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64" name="Google Shape;13261;p85"/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65" name="Google Shape;13262;p85"/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87" name="Google Shape;13263;p85"/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88" name="Google Shape;13264;p85"/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</p:grpSp>
      <p:grpSp>
        <p:nvGrpSpPr>
          <p:cNvPr id="40" name="Google Shape;13259;p85">
            <a:extLst>
              <a:ext uri="{FF2B5EF4-FFF2-40B4-BE49-F238E27FC236}">
                <a16:creationId xmlns:a16="http://schemas.microsoft.com/office/drawing/2014/main" id="{7FC20B3E-6886-B5B4-BA22-A30186E99B61}"/>
              </a:ext>
            </a:extLst>
          </p:cNvPr>
          <p:cNvGrpSpPr/>
          <p:nvPr/>
        </p:nvGrpSpPr>
        <p:grpSpPr>
          <a:xfrm>
            <a:off x="6625994" y="1449146"/>
            <a:ext cx="343926" cy="344841"/>
            <a:chOff x="-5251625" y="3991275"/>
            <a:chExt cx="291450" cy="292225"/>
          </a:xfrm>
          <a:solidFill>
            <a:srgbClr val="912C8D"/>
          </a:solidFill>
        </p:grpSpPr>
        <p:sp>
          <p:nvSpPr>
            <p:cNvPr id="41" name="Google Shape;13260;p85">
              <a:extLst>
                <a:ext uri="{FF2B5EF4-FFF2-40B4-BE49-F238E27FC236}">
                  <a16:creationId xmlns:a16="http://schemas.microsoft.com/office/drawing/2014/main" id="{815A5D2D-EADE-C3A7-41F3-7F6A7E76A871}"/>
                </a:ext>
              </a:extLst>
            </p:cNvPr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42" name="Google Shape;13261;p85">
              <a:extLst>
                <a:ext uri="{FF2B5EF4-FFF2-40B4-BE49-F238E27FC236}">
                  <a16:creationId xmlns:a16="http://schemas.microsoft.com/office/drawing/2014/main" id="{8CFBBDC6-2628-F81D-42BA-F794EDF01E56}"/>
                </a:ext>
              </a:extLst>
            </p:cNvPr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43" name="Google Shape;13262;p85">
              <a:extLst>
                <a:ext uri="{FF2B5EF4-FFF2-40B4-BE49-F238E27FC236}">
                  <a16:creationId xmlns:a16="http://schemas.microsoft.com/office/drawing/2014/main" id="{6A19716E-861E-C167-F01D-FDFFBB04A208}"/>
                </a:ext>
              </a:extLst>
            </p:cNvPr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44" name="Google Shape;13263;p85">
              <a:extLst>
                <a:ext uri="{FF2B5EF4-FFF2-40B4-BE49-F238E27FC236}">
                  <a16:creationId xmlns:a16="http://schemas.microsoft.com/office/drawing/2014/main" id="{0BEEC54B-4F65-CCCC-A051-B4BE2BC947A8}"/>
                </a:ext>
              </a:extLst>
            </p:cNvPr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54" name="Google Shape;13264;p85">
              <a:extLst>
                <a:ext uri="{FF2B5EF4-FFF2-40B4-BE49-F238E27FC236}">
                  <a16:creationId xmlns:a16="http://schemas.microsoft.com/office/drawing/2014/main" id="{66B89B5F-C9B1-3CB5-4D24-35A76E5A2BBC}"/>
                </a:ext>
              </a:extLst>
            </p:cNvPr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+mn-ea"/>
              </a:endParaRPr>
            </a:p>
          </p:txBody>
        </p:sp>
      </p:grpSp>
      <p:grpSp>
        <p:nvGrpSpPr>
          <p:cNvPr id="56" name="Google Shape;13259;p85">
            <a:extLst>
              <a:ext uri="{FF2B5EF4-FFF2-40B4-BE49-F238E27FC236}">
                <a16:creationId xmlns:a16="http://schemas.microsoft.com/office/drawing/2014/main" id="{96142740-E3A6-73F2-5F8C-21B16C99396B}"/>
              </a:ext>
            </a:extLst>
          </p:cNvPr>
          <p:cNvGrpSpPr/>
          <p:nvPr/>
        </p:nvGrpSpPr>
        <p:grpSpPr>
          <a:xfrm>
            <a:off x="6617646" y="2627890"/>
            <a:ext cx="343926" cy="344841"/>
            <a:chOff x="-5251625" y="3991275"/>
            <a:chExt cx="291450" cy="292225"/>
          </a:xfrm>
          <a:solidFill>
            <a:srgbClr val="7561D6"/>
          </a:solidFill>
        </p:grpSpPr>
        <p:sp>
          <p:nvSpPr>
            <p:cNvPr id="58" name="Google Shape;13260;p85">
              <a:extLst>
                <a:ext uri="{FF2B5EF4-FFF2-40B4-BE49-F238E27FC236}">
                  <a16:creationId xmlns:a16="http://schemas.microsoft.com/office/drawing/2014/main" id="{A5F43499-E6E0-29E8-0AE1-3D08AE771051}"/>
                </a:ext>
              </a:extLst>
            </p:cNvPr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59" name="Google Shape;13261;p85">
              <a:extLst>
                <a:ext uri="{FF2B5EF4-FFF2-40B4-BE49-F238E27FC236}">
                  <a16:creationId xmlns:a16="http://schemas.microsoft.com/office/drawing/2014/main" id="{8DFF91BC-339E-08C8-0349-EC60A8C35DF9}"/>
                </a:ext>
              </a:extLst>
            </p:cNvPr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78" name="Google Shape;13262;p85">
              <a:extLst>
                <a:ext uri="{FF2B5EF4-FFF2-40B4-BE49-F238E27FC236}">
                  <a16:creationId xmlns:a16="http://schemas.microsoft.com/office/drawing/2014/main" id="{2071FC73-95C1-783D-9086-D09CDD2DA57B}"/>
                </a:ext>
              </a:extLst>
            </p:cNvPr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79" name="Google Shape;13263;p85">
              <a:extLst>
                <a:ext uri="{FF2B5EF4-FFF2-40B4-BE49-F238E27FC236}">
                  <a16:creationId xmlns:a16="http://schemas.microsoft.com/office/drawing/2014/main" id="{7E2E0425-BD45-76A0-8E9E-5E63DF1F34F3}"/>
                </a:ext>
              </a:extLst>
            </p:cNvPr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80" name="Google Shape;13264;p85">
              <a:extLst>
                <a:ext uri="{FF2B5EF4-FFF2-40B4-BE49-F238E27FC236}">
                  <a16:creationId xmlns:a16="http://schemas.microsoft.com/office/drawing/2014/main" id="{9355AC3F-7451-9E8D-C08A-A2917A0C8CD0}"/>
                </a:ext>
              </a:extLst>
            </p:cNvPr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</p:grpSp>
      <p:grpSp>
        <p:nvGrpSpPr>
          <p:cNvPr id="81" name="Google Shape;13259;p85">
            <a:extLst>
              <a:ext uri="{FF2B5EF4-FFF2-40B4-BE49-F238E27FC236}">
                <a16:creationId xmlns:a16="http://schemas.microsoft.com/office/drawing/2014/main" id="{9F26A060-49CB-B071-FC22-2A0B45FF8B68}"/>
              </a:ext>
            </a:extLst>
          </p:cNvPr>
          <p:cNvGrpSpPr/>
          <p:nvPr/>
        </p:nvGrpSpPr>
        <p:grpSpPr>
          <a:xfrm>
            <a:off x="6624592" y="3931724"/>
            <a:ext cx="343926" cy="344841"/>
            <a:chOff x="-5251625" y="3991275"/>
            <a:chExt cx="291450" cy="292225"/>
          </a:xfrm>
          <a:solidFill>
            <a:srgbClr val="68A4C6"/>
          </a:solidFill>
        </p:grpSpPr>
        <p:sp>
          <p:nvSpPr>
            <p:cNvPr id="82" name="Google Shape;13260;p85">
              <a:extLst>
                <a:ext uri="{FF2B5EF4-FFF2-40B4-BE49-F238E27FC236}">
                  <a16:creationId xmlns:a16="http://schemas.microsoft.com/office/drawing/2014/main" id="{BBB078C7-4AA3-5509-1AA2-BAC023D49155}"/>
                </a:ext>
              </a:extLst>
            </p:cNvPr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83" name="Google Shape;13261;p85">
              <a:extLst>
                <a:ext uri="{FF2B5EF4-FFF2-40B4-BE49-F238E27FC236}">
                  <a16:creationId xmlns:a16="http://schemas.microsoft.com/office/drawing/2014/main" id="{2E6E7991-2DD0-4D31-1BC5-63224BD6B240}"/>
                </a:ext>
              </a:extLst>
            </p:cNvPr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89" name="Google Shape;13262;p85">
              <a:extLst>
                <a:ext uri="{FF2B5EF4-FFF2-40B4-BE49-F238E27FC236}">
                  <a16:creationId xmlns:a16="http://schemas.microsoft.com/office/drawing/2014/main" id="{85B5F133-CD33-27AF-4070-ABC5EA0FE226}"/>
                </a:ext>
              </a:extLst>
            </p:cNvPr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90" name="Google Shape;13263;p85">
              <a:extLst>
                <a:ext uri="{FF2B5EF4-FFF2-40B4-BE49-F238E27FC236}">
                  <a16:creationId xmlns:a16="http://schemas.microsoft.com/office/drawing/2014/main" id="{F318B0E4-3E8C-DD51-EAB6-5949DDA94B01}"/>
                </a:ext>
              </a:extLst>
            </p:cNvPr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91" name="Google Shape;13264;p85">
              <a:extLst>
                <a:ext uri="{FF2B5EF4-FFF2-40B4-BE49-F238E27FC236}">
                  <a16:creationId xmlns:a16="http://schemas.microsoft.com/office/drawing/2014/main" id="{3F6E9413-0B83-0A60-928B-6A1DF9D2B55F}"/>
                </a:ext>
              </a:extLst>
            </p:cNvPr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</p:grpSp>
      <p:grpSp>
        <p:nvGrpSpPr>
          <p:cNvPr id="92" name="Google Shape;13259;p85">
            <a:extLst>
              <a:ext uri="{FF2B5EF4-FFF2-40B4-BE49-F238E27FC236}">
                <a16:creationId xmlns:a16="http://schemas.microsoft.com/office/drawing/2014/main" id="{B0596323-5A56-3E3F-0073-07AA24A7AC50}"/>
              </a:ext>
            </a:extLst>
          </p:cNvPr>
          <p:cNvGrpSpPr/>
          <p:nvPr/>
        </p:nvGrpSpPr>
        <p:grpSpPr>
          <a:xfrm>
            <a:off x="6617646" y="5216028"/>
            <a:ext cx="343926" cy="344841"/>
            <a:chOff x="-5251625" y="3991275"/>
            <a:chExt cx="291450" cy="292225"/>
          </a:xfrm>
          <a:solidFill>
            <a:srgbClr val="912C8D"/>
          </a:solidFill>
        </p:grpSpPr>
        <p:sp>
          <p:nvSpPr>
            <p:cNvPr id="93" name="Google Shape;13260;p85">
              <a:extLst>
                <a:ext uri="{FF2B5EF4-FFF2-40B4-BE49-F238E27FC236}">
                  <a16:creationId xmlns:a16="http://schemas.microsoft.com/office/drawing/2014/main" id="{3426E9B1-9256-E14A-EEAB-328753538FC6}"/>
                </a:ext>
              </a:extLst>
            </p:cNvPr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94" name="Google Shape;13261;p85">
              <a:extLst>
                <a:ext uri="{FF2B5EF4-FFF2-40B4-BE49-F238E27FC236}">
                  <a16:creationId xmlns:a16="http://schemas.microsoft.com/office/drawing/2014/main" id="{7FEC5AC6-02D8-160B-4BFB-05E9533F5505}"/>
                </a:ext>
              </a:extLst>
            </p:cNvPr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95" name="Google Shape;13262;p85">
              <a:extLst>
                <a:ext uri="{FF2B5EF4-FFF2-40B4-BE49-F238E27FC236}">
                  <a16:creationId xmlns:a16="http://schemas.microsoft.com/office/drawing/2014/main" id="{A6A57852-EB40-1424-3097-9D5861554015}"/>
                </a:ext>
              </a:extLst>
            </p:cNvPr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96" name="Google Shape;13263;p85">
              <a:extLst>
                <a:ext uri="{FF2B5EF4-FFF2-40B4-BE49-F238E27FC236}">
                  <a16:creationId xmlns:a16="http://schemas.microsoft.com/office/drawing/2014/main" id="{7E1FA853-2ADD-3900-2F87-1C3BFC5314C0}"/>
                </a:ext>
              </a:extLst>
            </p:cNvPr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ea"/>
              </a:endParaRPr>
            </a:p>
          </p:txBody>
        </p:sp>
        <p:sp>
          <p:nvSpPr>
            <p:cNvPr id="97" name="Google Shape;13264;p85">
              <a:extLst>
                <a:ext uri="{FF2B5EF4-FFF2-40B4-BE49-F238E27FC236}">
                  <a16:creationId xmlns:a16="http://schemas.microsoft.com/office/drawing/2014/main" id="{ED6B58A0-AA2B-639D-5341-17E6317D8B0C}"/>
                </a:ext>
              </a:extLst>
            </p:cNvPr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+mn-ea"/>
              </a:endParaRPr>
            </a:p>
          </p:txBody>
        </p:sp>
      </p:grpSp>
      <p:sp>
        <p:nvSpPr>
          <p:cNvPr id="98" name="Text1">
            <a:extLst>
              <a:ext uri="{FF2B5EF4-FFF2-40B4-BE49-F238E27FC236}">
                <a16:creationId xmlns:a16="http://schemas.microsoft.com/office/drawing/2014/main" id="{6E1EA686-38F2-D603-C9AE-99028AAD7A7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384051" y="3167973"/>
            <a:ext cx="3335341" cy="76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向量数据库：</a:t>
            </a:r>
            <a:r>
              <a:rPr lang="en-US" altLang="zh-CN" sz="1600" dirty="0" err="1">
                <a:latin typeface="+mn-ea"/>
              </a:rPr>
              <a:t>ChromaDB</a:t>
            </a:r>
            <a:r>
              <a:rPr lang="zh-CN" altLang="en-US" sz="1600" dirty="0">
                <a:latin typeface="+mn-ea"/>
              </a:rPr>
              <a:t>，基于</a:t>
            </a:r>
            <a:r>
              <a:rPr lang="en-US" altLang="zh-CN" sz="1600" dirty="0">
                <a:latin typeface="+mn-ea"/>
              </a:rPr>
              <a:t>HNSW</a:t>
            </a:r>
            <a:r>
              <a:rPr lang="zh-CN" altLang="en-US" sz="1600" dirty="0">
                <a:latin typeface="+mn-ea"/>
              </a:rPr>
              <a:t>算法实现子线性复杂度语义检索</a:t>
            </a:r>
          </a:p>
          <a:p>
            <a:pPr lvl="0">
              <a:lnSpc>
                <a:spcPct val="150000"/>
              </a:lnSpc>
            </a:pP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99" name="Text1">
            <a:extLst>
              <a:ext uri="{FF2B5EF4-FFF2-40B4-BE49-F238E27FC236}">
                <a16:creationId xmlns:a16="http://schemas.microsoft.com/office/drawing/2014/main" id="{35235FAF-5F6B-D9AB-B9F4-7DF39910CA16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400112" y="4898893"/>
            <a:ext cx="3335341" cy="76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/>
              <a:t>嵌入模型：</a:t>
            </a:r>
            <a:r>
              <a:rPr lang="en-US" altLang="zh-CN" sz="1600" dirty="0"/>
              <a:t>BAAI/bge-large-zh-v1.5</a:t>
            </a: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00" name="Text1">
            <a:extLst>
              <a:ext uri="{FF2B5EF4-FFF2-40B4-BE49-F238E27FC236}">
                <a16:creationId xmlns:a16="http://schemas.microsoft.com/office/drawing/2014/main" id="{E19C7FB4-C9F0-E178-1C34-F4D1AEA0E0DF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7277370" y="1286914"/>
            <a:ext cx="3335341" cy="731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en-US" altLang="zh-CN" sz="1600" dirty="0">
                <a:latin typeface="+mn-ea"/>
              </a:rPr>
              <a:t>LLM</a:t>
            </a:r>
            <a:r>
              <a:rPr lang="zh-CN" altLang="en-US" sz="1600" dirty="0">
                <a:latin typeface="+mn-ea"/>
              </a:rPr>
              <a:t>服务：</a:t>
            </a:r>
            <a:r>
              <a:rPr lang="en-US" altLang="zh-CN" sz="1600" dirty="0">
                <a:latin typeface="+mn-ea"/>
              </a:rPr>
              <a:t>Moonshot Kimi API</a:t>
            </a:r>
            <a:r>
              <a:rPr lang="zh-CN" altLang="en-US" sz="1600" dirty="0">
                <a:latin typeface="+mn-ea"/>
              </a:rPr>
              <a:t>，评分委员会配置</a:t>
            </a:r>
            <a:r>
              <a:rPr lang="en-US" altLang="zh-CN" sz="1600" dirty="0">
                <a:latin typeface="+mn-ea"/>
              </a:rPr>
              <a:t>4</a:t>
            </a:r>
            <a:r>
              <a:rPr lang="zh-CN" altLang="en-US" sz="1600" dirty="0">
                <a:latin typeface="+mn-ea"/>
              </a:rPr>
              <a:t>个模型变体</a:t>
            </a: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01" name="Text1">
            <a:extLst>
              <a:ext uri="{FF2B5EF4-FFF2-40B4-BE49-F238E27FC236}">
                <a16:creationId xmlns:a16="http://schemas.microsoft.com/office/drawing/2014/main" id="{4C8E7FE0-6400-F21D-088B-59B50C3161A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7277370" y="2485188"/>
            <a:ext cx="3335341" cy="731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600" dirty="0"/>
              <a:t>ASR</a:t>
            </a:r>
            <a:r>
              <a:rPr lang="zh-CN" altLang="en-US" sz="1600" dirty="0"/>
              <a:t>引擎：腾讯云服务</a:t>
            </a: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02" name="Text1">
            <a:extLst>
              <a:ext uri="{FF2B5EF4-FFF2-40B4-BE49-F238E27FC236}">
                <a16:creationId xmlns:a16="http://schemas.microsoft.com/office/drawing/2014/main" id="{DA6E50E1-A4FB-01B7-BF2F-A0B16583B64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7277370" y="3758798"/>
            <a:ext cx="3335341" cy="731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600" dirty="0"/>
              <a:t>TTS</a:t>
            </a:r>
            <a:r>
              <a:rPr lang="zh-CN" altLang="en-US" sz="1600" dirty="0"/>
              <a:t>引擎：</a:t>
            </a:r>
            <a:r>
              <a:rPr lang="en-US" altLang="zh-CN" sz="1600" dirty="0"/>
              <a:t>edge-</a:t>
            </a:r>
            <a:r>
              <a:rPr lang="en-US" altLang="zh-CN" sz="1600" dirty="0" err="1"/>
              <a:t>tts</a:t>
            </a:r>
            <a:r>
              <a:rPr lang="zh-CN" altLang="en-US" sz="1600" dirty="0"/>
              <a:t>，处理技术术语特殊发音</a:t>
            </a: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03" name="Text1">
            <a:extLst>
              <a:ext uri="{FF2B5EF4-FFF2-40B4-BE49-F238E27FC236}">
                <a16:creationId xmlns:a16="http://schemas.microsoft.com/office/drawing/2014/main" id="{59126566-D5BF-1A76-72DE-83F523B634FE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277369" y="5025073"/>
            <a:ext cx="3335341" cy="731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/>
              <a:t>前端技术：</a:t>
            </a:r>
            <a:r>
              <a:rPr lang="en-US" altLang="zh-CN" sz="1600" dirty="0"/>
              <a:t>React + TypeScript </a:t>
            </a: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>
              <a:fillRect/>
            </a:stretch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8" name="矩形 27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小李PPT13"/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6A69B6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关键技术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88431" y="4639544"/>
            <a:ext cx="4076164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defRPr/>
            </a:pP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Critical Technology</a:t>
            </a:r>
            <a:endParaRPr kumimoji="1"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0" b="1" i="0" u="none" strike="noStrike" kern="1200" cap="none" spc="0" normalizeH="0" baseline="0" noProof="0" dirty="0">
                <a:ln>
                  <a:noFill/>
                </a:ln>
                <a:solidFill>
                  <a:srgbClr val="6A69B6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03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6A69B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/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6A69B6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445250" y="1"/>
            <a:ext cx="6746747" cy="6857998"/>
            <a:chOff x="5445250" y="1"/>
            <a:chExt cx="6746747" cy="6857998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任意形状 6"/>
            <p:cNvSpPr/>
            <p:nvPr/>
          </p:nvSpPr>
          <p:spPr>
            <a:xfrm>
              <a:off x="9033508" y="1"/>
              <a:ext cx="3061716" cy="1530857"/>
            </a:xfrm>
            <a:custGeom>
              <a:avLst/>
              <a:gdLst>
                <a:gd name="connsiteX0" fmla="*/ 3061716 w 3061716"/>
                <a:gd name="connsiteY0" fmla="*/ 0 h 1530857"/>
                <a:gd name="connsiteX1" fmla="*/ 1530858 w 3061716"/>
                <a:gd name="connsiteY1" fmla="*/ 1530858 h 1530857"/>
                <a:gd name="connsiteX2" fmla="*/ 0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任意形状 7"/>
            <p:cNvSpPr/>
            <p:nvPr/>
          </p:nvSpPr>
          <p:spPr>
            <a:xfrm>
              <a:off x="7079740" y="1"/>
              <a:ext cx="3380994" cy="3325367"/>
            </a:xfrm>
            <a:custGeom>
              <a:avLst/>
              <a:gdLst>
                <a:gd name="connsiteX0" fmla="*/ 3380994 w 3380994"/>
                <a:gd name="connsiteY0" fmla="*/ 1634490 h 3325367"/>
                <a:gd name="connsiteX1" fmla="*/ 1690878 w 3380994"/>
                <a:gd name="connsiteY1" fmla="*/ 3325368 h 3325367"/>
                <a:gd name="connsiteX2" fmla="*/ 0 w 3380994"/>
                <a:gd name="connsiteY2" fmla="*/ 1634490 h 3325367"/>
                <a:gd name="connsiteX3" fmla="*/ 1635252 w 3380994"/>
                <a:gd name="connsiteY3" fmla="*/ 0 h 3325367"/>
                <a:gd name="connsiteX4" fmla="*/ 1745742 w 3380994"/>
                <a:gd name="connsiteY4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0994" h="3325367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任意形状 8"/>
            <p:cNvSpPr/>
            <p:nvPr/>
          </p:nvSpPr>
          <p:spPr>
            <a:xfrm>
              <a:off x="10667998" y="111252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3238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任意形状 9"/>
            <p:cNvSpPr/>
            <p:nvPr/>
          </p:nvSpPr>
          <p:spPr>
            <a:xfrm>
              <a:off x="8874250" y="1738884"/>
              <a:ext cx="3317747" cy="3380231"/>
            </a:xfrm>
            <a:custGeom>
              <a:avLst/>
              <a:gdLst>
                <a:gd name="connsiteX0" fmla="*/ 3317748 w 3317747"/>
                <a:gd name="connsiteY0" fmla="*/ 1627632 h 3380231"/>
                <a:gd name="connsiteX1" fmla="*/ 3317748 w 3317747"/>
                <a:gd name="connsiteY1" fmla="*/ 1752600 h 3380231"/>
                <a:gd name="connsiteX2" fmla="*/ 1690116 w 3317747"/>
                <a:gd name="connsiteY2" fmla="*/ 3380232 h 3380231"/>
                <a:gd name="connsiteX3" fmla="*/ 0 w 3317747"/>
                <a:gd name="connsiteY3" fmla="*/ 1690116 h 3380231"/>
                <a:gd name="connsiteX4" fmla="*/ 1690116 w 3317747"/>
                <a:gd name="connsiteY4" fmla="*/ 0 h 338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7747" h="3380231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任意形状 10"/>
            <p:cNvSpPr/>
            <p:nvPr/>
          </p:nvSpPr>
          <p:spPr>
            <a:xfrm>
              <a:off x="10667998" y="3699510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4000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9033508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7079740" y="3532632"/>
              <a:ext cx="3380994" cy="3325367"/>
            </a:xfrm>
            <a:custGeom>
              <a:avLst/>
              <a:gdLst>
                <a:gd name="connsiteX0" fmla="*/ 3380994 w 3380994"/>
                <a:gd name="connsiteY0" fmla="*/ 1690878 h 3325367"/>
                <a:gd name="connsiteX1" fmla="*/ 1745742 w 3380994"/>
                <a:gd name="connsiteY1" fmla="*/ 3325368 h 3325367"/>
                <a:gd name="connsiteX2" fmla="*/ 1635252 w 3380994"/>
                <a:gd name="connsiteY2" fmla="*/ 3325368 h 3325367"/>
                <a:gd name="connsiteX3" fmla="*/ 0 w 3380994"/>
                <a:gd name="connsiteY3" fmla="*/ 1690878 h 3325367"/>
                <a:gd name="connsiteX4" fmla="*/ 0 w 3380994"/>
                <a:gd name="connsiteY4" fmla="*/ 1690878 h 3325367"/>
                <a:gd name="connsiteX5" fmla="*/ 1690878 w 3380994"/>
                <a:gd name="connsiteY5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80994" h="3325367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任意形状 24"/>
            <p:cNvSpPr/>
            <p:nvPr/>
          </p:nvSpPr>
          <p:spPr>
            <a:xfrm rot="18900000">
              <a:off x="5780874" y="2233352"/>
              <a:ext cx="2390370" cy="2390370"/>
            </a:xfrm>
            <a:custGeom>
              <a:avLst/>
              <a:gdLst>
                <a:gd name="connsiteX0" fmla="*/ 0 w 2390370"/>
                <a:gd name="connsiteY0" fmla="*/ 0 h 2390370"/>
                <a:gd name="connsiteX1" fmla="*/ 2390371 w 2390370"/>
                <a:gd name="connsiteY1" fmla="*/ 0 h 2390370"/>
                <a:gd name="connsiteX2" fmla="*/ 2390371 w 2390370"/>
                <a:gd name="connsiteY2" fmla="*/ 2390371 h 2390370"/>
                <a:gd name="connsiteX3" fmla="*/ 0 w 2390370"/>
                <a:gd name="connsiteY3" fmla="*/ 2390371 h 23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0370" h="2390370">
                  <a:moveTo>
                    <a:pt x="0" y="0"/>
                  </a:moveTo>
                  <a:lnTo>
                    <a:pt x="2390371" y="0"/>
                  </a:lnTo>
                  <a:lnTo>
                    <a:pt x="2390371" y="2390371"/>
                  </a:lnTo>
                  <a:lnTo>
                    <a:pt x="0" y="2390371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任意形状 29"/>
            <p:cNvSpPr/>
            <p:nvPr/>
          </p:nvSpPr>
          <p:spPr>
            <a:xfrm>
              <a:off x="5445250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48011-E883-8678-0C51-BB9AF0AA1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6235D8D-EE9C-4314-5402-C07348BEA035}"/>
              </a:ext>
            </a:extLst>
          </p:cNvPr>
          <p:cNvGrpSpPr/>
          <p:nvPr/>
        </p:nvGrpSpPr>
        <p:grpSpPr>
          <a:xfrm>
            <a:off x="4126362" y="2146468"/>
            <a:ext cx="3853815" cy="3145790"/>
            <a:chOff x="6573" y="3238"/>
            <a:chExt cx="6069" cy="4954"/>
          </a:xfrm>
        </p:grpSpPr>
        <p:sp>
          <p:nvSpPr>
            <p:cNvPr id="29" name="任意多边形: 形状 5">
              <a:extLst>
                <a:ext uri="{FF2B5EF4-FFF2-40B4-BE49-F238E27FC236}">
                  <a16:creationId xmlns:a16="http://schemas.microsoft.com/office/drawing/2014/main" id="{5633ADD6-D295-52EC-794B-645B17F933A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flipV="1">
              <a:off x="10773" y="7332"/>
              <a:ext cx="1867" cy="650"/>
            </a:xfrm>
            <a:custGeom>
              <a:avLst/>
              <a:gdLst>
                <a:gd name="connsiteX0" fmla="*/ 0 w 1104900"/>
                <a:gd name="connsiteY0" fmla="*/ 161925 h 161925"/>
                <a:gd name="connsiteX1" fmla="*/ 123825 w 1104900"/>
                <a:gd name="connsiteY1" fmla="*/ 0 h 161925"/>
                <a:gd name="connsiteX2" fmla="*/ 1104900 w 1104900"/>
                <a:gd name="connsiteY2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900" h="161925">
                  <a:moveTo>
                    <a:pt x="0" y="161925"/>
                  </a:moveTo>
                  <a:lnTo>
                    <a:pt x="123825" y="0"/>
                  </a:lnTo>
                  <a:lnTo>
                    <a:pt x="1104900" y="0"/>
                  </a:lnTo>
                </a:path>
              </a:pathLst>
            </a:custGeom>
            <a:noFill/>
            <a:ln>
              <a:solidFill>
                <a:srgbClr val="912C8D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A8386AEC-C805-9A09-F133-98BEF5C4FC5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0773" y="3418"/>
              <a:ext cx="1869" cy="351"/>
            </a:xfrm>
            <a:custGeom>
              <a:avLst/>
              <a:gdLst>
                <a:gd name="connsiteX0" fmla="*/ 0 w 1104900"/>
                <a:gd name="connsiteY0" fmla="*/ 161925 h 161925"/>
                <a:gd name="connsiteX1" fmla="*/ 123825 w 1104900"/>
                <a:gd name="connsiteY1" fmla="*/ 0 h 161925"/>
                <a:gd name="connsiteX2" fmla="*/ 1104900 w 1104900"/>
                <a:gd name="connsiteY2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900" h="161925">
                  <a:moveTo>
                    <a:pt x="0" y="161925"/>
                  </a:moveTo>
                  <a:lnTo>
                    <a:pt x="123825" y="0"/>
                  </a:lnTo>
                  <a:lnTo>
                    <a:pt x="1104900" y="0"/>
                  </a:lnTo>
                </a:path>
              </a:pathLst>
            </a:custGeom>
            <a:noFill/>
            <a:ln>
              <a:solidFill>
                <a:srgbClr val="77227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6" name="图表 5" descr="7b0a202020202263686172745265734964223a20223230343735393532220a7d0a">
              <a:extLst>
                <a:ext uri="{FF2B5EF4-FFF2-40B4-BE49-F238E27FC236}">
                  <a16:creationId xmlns:a16="http://schemas.microsoft.com/office/drawing/2014/main" id="{9E8A0E92-11ED-2694-23EC-901EAD4D22A9}"/>
                </a:ext>
              </a:extLst>
            </p:cNvPr>
            <p:cNvGraphicFramePr/>
            <p:nvPr/>
          </p:nvGraphicFramePr>
          <p:xfrm>
            <a:off x="7017" y="3238"/>
            <a:ext cx="5184" cy="495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sp>
          <p:nvSpPr>
            <p:cNvPr id="30" name="任意多边形: 形状 88">
              <a:extLst>
                <a:ext uri="{FF2B5EF4-FFF2-40B4-BE49-F238E27FC236}">
                  <a16:creationId xmlns:a16="http://schemas.microsoft.com/office/drawing/2014/main" id="{314CEBC9-255E-39CF-22D1-336C2D399A3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flipH="1">
              <a:off x="6573" y="3418"/>
              <a:ext cx="1869" cy="351"/>
            </a:xfrm>
            <a:custGeom>
              <a:avLst/>
              <a:gdLst>
                <a:gd name="connsiteX0" fmla="*/ 0 w 1104900"/>
                <a:gd name="connsiteY0" fmla="*/ 161925 h 161925"/>
                <a:gd name="connsiteX1" fmla="*/ 123825 w 1104900"/>
                <a:gd name="connsiteY1" fmla="*/ 0 h 161925"/>
                <a:gd name="connsiteX2" fmla="*/ 1104900 w 1104900"/>
                <a:gd name="connsiteY2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900" h="161925">
                  <a:moveTo>
                    <a:pt x="0" y="161925"/>
                  </a:moveTo>
                  <a:lnTo>
                    <a:pt x="123825" y="0"/>
                  </a:lnTo>
                  <a:lnTo>
                    <a:pt x="1104900" y="0"/>
                  </a:lnTo>
                </a:path>
              </a:pathLst>
            </a:custGeom>
            <a:noFill/>
            <a:ln>
              <a:solidFill>
                <a:srgbClr val="68A4C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673284B-0B6A-8303-7665-1DD579B7D2B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H="1">
            <a:off x="946257" y="1343665"/>
            <a:ext cx="3303754" cy="4709577"/>
          </a:xfrm>
          <a:prstGeom prst="roundRect">
            <a:avLst>
              <a:gd name="adj" fmla="val 1857"/>
            </a:avLst>
          </a:prstGeom>
          <a:solidFill>
            <a:srgbClr val="FFFFFF"/>
          </a:solidFill>
          <a:ln w="9525">
            <a:noFill/>
          </a:ln>
          <a:effectLst>
            <a:outerShdw blurRad="114300" dist="63500" dir="2700000" algn="tl" rotWithShape="0">
              <a:srgbClr val="68A4C6">
                <a:alpha val="5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1">
            <a:extLst>
              <a:ext uri="{FF2B5EF4-FFF2-40B4-BE49-F238E27FC236}">
                <a16:creationId xmlns:a16="http://schemas.microsoft.com/office/drawing/2014/main" id="{A8036DB5-4BEC-D63B-8ADE-A00265EB959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386027" y="2128231"/>
            <a:ext cx="2518144" cy="952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/>
              <a:t>ucore</a:t>
            </a:r>
            <a:r>
              <a:rPr lang="en-US" altLang="zh-CN" sz="1600" dirty="0"/>
              <a:t>/</a:t>
            </a:r>
            <a:r>
              <a:rPr lang="en-US" altLang="zh-CN" sz="1600" dirty="0" err="1"/>
              <a:t>rcore</a:t>
            </a:r>
            <a:r>
              <a:rPr lang="zh-CN" altLang="en-US" sz="1600" dirty="0"/>
              <a:t>实验指导书</a:t>
            </a: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A0C94BC1-45A9-76C3-86B0-371D45D77205}"/>
              </a:ext>
            </a:extLst>
          </p:cNvPr>
          <p:cNvSpPr>
            <a:spLocks noChangeAspect="1"/>
          </p:cNvSpPr>
          <p:nvPr/>
        </p:nvSpPr>
        <p:spPr>
          <a:xfrm>
            <a:off x="1282594" y="1472429"/>
            <a:ext cx="2212966" cy="7200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知识来源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35A8762-8028-73EE-0C48-A493567DFE14}"/>
              </a:ext>
            </a:extLst>
          </p:cNvPr>
          <p:cNvCxnSpPr/>
          <p:nvPr/>
        </p:nvCxnSpPr>
        <p:spPr>
          <a:xfrm>
            <a:off x="1497424" y="3593847"/>
            <a:ext cx="240674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9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: 圆角 10">
            <a:extLst>
              <a:ext uri="{FF2B5EF4-FFF2-40B4-BE49-F238E27FC236}">
                <a16:creationId xmlns:a16="http://schemas.microsoft.com/office/drawing/2014/main" id="{F9716011-E823-1EB7-A0E2-432F882C246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flipH="1">
            <a:off x="7849573" y="1343665"/>
            <a:ext cx="3287609" cy="2191549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9525">
            <a:noFill/>
          </a:ln>
          <a:effectLst>
            <a:outerShdw blurRad="139700" dist="63500" dir="2700000" algn="tl" rotWithShape="0">
              <a:srgbClr val="6A69B6">
                <a:alpha val="7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61C23DA9-69F3-6603-7E5C-8BFE0AA33AB3}"/>
              </a:ext>
            </a:extLst>
          </p:cNvPr>
          <p:cNvSpPr>
            <a:spLocks noChangeAspect="1"/>
          </p:cNvSpPr>
          <p:nvPr/>
        </p:nvSpPr>
        <p:spPr>
          <a:xfrm>
            <a:off x="8118913" y="1418554"/>
            <a:ext cx="1969770" cy="7200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2000" b="1" dirty="0">
                <a:solidFill>
                  <a:srgbClr val="6A69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</a:t>
            </a:r>
            <a:r>
              <a:rPr lang="zh-CN" altLang="en-US" sz="2000" b="1" dirty="0">
                <a:solidFill>
                  <a:srgbClr val="6A69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文档提取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69B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EE51AD7-EB3E-C7EC-D462-EA369F1C8B2D}"/>
              </a:ext>
            </a:extLst>
          </p:cNvPr>
          <p:cNvGrpSpPr/>
          <p:nvPr/>
        </p:nvGrpSpPr>
        <p:grpSpPr>
          <a:xfrm>
            <a:off x="6444277" y="3138420"/>
            <a:ext cx="368300" cy="306705"/>
            <a:chOff x="3238" y="4368"/>
            <a:chExt cx="1287" cy="1084"/>
          </a:xfrm>
          <a:noFill/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97605860-DCD5-C2A4-95A8-AE52627376C4}"/>
                </a:ext>
              </a:extLst>
            </p:cNvPr>
            <p:cNvSpPr/>
            <p:nvPr/>
          </p:nvSpPr>
          <p:spPr>
            <a:xfrm>
              <a:off x="3345" y="4368"/>
              <a:ext cx="1180" cy="822"/>
            </a:xfrm>
            <a:prstGeom prst="roundRect">
              <a:avLst/>
            </a:prstGeom>
            <a:grp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任意多边形 45">
              <a:extLst>
                <a:ext uri="{FF2B5EF4-FFF2-40B4-BE49-F238E27FC236}">
                  <a16:creationId xmlns:a16="http://schemas.microsoft.com/office/drawing/2014/main" id="{BC980655-D543-5550-4B60-94170A6F64EA}"/>
                </a:ext>
              </a:extLst>
            </p:cNvPr>
            <p:cNvSpPr/>
            <p:nvPr/>
          </p:nvSpPr>
          <p:spPr>
            <a:xfrm>
              <a:off x="3238" y="4474"/>
              <a:ext cx="1180" cy="978"/>
            </a:xfrm>
            <a:custGeom>
              <a:avLst/>
              <a:gdLst>
                <a:gd name="adj" fmla="val 1666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80" h="978">
                  <a:moveTo>
                    <a:pt x="0" y="137"/>
                  </a:moveTo>
                  <a:cubicBezTo>
                    <a:pt x="-2" y="60"/>
                    <a:pt x="68" y="-2"/>
                    <a:pt x="137" y="0"/>
                  </a:cubicBezTo>
                  <a:lnTo>
                    <a:pt x="1043" y="0"/>
                  </a:lnTo>
                  <a:cubicBezTo>
                    <a:pt x="1120" y="-2"/>
                    <a:pt x="1182" y="68"/>
                    <a:pt x="1180" y="137"/>
                  </a:cubicBezTo>
                  <a:lnTo>
                    <a:pt x="1180" y="685"/>
                  </a:lnTo>
                  <a:cubicBezTo>
                    <a:pt x="1182" y="762"/>
                    <a:pt x="1112" y="824"/>
                    <a:pt x="1043" y="822"/>
                  </a:cubicBezTo>
                  <a:lnTo>
                    <a:pt x="927" y="822"/>
                  </a:lnTo>
                  <a:lnTo>
                    <a:pt x="849" y="978"/>
                  </a:lnTo>
                  <a:lnTo>
                    <a:pt x="767" y="822"/>
                  </a:lnTo>
                  <a:lnTo>
                    <a:pt x="137" y="822"/>
                  </a:lnTo>
                  <a:cubicBezTo>
                    <a:pt x="60" y="824"/>
                    <a:pt x="-2" y="754"/>
                    <a:pt x="0" y="685"/>
                  </a:cubicBezTo>
                  <a:lnTo>
                    <a:pt x="0" y="137"/>
                  </a:lnTo>
                  <a:close/>
                </a:path>
              </a:pathLst>
            </a:custGeom>
            <a:grp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799E94D3-1CF6-F575-4A77-4BB0FAFE26D0}"/>
                </a:ext>
              </a:extLst>
            </p:cNvPr>
            <p:cNvSpPr/>
            <p:nvPr/>
          </p:nvSpPr>
          <p:spPr>
            <a:xfrm>
              <a:off x="3365" y="4727"/>
              <a:ext cx="220" cy="220"/>
            </a:xfrm>
            <a:prstGeom prst="ellipse">
              <a:avLst/>
            </a:prstGeom>
            <a:grp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5F84B181-A737-BEF9-72A3-3D5F5957367C}"/>
                </a:ext>
              </a:extLst>
            </p:cNvPr>
            <p:cNvSpPr/>
            <p:nvPr/>
          </p:nvSpPr>
          <p:spPr>
            <a:xfrm>
              <a:off x="3717" y="4727"/>
              <a:ext cx="220" cy="220"/>
            </a:xfrm>
            <a:prstGeom prst="ellipse">
              <a:avLst/>
            </a:prstGeom>
            <a:grp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BF9BEBE5-E63E-B14B-9140-CD40B9055091}"/>
                </a:ext>
              </a:extLst>
            </p:cNvPr>
            <p:cNvSpPr/>
            <p:nvPr/>
          </p:nvSpPr>
          <p:spPr>
            <a:xfrm>
              <a:off x="4069" y="4727"/>
              <a:ext cx="220" cy="220"/>
            </a:xfrm>
            <a:prstGeom prst="ellipse">
              <a:avLst/>
            </a:prstGeom>
            <a:grp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74EB6983-75AA-F1F0-D9FF-1B5817B0E6F8}"/>
              </a:ext>
            </a:extLst>
          </p:cNvPr>
          <p:cNvGrpSpPr/>
          <p:nvPr/>
        </p:nvGrpSpPr>
        <p:grpSpPr>
          <a:xfrm>
            <a:off x="5910051" y="4233620"/>
            <a:ext cx="310515" cy="314325"/>
            <a:chOff x="11737" y="8438"/>
            <a:chExt cx="1450" cy="1440"/>
          </a:xfrm>
          <a:noFill/>
        </p:grpSpPr>
        <p:sp>
          <p:nvSpPr>
            <p:cNvPr id="51" name="圆角矩形 50">
              <a:extLst>
                <a:ext uri="{FF2B5EF4-FFF2-40B4-BE49-F238E27FC236}">
                  <a16:creationId xmlns:a16="http://schemas.microsoft.com/office/drawing/2014/main" id="{33CE35E6-3C49-DC76-F920-8709BF786913}"/>
                </a:ext>
              </a:extLst>
            </p:cNvPr>
            <p:cNvSpPr/>
            <p:nvPr/>
          </p:nvSpPr>
          <p:spPr>
            <a:xfrm>
              <a:off x="11737" y="8438"/>
              <a:ext cx="1450" cy="1440"/>
            </a:xfrm>
            <a:prstGeom prst="roundRect">
              <a:avLst>
                <a:gd name="adj" fmla="val 9144"/>
              </a:avLst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87C625BF-DD81-4241-CDA3-4F235644C9C1}"/>
                </a:ext>
              </a:extLst>
            </p:cNvPr>
            <p:cNvSpPr/>
            <p:nvPr/>
          </p:nvSpPr>
          <p:spPr>
            <a:xfrm>
              <a:off x="12104" y="8631"/>
              <a:ext cx="898" cy="157"/>
            </a:xfrm>
            <a:prstGeom prst="roundRect">
              <a:avLst>
                <a:gd name="adj" fmla="val 50000"/>
              </a:avLst>
            </a:prstGeom>
            <a:grp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2FFC600A-ABC7-C7AF-BCB9-39D4F1F92704}"/>
                </a:ext>
              </a:extLst>
            </p:cNvPr>
            <p:cNvSpPr/>
            <p:nvPr/>
          </p:nvSpPr>
          <p:spPr>
            <a:xfrm>
              <a:off x="12104" y="9056"/>
              <a:ext cx="898" cy="157"/>
            </a:xfrm>
            <a:prstGeom prst="roundRect">
              <a:avLst>
                <a:gd name="adj" fmla="val 50000"/>
              </a:avLst>
            </a:prstGeom>
            <a:grp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圆角矩形 53">
              <a:extLst>
                <a:ext uri="{FF2B5EF4-FFF2-40B4-BE49-F238E27FC236}">
                  <a16:creationId xmlns:a16="http://schemas.microsoft.com/office/drawing/2014/main" id="{31D12C04-298E-A00A-2D89-8D0BB02D798E}"/>
                </a:ext>
              </a:extLst>
            </p:cNvPr>
            <p:cNvSpPr/>
            <p:nvPr/>
          </p:nvSpPr>
          <p:spPr>
            <a:xfrm>
              <a:off x="12104" y="9481"/>
              <a:ext cx="898" cy="157"/>
            </a:xfrm>
            <a:prstGeom prst="roundRect">
              <a:avLst>
                <a:gd name="adj" fmla="val 50000"/>
              </a:avLst>
            </a:prstGeom>
            <a:grp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圆角矩形 54">
              <a:extLst>
                <a:ext uri="{FF2B5EF4-FFF2-40B4-BE49-F238E27FC236}">
                  <a16:creationId xmlns:a16="http://schemas.microsoft.com/office/drawing/2014/main" id="{25CA15FF-C8F8-CD26-370C-BA7CC821A988}"/>
                </a:ext>
              </a:extLst>
            </p:cNvPr>
            <p:cNvSpPr/>
            <p:nvPr/>
          </p:nvSpPr>
          <p:spPr>
            <a:xfrm>
              <a:off x="11838" y="8631"/>
              <a:ext cx="168" cy="150"/>
            </a:xfrm>
            <a:prstGeom prst="roundRect">
              <a:avLst>
                <a:gd name="adj" fmla="val 50000"/>
              </a:avLst>
            </a:prstGeom>
            <a:grp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圆角矩形 55">
              <a:extLst>
                <a:ext uri="{FF2B5EF4-FFF2-40B4-BE49-F238E27FC236}">
                  <a16:creationId xmlns:a16="http://schemas.microsoft.com/office/drawing/2014/main" id="{0EE6B6ED-DBC5-811D-8239-20107F498CC4}"/>
                </a:ext>
              </a:extLst>
            </p:cNvPr>
            <p:cNvSpPr/>
            <p:nvPr/>
          </p:nvSpPr>
          <p:spPr>
            <a:xfrm>
              <a:off x="11838" y="9063"/>
              <a:ext cx="168" cy="150"/>
            </a:xfrm>
            <a:prstGeom prst="roundRect">
              <a:avLst>
                <a:gd name="adj" fmla="val 50000"/>
              </a:avLst>
            </a:prstGeom>
            <a:grp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圆角矩形 56">
              <a:extLst>
                <a:ext uri="{FF2B5EF4-FFF2-40B4-BE49-F238E27FC236}">
                  <a16:creationId xmlns:a16="http://schemas.microsoft.com/office/drawing/2014/main" id="{A22791D5-EBBA-2530-D7FA-9EBC1901CC9D}"/>
                </a:ext>
              </a:extLst>
            </p:cNvPr>
            <p:cNvSpPr/>
            <p:nvPr/>
          </p:nvSpPr>
          <p:spPr>
            <a:xfrm>
              <a:off x="11838" y="9488"/>
              <a:ext cx="168" cy="150"/>
            </a:xfrm>
            <a:prstGeom prst="roundRect">
              <a:avLst>
                <a:gd name="adj" fmla="val 50000"/>
              </a:avLst>
            </a:prstGeom>
            <a:grp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4D3B935A-9543-22D6-A157-FA38779DC02E}"/>
              </a:ext>
            </a:extLst>
          </p:cNvPr>
          <p:cNvGrpSpPr/>
          <p:nvPr/>
        </p:nvGrpSpPr>
        <p:grpSpPr>
          <a:xfrm>
            <a:off x="5313177" y="3071818"/>
            <a:ext cx="331470" cy="401320"/>
            <a:chOff x="2984" y="6901"/>
            <a:chExt cx="590" cy="714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5B0AF30D-4A55-C059-475F-FF413FF199C5}"/>
                </a:ext>
              </a:extLst>
            </p:cNvPr>
            <p:cNvGrpSpPr/>
            <p:nvPr/>
          </p:nvGrpSpPr>
          <p:grpSpPr>
            <a:xfrm>
              <a:off x="2984" y="7021"/>
              <a:ext cx="590" cy="595"/>
              <a:chOff x="2984" y="7021"/>
              <a:chExt cx="590" cy="595"/>
            </a:xfrm>
          </p:grpSpPr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A6D77975-B249-CCAF-7641-A7FEDF778D2A}"/>
                  </a:ext>
                </a:extLst>
              </p:cNvPr>
              <p:cNvGrpSpPr/>
              <p:nvPr/>
            </p:nvGrpSpPr>
            <p:grpSpPr>
              <a:xfrm>
                <a:off x="2984" y="7021"/>
                <a:ext cx="590" cy="595"/>
                <a:chOff x="2984" y="7381"/>
                <a:chExt cx="2467" cy="2481"/>
              </a:xfrm>
            </p:grpSpPr>
            <p:sp>
              <p:nvSpPr>
                <p:cNvPr id="61" name="圆角矩形 60">
                  <a:extLst>
                    <a:ext uri="{FF2B5EF4-FFF2-40B4-BE49-F238E27FC236}">
                      <a16:creationId xmlns:a16="http://schemas.microsoft.com/office/drawing/2014/main" id="{81D4531C-70F9-309F-1342-9393A604232A}"/>
                    </a:ext>
                  </a:extLst>
                </p:cNvPr>
                <p:cNvSpPr/>
                <p:nvPr/>
              </p:nvSpPr>
              <p:spPr>
                <a:xfrm>
                  <a:off x="3278" y="7397"/>
                  <a:ext cx="2173" cy="2136"/>
                </a:xfrm>
                <a:prstGeom prst="roundRect">
                  <a:avLst>
                    <a:gd name="adj" fmla="val 10133"/>
                  </a:avLst>
                </a:prstGeom>
                <a:noFill/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2" name="任意多边形 61">
                  <a:extLst>
                    <a:ext uri="{FF2B5EF4-FFF2-40B4-BE49-F238E27FC236}">
                      <a16:creationId xmlns:a16="http://schemas.microsoft.com/office/drawing/2014/main" id="{00A40491-61B6-A6F5-49C6-E4E400394B1E}"/>
                    </a:ext>
                  </a:extLst>
                </p:cNvPr>
                <p:cNvSpPr/>
                <p:nvPr/>
              </p:nvSpPr>
              <p:spPr>
                <a:xfrm flipV="1">
                  <a:off x="2984" y="7720"/>
                  <a:ext cx="2174" cy="2142"/>
                </a:xfrm>
                <a:custGeom>
                  <a:avLst/>
                  <a:gdLst>
                    <a:gd name="it" fmla="*/ h 7 12"/>
                    <a:gd name="ir" fmla="*/ w 7 12"/>
                    <a:gd name="ib" fmla="*/ h 11 12"/>
                  </a:gdLst>
                  <a:ahLst/>
                  <a:cxnLst>
                    <a:cxn ang="3">
                      <a:pos x="l" y="t"/>
                    </a:cxn>
                    <a:cxn ang="cd2">
                      <a:pos x="l" y="vc"/>
                    </a:cxn>
                    <a:cxn ang="cd4">
                      <a:pos x="l" y="b"/>
                    </a:cxn>
                    <a:cxn ang="cd4">
                      <a:pos x="hc" y="b"/>
                    </a:cxn>
                    <a:cxn ang="cd4">
                      <a:pos x="r" y="b"/>
                    </a:cxn>
                    <a:cxn ang="0">
                      <a:pos x="hc" y="vc"/>
                    </a:cxn>
                  </a:cxnLst>
                  <a:rect l="l" t="t" r="r" b="b"/>
                  <a:pathLst>
                    <a:path w="2174" h="2142">
                      <a:moveTo>
                        <a:pt x="1680" y="490"/>
                      </a:moveTo>
                      <a:lnTo>
                        <a:pt x="1680" y="7"/>
                      </a:lnTo>
                      <a:lnTo>
                        <a:pt x="2167" y="490"/>
                      </a:lnTo>
                      <a:lnTo>
                        <a:pt x="1680" y="490"/>
                      </a:lnTo>
                      <a:close/>
                      <a:moveTo>
                        <a:pt x="1680" y="6"/>
                      </a:moveTo>
                      <a:lnTo>
                        <a:pt x="1680" y="0"/>
                      </a:lnTo>
                      <a:lnTo>
                        <a:pt x="1686" y="6"/>
                      </a:lnTo>
                      <a:lnTo>
                        <a:pt x="1680" y="6"/>
                      </a:lnTo>
                      <a:close/>
                      <a:moveTo>
                        <a:pt x="2173" y="489"/>
                      </a:moveTo>
                      <a:lnTo>
                        <a:pt x="2174" y="490"/>
                      </a:lnTo>
                      <a:lnTo>
                        <a:pt x="2173" y="490"/>
                      </a:lnTo>
                      <a:lnTo>
                        <a:pt x="2173" y="489"/>
                      </a:lnTo>
                      <a:close/>
                      <a:moveTo>
                        <a:pt x="0" y="1926"/>
                      </a:moveTo>
                      <a:lnTo>
                        <a:pt x="0" y="1931"/>
                      </a:lnTo>
                      <a:lnTo>
                        <a:pt x="0" y="1937"/>
                      </a:lnTo>
                      <a:cubicBezTo>
                        <a:pt x="-3" y="2054"/>
                        <a:pt x="128" y="2146"/>
                        <a:pt x="210" y="2142"/>
                      </a:cubicBezTo>
                      <a:lnTo>
                        <a:pt x="214" y="2142"/>
                      </a:lnTo>
                      <a:lnTo>
                        <a:pt x="220" y="2142"/>
                      </a:lnTo>
                      <a:lnTo>
                        <a:pt x="1954" y="2142"/>
                      </a:lnTo>
                      <a:lnTo>
                        <a:pt x="1960" y="2142"/>
                      </a:lnTo>
                      <a:lnTo>
                        <a:pt x="1965" y="2142"/>
                      </a:lnTo>
                      <a:cubicBezTo>
                        <a:pt x="2084" y="2145"/>
                        <a:pt x="2177" y="2016"/>
                        <a:pt x="2173" y="1935"/>
                      </a:cubicBezTo>
                      <a:lnTo>
                        <a:pt x="2173" y="1931"/>
                      </a:lnTo>
                      <a:lnTo>
                        <a:pt x="2173" y="1926"/>
                      </a:lnTo>
                      <a:lnTo>
                        <a:pt x="2173" y="496"/>
                      </a:lnTo>
                      <a:lnTo>
                        <a:pt x="1679" y="496"/>
                      </a:lnTo>
                      <a:lnTo>
                        <a:pt x="1679" y="6"/>
                      </a:lnTo>
                      <a:lnTo>
                        <a:pt x="220" y="6"/>
                      </a:lnTo>
                      <a:lnTo>
                        <a:pt x="214" y="6"/>
                      </a:lnTo>
                      <a:lnTo>
                        <a:pt x="208" y="6"/>
                      </a:lnTo>
                      <a:cubicBezTo>
                        <a:pt x="89" y="3"/>
                        <a:pt x="-3" y="132"/>
                        <a:pt x="0" y="213"/>
                      </a:cubicBezTo>
                      <a:lnTo>
                        <a:pt x="0" y="218"/>
                      </a:lnTo>
                      <a:lnTo>
                        <a:pt x="0" y="223"/>
                      </a:lnTo>
                      <a:lnTo>
                        <a:pt x="0" y="1926"/>
                      </a:lnTo>
                      <a:close/>
                      <a:moveTo>
                        <a:pt x="2173" y="496"/>
                      </a:moveTo>
                      <a:lnTo>
                        <a:pt x="2173" y="490"/>
                      </a:lnTo>
                      <a:lnTo>
                        <a:pt x="2167" y="490"/>
                      </a:lnTo>
                      <a:lnTo>
                        <a:pt x="2173" y="496"/>
                      </a:lnTo>
                      <a:close/>
                      <a:moveTo>
                        <a:pt x="2173" y="489"/>
                      </a:moveTo>
                      <a:lnTo>
                        <a:pt x="2173" y="480"/>
                      </a:lnTo>
                      <a:lnTo>
                        <a:pt x="1693" y="6"/>
                      </a:lnTo>
                      <a:lnTo>
                        <a:pt x="1686" y="6"/>
                      </a:lnTo>
                      <a:lnTo>
                        <a:pt x="2173" y="489"/>
                      </a:lnTo>
                      <a:close/>
                      <a:moveTo>
                        <a:pt x="1680" y="6"/>
                      </a:moveTo>
                      <a:lnTo>
                        <a:pt x="1679" y="6"/>
                      </a:lnTo>
                      <a:lnTo>
                        <a:pt x="1680" y="7"/>
                      </a:lnTo>
                      <a:lnTo>
                        <a:pt x="1680" y="6"/>
                      </a:lnTo>
                      <a:close/>
                    </a:path>
                  </a:pathLst>
                </a:custGeom>
                <a:noFill/>
                <a:ln w="2222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63" name="直接连接符 62">
                  <a:extLst>
                    <a:ext uri="{FF2B5EF4-FFF2-40B4-BE49-F238E27FC236}">
                      <a16:creationId xmlns:a16="http://schemas.microsoft.com/office/drawing/2014/main" id="{05AF7DAF-983F-4A04-A3D0-BC4A54BE09A1}"/>
                    </a:ext>
                  </a:extLst>
                </p:cNvPr>
                <p:cNvCxnSpPr/>
                <p:nvPr/>
              </p:nvCxnSpPr>
              <p:spPr>
                <a:xfrm>
                  <a:off x="3458" y="8463"/>
                  <a:ext cx="1197" cy="0"/>
                </a:xfrm>
                <a:prstGeom prst="line">
                  <a:avLst/>
                </a:prstGeom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4" name="任意多边形 63">
                  <a:extLst>
                    <a:ext uri="{FF2B5EF4-FFF2-40B4-BE49-F238E27FC236}">
                      <a16:creationId xmlns:a16="http://schemas.microsoft.com/office/drawing/2014/main" id="{CDAB845A-886A-9362-6628-F4D4F2EA7C5E}"/>
                    </a:ext>
                  </a:extLst>
                </p:cNvPr>
                <p:cNvSpPr/>
                <p:nvPr/>
              </p:nvSpPr>
              <p:spPr>
                <a:xfrm>
                  <a:off x="4168" y="7381"/>
                  <a:ext cx="490" cy="792"/>
                </a:xfrm>
                <a:custGeom>
                  <a:avLst/>
                  <a:gdLst>
                    <a:gd name="adj" fmla="val 16667"/>
                    <a:gd name="a" fmla="pin 0 adj 50000"/>
                    <a:gd name="x1" fmla="*/ ss a 100000"/>
                    <a:gd name="x2" fmla="+- r 0 x1"/>
                    <a:gd name="y2" fmla="+- b 0 x1"/>
                    <a:gd name="il" fmla="*/ x1 29289 100000"/>
                    <a:gd name="ir" fmla="+- r 0 il"/>
                    <a:gd name="ib" fmla="+- b 0 il"/>
                  </a:gdLst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9" h="194">
                      <a:moveTo>
                        <a:pt x="119" y="0"/>
                      </a:moveTo>
                      <a:lnTo>
                        <a:pt x="119" y="174"/>
                      </a:lnTo>
                      <a:cubicBezTo>
                        <a:pt x="120" y="186"/>
                        <a:pt x="107" y="195"/>
                        <a:pt x="99" y="194"/>
                      </a:cubicBezTo>
                      <a:lnTo>
                        <a:pt x="20" y="194"/>
                      </a:lnTo>
                      <a:cubicBezTo>
                        <a:pt x="8" y="195"/>
                        <a:pt x="-1" y="182"/>
                        <a:pt x="0" y="174"/>
                      </a:cubicBezTo>
                      <a:lnTo>
                        <a:pt x="0" y="0"/>
                      </a:lnTo>
                      <a:lnTo>
                        <a:pt x="119" y="0"/>
                      </a:lnTo>
                      <a:close/>
                    </a:path>
                  </a:pathLst>
                </a:custGeom>
                <a:noFill/>
                <a:ln w="222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EFC19E8C-325C-5CD5-00F6-DDC6BA21049A}"/>
                  </a:ext>
                </a:extLst>
              </p:cNvPr>
              <p:cNvCxnSpPr/>
              <p:nvPr/>
            </p:nvCxnSpPr>
            <p:spPr>
              <a:xfrm>
                <a:off x="3097" y="7388"/>
                <a:ext cx="286" cy="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66" name="任意多边形 65">
              <a:extLst>
                <a:ext uri="{FF2B5EF4-FFF2-40B4-BE49-F238E27FC236}">
                  <a16:creationId xmlns:a16="http://schemas.microsoft.com/office/drawing/2014/main" id="{403BC033-9B77-BDB4-D9AF-B2C165AF4A99}"/>
                </a:ext>
              </a:extLst>
            </p:cNvPr>
            <p:cNvSpPr/>
            <p:nvPr/>
          </p:nvSpPr>
          <p:spPr>
            <a:xfrm>
              <a:off x="3207" y="6901"/>
              <a:ext cx="178" cy="120"/>
            </a:xfrm>
            <a:custGeom>
              <a:avLst/>
              <a:gdLst>
                <a:gd name="adj" fmla="val 32954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6" h="99">
                  <a:moveTo>
                    <a:pt x="0" y="58"/>
                  </a:moveTo>
                  <a:cubicBezTo>
                    <a:pt x="-1" y="25"/>
                    <a:pt x="29" y="-1"/>
                    <a:pt x="58" y="0"/>
                  </a:cubicBezTo>
                  <a:lnTo>
                    <a:pt x="118" y="0"/>
                  </a:lnTo>
                  <a:cubicBezTo>
                    <a:pt x="151" y="-1"/>
                    <a:pt x="177" y="29"/>
                    <a:pt x="176" y="58"/>
                  </a:cubicBezTo>
                  <a:lnTo>
                    <a:pt x="176" y="99"/>
                  </a:lnTo>
                  <a:lnTo>
                    <a:pt x="0" y="99"/>
                  </a:lnTo>
                  <a:lnTo>
                    <a:pt x="0" y="58"/>
                  </a:lnTo>
                  <a:close/>
                </a:path>
              </a:pathLst>
            </a:cu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0" name="Text1">
            <a:extLst>
              <a:ext uri="{FF2B5EF4-FFF2-40B4-BE49-F238E27FC236}">
                <a16:creationId xmlns:a16="http://schemas.microsoft.com/office/drawing/2014/main" id="{BE0AFC91-8BF2-E314-8843-C393D92024EF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409394" y="4594013"/>
            <a:ext cx="2494777" cy="112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lt"/>
              </a:rPr>
              <a:t>ucore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lt"/>
              </a:rPr>
              <a:t>/</a:t>
            </a:r>
            <a:r>
              <a:rPr lang="en-US" altLang="zh-CN" sz="160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lt"/>
              </a:rPr>
              <a:t>rcore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lt"/>
              </a:rPr>
              <a:t>实验分为独立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lt"/>
              </a:rPr>
              <a:t>collection</a:t>
            </a: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71" name="Title">
            <a:extLst>
              <a:ext uri="{FF2B5EF4-FFF2-40B4-BE49-F238E27FC236}">
                <a16:creationId xmlns:a16="http://schemas.microsoft.com/office/drawing/2014/main" id="{E3DECA37-B0D3-CE2B-4694-DC48E08A6A4F}"/>
              </a:ext>
            </a:extLst>
          </p:cNvPr>
          <p:cNvSpPr>
            <a:spLocks noChangeAspect="1"/>
          </p:cNvSpPr>
          <p:nvPr/>
        </p:nvSpPr>
        <p:spPr>
          <a:xfrm>
            <a:off x="1278930" y="3917265"/>
            <a:ext cx="2330971" cy="7200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双知识库机制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2" name="Text1">
            <a:extLst>
              <a:ext uri="{FF2B5EF4-FFF2-40B4-BE49-F238E27FC236}">
                <a16:creationId xmlns:a16="http://schemas.microsoft.com/office/drawing/2014/main" id="{9DCE25C6-5A12-837A-62BA-792F004B3237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246509" y="2098188"/>
            <a:ext cx="2572044" cy="138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lt"/>
              </a:rPr>
              <a:t>按照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lt"/>
              </a:rPr>
              <a:t>h1-h4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lt"/>
              </a:rPr>
              <a:t>标题划分庄街，保留段落和代码块完整</a:t>
            </a:r>
          </a:p>
        </p:txBody>
      </p:sp>
      <p:sp>
        <p:nvSpPr>
          <p:cNvPr id="76" name="小李PPT1">
            <a:extLst>
              <a:ext uri="{FF2B5EF4-FFF2-40B4-BE49-F238E27FC236}">
                <a16:creationId xmlns:a16="http://schemas.microsoft.com/office/drawing/2014/main" id="{691BB8DB-9013-1A3B-EDD9-35E0B1783361}"/>
              </a:ext>
            </a:extLst>
          </p:cNvPr>
          <p:cNvSpPr txBox="1"/>
          <p:nvPr/>
        </p:nvSpPr>
        <p:spPr>
          <a:xfrm>
            <a:off x="363836" y="244861"/>
            <a:ext cx="2769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RAG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知识库构建</a:t>
            </a:r>
          </a:p>
        </p:txBody>
      </p:sp>
      <p:cxnSp>
        <p:nvCxnSpPr>
          <p:cNvPr id="77" name="直线连接符 3">
            <a:extLst>
              <a:ext uri="{FF2B5EF4-FFF2-40B4-BE49-F238E27FC236}">
                <a16:creationId xmlns:a16="http://schemas.microsoft.com/office/drawing/2014/main" id="{E73CD33D-0DA8-676F-A79E-4B8B59E93BA9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33C4E4F9-5157-9FA4-E3C9-E2B68C25AA2B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1C00117-1FA3-B5E1-0DFC-E59F8D835D6A}"/>
              </a:ext>
            </a:extLst>
          </p:cNvPr>
          <p:cNvGrpSpPr/>
          <p:nvPr/>
        </p:nvGrpSpPr>
        <p:grpSpPr>
          <a:xfrm>
            <a:off x="1431565" y="2327604"/>
            <a:ext cx="149793" cy="149793"/>
            <a:chOff x="1184604" y="2178086"/>
            <a:chExt cx="149793" cy="149793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C02671E4-9F19-7AB2-10D9-24A096897FE0}"/>
                </a:ext>
              </a:extLst>
            </p:cNvPr>
            <p:cNvSpPr/>
            <p:nvPr/>
          </p:nvSpPr>
          <p:spPr>
            <a:xfrm>
              <a:off x="1184604" y="2178086"/>
              <a:ext cx="149793" cy="149793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7E772392-96A7-47B6-5BA2-F3EE6391A38E}"/>
                </a:ext>
              </a:extLst>
            </p:cNvPr>
            <p:cNvSpPr/>
            <p:nvPr/>
          </p:nvSpPr>
          <p:spPr>
            <a:xfrm>
              <a:off x="1218045" y="2214269"/>
              <a:ext cx="84196" cy="80268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61354C42-4B21-3327-A003-0E1D39825275}"/>
              </a:ext>
            </a:extLst>
          </p:cNvPr>
          <p:cNvGrpSpPr/>
          <p:nvPr/>
        </p:nvGrpSpPr>
        <p:grpSpPr>
          <a:xfrm>
            <a:off x="1441394" y="4797390"/>
            <a:ext cx="139964" cy="139964"/>
            <a:chOff x="-873393" y="1299311"/>
            <a:chExt cx="718548" cy="718548"/>
          </a:xfrm>
        </p:grpSpPr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9B924810-F323-5A24-128E-A9AFE10B5568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D1B9027A-6AE4-6FCE-C7F5-D24A74C6C7F9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" name="矩形: 圆角 10">
            <a:extLst>
              <a:ext uri="{FF2B5EF4-FFF2-40B4-BE49-F238E27FC236}">
                <a16:creationId xmlns:a16="http://schemas.microsoft.com/office/drawing/2014/main" id="{370A050D-C61A-D219-BF45-04686B481DE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flipH="1">
            <a:off x="7849570" y="3861694"/>
            <a:ext cx="3287609" cy="2831031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9525">
            <a:noFill/>
          </a:ln>
          <a:effectLst>
            <a:outerShdw blurRad="177800" dist="63500" dir="2700000" algn="tl" rotWithShape="0">
              <a:srgbClr val="912C8D">
                <a:alpha val="6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itle">
            <a:extLst>
              <a:ext uri="{FF2B5EF4-FFF2-40B4-BE49-F238E27FC236}">
                <a16:creationId xmlns:a16="http://schemas.microsoft.com/office/drawing/2014/main" id="{3B11486D-EC0F-4BBB-C18D-729B1DAF78F6}"/>
              </a:ext>
            </a:extLst>
          </p:cNvPr>
          <p:cNvSpPr>
            <a:spLocks noChangeAspect="1"/>
          </p:cNvSpPr>
          <p:nvPr/>
        </p:nvSpPr>
        <p:spPr>
          <a:xfrm>
            <a:off x="8115486" y="3917265"/>
            <a:ext cx="1969770" cy="7200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文档切分策略</a:t>
            </a:r>
          </a:p>
        </p:txBody>
      </p:sp>
      <p:sp>
        <p:nvSpPr>
          <p:cNvPr id="74" name="Text1">
            <a:extLst>
              <a:ext uri="{FF2B5EF4-FFF2-40B4-BE49-F238E27FC236}">
                <a16:creationId xmlns:a16="http://schemas.microsoft.com/office/drawing/2014/main" id="{6E8ADA39-3479-93A0-03AA-7EA03C86AA0B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8264232" y="4594013"/>
            <a:ext cx="2554321" cy="138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块长权衡：过短割裂概念链，过长稀释主题集中度并占用</a:t>
            </a:r>
            <a:r>
              <a:rPr lang="en-US" altLang="zh-CN" sz="1600" dirty="0">
                <a:latin typeface="+mn-ea"/>
              </a:rPr>
              <a:t>LLM</a:t>
            </a:r>
            <a:r>
              <a:rPr lang="zh-CN" altLang="en-US" sz="1600" dirty="0">
                <a:latin typeface="+mn-ea"/>
              </a:rPr>
              <a:t>窗口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重叠设计：保障跨段落概念语义连续性</a:t>
            </a: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1D78702-31DA-5BF6-0D2A-4D8363605FC7}"/>
              </a:ext>
            </a:extLst>
          </p:cNvPr>
          <p:cNvGrpSpPr/>
          <p:nvPr/>
        </p:nvGrpSpPr>
        <p:grpSpPr>
          <a:xfrm>
            <a:off x="8317322" y="4810216"/>
            <a:ext cx="149793" cy="149793"/>
            <a:chOff x="7903639" y="4743289"/>
            <a:chExt cx="149793" cy="149793"/>
          </a:xfrm>
        </p:grpSpPr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5B24F1EB-C2AB-A4FE-C532-0699AE16103E}"/>
                </a:ext>
              </a:extLst>
            </p:cNvPr>
            <p:cNvSpPr/>
            <p:nvPr/>
          </p:nvSpPr>
          <p:spPr>
            <a:xfrm>
              <a:off x="7903639" y="474328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EDB7783F-269D-2A3E-F16A-47E287A0E3C2}"/>
                </a:ext>
              </a:extLst>
            </p:cNvPr>
            <p:cNvSpPr/>
            <p:nvPr/>
          </p:nvSpPr>
          <p:spPr>
            <a:xfrm>
              <a:off x="7937080" y="477947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CDA553D5-0EFF-0697-C5D0-033CE38D5FD5}"/>
              </a:ext>
            </a:extLst>
          </p:cNvPr>
          <p:cNvGrpSpPr/>
          <p:nvPr/>
        </p:nvGrpSpPr>
        <p:grpSpPr>
          <a:xfrm>
            <a:off x="8318987" y="2291658"/>
            <a:ext cx="139964" cy="139964"/>
            <a:chOff x="-873393" y="1299311"/>
            <a:chExt cx="718548" cy="718548"/>
          </a:xfrm>
        </p:grpSpPr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2AF80772-25C0-8825-E08E-3F48AB5AB037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B59623FD-6F9B-C61D-008E-D7B42DF39856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292E3E3-83DE-9C03-C6B4-E47EB23BD81E}"/>
              </a:ext>
            </a:extLst>
          </p:cNvPr>
          <p:cNvGrpSpPr/>
          <p:nvPr/>
        </p:nvGrpSpPr>
        <p:grpSpPr>
          <a:xfrm>
            <a:off x="8317322" y="5869980"/>
            <a:ext cx="149793" cy="149793"/>
            <a:chOff x="7903639" y="4743289"/>
            <a:chExt cx="149793" cy="149793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3F93B27-B523-23EC-6467-8DFB6119020E}"/>
                </a:ext>
              </a:extLst>
            </p:cNvPr>
            <p:cNvSpPr/>
            <p:nvPr/>
          </p:nvSpPr>
          <p:spPr>
            <a:xfrm>
              <a:off x="7903639" y="474328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5A331FD-FF0F-493E-3A67-8541F5B63365}"/>
                </a:ext>
              </a:extLst>
            </p:cNvPr>
            <p:cNvSpPr/>
            <p:nvPr/>
          </p:nvSpPr>
          <p:spPr>
            <a:xfrm>
              <a:off x="7937080" y="477947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536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568E6-E7D6-B7CE-10D3-6131FD9C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形状 100">
            <a:extLst>
              <a:ext uri="{FF2B5EF4-FFF2-40B4-BE49-F238E27FC236}">
                <a16:creationId xmlns:a16="http://schemas.microsoft.com/office/drawing/2014/main" id="{5612F09C-BF25-45BC-3B8D-1829FFE7571F}"/>
              </a:ext>
            </a:extLst>
          </p:cNvPr>
          <p:cNvSpPr/>
          <p:nvPr/>
        </p:nvSpPr>
        <p:spPr>
          <a:xfrm>
            <a:off x="8044325" y="3503031"/>
            <a:ext cx="3185463" cy="2344196"/>
          </a:xfrm>
          <a:custGeom>
            <a:avLst/>
            <a:gdLst>
              <a:gd name="connsiteX0" fmla="*/ 0 w 2132330"/>
              <a:gd name="connsiteY0" fmla="*/ 0 h 1946910"/>
              <a:gd name="connsiteX1" fmla="*/ 2132330 w 2132330"/>
              <a:gd name="connsiteY1" fmla="*/ 0 h 1946910"/>
              <a:gd name="connsiteX2" fmla="*/ 2132330 w 2132330"/>
              <a:gd name="connsiteY2" fmla="*/ 1946910 h 1946910"/>
              <a:gd name="connsiteX3" fmla="*/ 0 w 2132330"/>
              <a:gd name="connsiteY3" fmla="*/ 1946910 h 19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946910">
                <a:moveTo>
                  <a:pt x="0" y="0"/>
                </a:moveTo>
                <a:lnTo>
                  <a:pt x="2132330" y="0"/>
                </a:lnTo>
                <a:lnTo>
                  <a:pt x="2132330" y="1946910"/>
                </a:lnTo>
                <a:lnTo>
                  <a:pt x="0" y="194691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101600" dist="38100" dir="16200000" rotWithShape="0">
              <a:schemeClr val="tx1">
                <a:alpha val="9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6" name="任意形状 100">
            <a:extLst>
              <a:ext uri="{FF2B5EF4-FFF2-40B4-BE49-F238E27FC236}">
                <a16:creationId xmlns:a16="http://schemas.microsoft.com/office/drawing/2014/main" id="{7A04311D-E55C-2AA7-31E9-46B428E60101}"/>
              </a:ext>
            </a:extLst>
          </p:cNvPr>
          <p:cNvSpPr/>
          <p:nvPr/>
        </p:nvSpPr>
        <p:spPr>
          <a:xfrm>
            <a:off x="4490432" y="3500273"/>
            <a:ext cx="3185463" cy="2346954"/>
          </a:xfrm>
          <a:custGeom>
            <a:avLst/>
            <a:gdLst>
              <a:gd name="connsiteX0" fmla="*/ 0 w 2132330"/>
              <a:gd name="connsiteY0" fmla="*/ 0 h 1946910"/>
              <a:gd name="connsiteX1" fmla="*/ 2132330 w 2132330"/>
              <a:gd name="connsiteY1" fmla="*/ 0 h 1946910"/>
              <a:gd name="connsiteX2" fmla="*/ 2132330 w 2132330"/>
              <a:gd name="connsiteY2" fmla="*/ 1946910 h 1946910"/>
              <a:gd name="connsiteX3" fmla="*/ 0 w 2132330"/>
              <a:gd name="connsiteY3" fmla="*/ 1946910 h 19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946910">
                <a:moveTo>
                  <a:pt x="0" y="0"/>
                </a:moveTo>
                <a:lnTo>
                  <a:pt x="2132330" y="0"/>
                </a:lnTo>
                <a:lnTo>
                  <a:pt x="2132330" y="1946910"/>
                </a:lnTo>
                <a:lnTo>
                  <a:pt x="0" y="194691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101600" dist="38100" dir="16200000" rotWithShape="0">
              <a:schemeClr val="tx1">
                <a:alpha val="9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5EA89A-B97A-DDF6-39E4-782F8142CF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9" b="40451"/>
          <a:stretch>
            <a:fillRect/>
          </a:stretch>
        </p:blipFill>
        <p:spPr>
          <a:xfrm>
            <a:off x="923974" y="2354137"/>
            <a:ext cx="3184599" cy="998290"/>
          </a:xfrm>
          <a:prstGeom prst="rect">
            <a:avLst/>
          </a:prstGeom>
        </p:spPr>
      </p:pic>
      <p:sp>
        <p:nvSpPr>
          <p:cNvPr id="79" name="任意形状 78">
            <a:extLst>
              <a:ext uri="{FF2B5EF4-FFF2-40B4-BE49-F238E27FC236}">
                <a16:creationId xmlns:a16="http://schemas.microsoft.com/office/drawing/2014/main" id="{C2C71FC9-7346-6CB5-1C45-52803E7241EA}"/>
              </a:ext>
            </a:extLst>
          </p:cNvPr>
          <p:cNvSpPr/>
          <p:nvPr/>
        </p:nvSpPr>
        <p:spPr>
          <a:xfrm>
            <a:off x="923109" y="2210893"/>
            <a:ext cx="3185463" cy="1141534"/>
          </a:xfrm>
          <a:custGeom>
            <a:avLst/>
            <a:gdLst>
              <a:gd name="connsiteX0" fmla="*/ 1205230 w 2132329"/>
              <a:gd name="connsiteY0" fmla="*/ 127000 h 1009650"/>
              <a:gd name="connsiteX1" fmla="*/ 1066800 w 2132329"/>
              <a:gd name="connsiteY1" fmla="*/ 0 h 1009650"/>
              <a:gd name="connsiteX2" fmla="*/ 927100 w 2132329"/>
              <a:gd name="connsiteY2" fmla="*/ 127000 h 1009650"/>
              <a:gd name="connsiteX3" fmla="*/ 0 w 2132329"/>
              <a:gd name="connsiteY3" fmla="*/ 127000 h 1009650"/>
              <a:gd name="connsiteX4" fmla="*/ 0 w 2132329"/>
              <a:gd name="connsiteY4" fmla="*/ 1009650 h 1009650"/>
              <a:gd name="connsiteX5" fmla="*/ 2132330 w 2132329"/>
              <a:gd name="connsiteY5" fmla="*/ 1009650 h 1009650"/>
              <a:gd name="connsiteX6" fmla="*/ 2132330 w 2132329"/>
              <a:gd name="connsiteY6" fmla="*/ 12700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329" h="1009650">
                <a:moveTo>
                  <a:pt x="1205230" y="127000"/>
                </a:moveTo>
                <a:lnTo>
                  <a:pt x="1066800" y="0"/>
                </a:lnTo>
                <a:lnTo>
                  <a:pt x="927100" y="127000"/>
                </a:lnTo>
                <a:lnTo>
                  <a:pt x="0" y="127000"/>
                </a:lnTo>
                <a:lnTo>
                  <a:pt x="0" y="1009650"/>
                </a:lnTo>
                <a:lnTo>
                  <a:pt x="2132330" y="1009650"/>
                </a:lnTo>
                <a:lnTo>
                  <a:pt x="2132330" y="127000"/>
                </a:lnTo>
                <a:close/>
              </a:path>
            </a:pathLst>
          </a:custGeom>
          <a:solidFill>
            <a:schemeClr val="accent1">
              <a:alpha val="49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1659D-F5CC-E5B3-1446-6EC7B61D44D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38" b="11918"/>
          <a:stretch>
            <a:fillRect/>
          </a:stretch>
        </p:blipFill>
        <p:spPr>
          <a:xfrm>
            <a:off x="4491334" y="2354137"/>
            <a:ext cx="3185463" cy="998290"/>
          </a:xfrm>
          <a:prstGeom prst="rect">
            <a:avLst/>
          </a:prstGeom>
        </p:spPr>
      </p:pic>
      <p:sp>
        <p:nvSpPr>
          <p:cNvPr id="107" name="任意形状 106">
            <a:extLst>
              <a:ext uri="{FF2B5EF4-FFF2-40B4-BE49-F238E27FC236}">
                <a16:creationId xmlns:a16="http://schemas.microsoft.com/office/drawing/2014/main" id="{C9DB320A-CFA6-5894-6C13-A8A96B1734BA}"/>
              </a:ext>
            </a:extLst>
          </p:cNvPr>
          <p:cNvSpPr/>
          <p:nvPr/>
        </p:nvSpPr>
        <p:spPr>
          <a:xfrm>
            <a:off x="4491333" y="2210893"/>
            <a:ext cx="3185464" cy="1141534"/>
          </a:xfrm>
          <a:custGeom>
            <a:avLst/>
            <a:gdLst>
              <a:gd name="connsiteX0" fmla="*/ 1205230 w 2132329"/>
              <a:gd name="connsiteY0" fmla="*/ 127000 h 1009650"/>
              <a:gd name="connsiteX1" fmla="*/ 1065530 w 2132329"/>
              <a:gd name="connsiteY1" fmla="*/ 0 h 1009650"/>
              <a:gd name="connsiteX2" fmla="*/ 927100 w 2132329"/>
              <a:gd name="connsiteY2" fmla="*/ 127000 h 1009650"/>
              <a:gd name="connsiteX3" fmla="*/ 0 w 2132329"/>
              <a:gd name="connsiteY3" fmla="*/ 127000 h 1009650"/>
              <a:gd name="connsiteX4" fmla="*/ 0 w 2132329"/>
              <a:gd name="connsiteY4" fmla="*/ 1009650 h 1009650"/>
              <a:gd name="connsiteX5" fmla="*/ 2132330 w 2132329"/>
              <a:gd name="connsiteY5" fmla="*/ 1009650 h 1009650"/>
              <a:gd name="connsiteX6" fmla="*/ 2132330 w 2132329"/>
              <a:gd name="connsiteY6" fmla="*/ 12700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329" h="1009650">
                <a:moveTo>
                  <a:pt x="1205230" y="127000"/>
                </a:moveTo>
                <a:lnTo>
                  <a:pt x="1065530" y="0"/>
                </a:lnTo>
                <a:lnTo>
                  <a:pt x="927100" y="127000"/>
                </a:lnTo>
                <a:lnTo>
                  <a:pt x="0" y="127000"/>
                </a:lnTo>
                <a:lnTo>
                  <a:pt x="0" y="1009650"/>
                </a:lnTo>
                <a:lnTo>
                  <a:pt x="2132330" y="1009650"/>
                </a:lnTo>
                <a:lnTo>
                  <a:pt x="2132330" y="127000"/>
                </a:lnTo>
                <a:close/>
              </a:path>
            </a:pathLst>
          </a:custGeom>
          <a:solidFill>
            <a:schemeClr val="accent3">
              <a:alpha val="48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CBAFC79-7E0D-92C1-15A2-7C6C5142B63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88" b="13635"/>
          <a:stretch>
            <a:fillRect/>
          </a:stretch>
        </p:blipFill>
        <p:spPr>
          <a:xfrm>
            <a:off x="8044325" y="2354138"/>
            <a:ext cx="3185465" cy="998290"/>
          </a:xfrm>
          <a:prstGeom prst="rect">
            <a:avLst/>
          </a:prstGeom>
        </p:spPr>
      </p:pic>
      <p:sp>
        <p:nvSpPr>
          <p:cNvPr id="101" name="任意形状 100">
            <a:extLst>
              <a:ext uri="{FF2B5EF4-FFF2-40B4-BE49-F238E27FC236}">
                <a16:creationId xmlns:a16="http://schemas.microsoft.com/office/drawing/2014/main" id="{828E6B4D-0DA8-E135-EDE6-419A06F97484}"/>
              </a:ext>
            </a:extLst>
          </p:cNvPr>
          <p:cNvSpPr/>
          <p:nvPr/>
        </p:nvSpPr>
        <p:spPr>
          <a:xfrm>
            <a:off x="923108" y="3511327"/>
            <a:ext cx="3185463" cy="2420317"/>
          </a:xfrm>
          <a:custGeom>
            <a:avLst/>
            <a:gdLst>
              <a:gd name="connsiteX0" fmla="*/ 0 w 2132330"/>
              <a:gd name="connsiteY0" fmla="*/ 0 h 1946910"/>
              <a:gd name="connsiteX1" fmla="*/ 2132330 w 2132330"/>
              <a:gd name="connsiteY1" fmla="*/ 0 h 1946910"/>
              <a:gd name="connsiteX2" fmla="*/ 2132330 w 2132330"/>
              <a:gd name="connsiteY2" fmla="*/ 1946910 h 1946910"/>
              <a:gd name="connsiteX3" fmla="*/ 0 w 2132330"/>
              <a:gd name="connsiteY3" fmla="*/ 1946910 h 19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946910">
                <a:moveTo>
                  <a:pt x="0" y="0"/>
                </a:moveTo>
                <a:lnTo>
                  <a:pt x="2132330" y="0"/>
                </a:lnTo>
                <a:lnTo>
                  <a:pt x="2132330" y="1946910"/>
                </a:lnTo>
                <a:lnTo>
                  <a:pt x="0" y="194691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  <a:effectLst>
            <a:outerShdw blurRad="101600" dist="38100" dir="16200000" rotWithShape="0">
              <a:schemeClr val="tx1">
                <a:alpha val="9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4A95BDB6-8BF5-8C3F-DCBA-561D3B88219A}"/>
              </a:ext>
            </a:extLst>
          </p:cNvPr>
          <p:cNvSpPr/>
          <p:nvPr/>
        </p:nvSpPr>
        <p:spPr>
          <a:xfrm>
            <a:off x="919175" y="1400962"/>
            <a:ext cx="10306680" cy="497256"/>
          </a:xfrm>
          <a:custGeom>
            <a:avLst/>
            <a:gdLst>
              <a:gd name="connsiteX0" fmla="*/ 11531600 w 11531600"/>
              <a:gd name="connsiteY0" fmla="*/ 391160 h 782320"/>
              <a:gd name="connsiteX1" fmla="*/ 11266170 w 11531600"/>
              <a:gd name="connsiteY1" fmla="*/ 0 h 782320"/>
              <a:gd name="connsiteX2" fmla="*/ 11266170 w 11531600"/>
              <a:gd name="connsiteY2" fmla="*/ 185420 h 782320"/>
              <a:gd name="connsiteX3" fmla="*/ 0 w 11531600"/>
              <a:gd name="connsiteY3" fmla="*/ 185420 h 782320"/>
              <a:gd name="connsiteX4" fmla="*/ 0 w 11531600"/>
              <a:gd name="connsiteY4" fmla="*/ 596900 h 782320"/>
              <a:gd name="connsiteX5" fmla="*/ 11266170 w 11531600"/>
              <a:gd name="connsiteY5" fmla="*/ 596900 h 782320"/>
              <a:gd name="connsiteX6" fmla="*/ 11266170 w 11531600"/>
              <a:gd name="connsiteY6" fmla="*/ 782320 h 78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31600" h="782320">
                <a:moveTo>
                  <a:pt x="11531600" y="391160"/>
                </a:moveTo>
                <a:lnTo>
                  <a:pt x="11266170" y="0"/>
                </a:lnTo>
                <a:lnTo>
                  <a:pt x="11266170" y="185420"/>
                </a:lnTo>
                <a:lnTo>
                  <a:pt x="0" y="185420"/>
                </a:lnTo>
                <a:lnTo>
                  <a:pt x="0" y="596900"/>
                </a:lnTo>
                <a:lnTo>
                  <a:pt x="11266170" y="596900"/>
                </a:lnTo>
                <a:lnTo>
                  <a:pt x="11266170" y="78232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9000">
                <a:schemeClr val="accent4"/>
              </a:gs>
            </a:gsLst>
            <a:lin ang="1080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5EB56078-6D8E-7E66-3ED5-F2E7D2CCC952}"/>
              </a:ext>
            </a:extLst>
          </p:cNvPr>
          <p:cNvSpPr/>
          <p:nvPr/>
        </p:nvSpPr>
        <p:spPr>
          <a:xfrm>
            <a:off x="2097713" y="1218737"/>
            <a:ext cx="830046" cy="830046"/>
          </a:xfrm>
          <a:custGeom>
            <a:avLst/>
            <a:gdLst>
              <a:gd name="connsiteX0" fmla="*/ 1018540 w 1018539"/>
              <a:gd name="connsiteY0" fmla="*/ 509270 h 1018539"/>
              <a:gd name="connsiteX1" fmla="*/ 509270 w 1018539"/>
              <a:gd name="connsiteY1" fmla="*/ 1018540 h 1018539"/>
              <a:gd name="connsiteX2" fmla="*/ 0 w 1018539"/>
              <a:gd name="connsiteY2" fmla="*/ 509270 h 1018539"/>
              <a:gd name="connsiteX3" fmla="*/ 509270 w 1018539"/>
              <a:gd name="connsiteY3" fmla="*/ 0 h 1018539"/>
              <a:gd name="connsiteX4" fmla="*/ 1018540 w 1018539"/>
              <a:gd name="connsiteY4" fmla="*/ 509270 h 101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539" h="1018539">
                <a:moveTo>
                  <a:pt x="1018540" y="509270"/>
                </a:moveTo>
                <a:cubicBezTo>
                  <a:pt x="1018540" y="790532"/>
                  <a:pt x="790532" y="1018540"/>
                  <a:pt x="509270" y="1018540"/>
                </a:cubicBezTo>
                <a:cubicBezTo>
                  <a:pt x="228008" y="1018540"/>
                  <a:pt x="0" y="790532"/>
                  <a:pt x="0" y="509270"/>
                </a:cubicBezTo>
                <a:cubicBezTo>
                  <a:pt x="0" y="228008"/>
                  <a:pt x="228008" y="0"/>
                  <a:pt x="509270" y="0"/>
                </a:cubicBezTo>
                <a:cubicBezTo>
                  <a:pt x="790532" y="0"/>
                  <a:pt x="1018540" y="228008"/>
                  <a:pt x="1018540" y="509270"/>
                </a:cubicBezTo>
                <a:close/>
              </a:path>
            </a:pathLst>
          </a:custGeom>
          <a:solidFill>
            <a:srgbClr val="912C8D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step1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5" name="任意形状 84">
            <a:extLst>
              <a:ext uri="{FF2B5EF4-FFF2-40B4-BE49-F238E27FC236}">
                <a16:creationId xmlns:a16="http://schemas.microsoft.com/office/drawing/2014/main" id="{39DBB835-FCF6-CBCB-58BA-267921069EA6}"/>
              </a:ext>
            </a:extLst>
          </p:cNvPr>
          <p:cNvSpPr/>
          <p:nvPr/>
        </p:nvSpPr>
        <p:spPr>
          <a:xfrm>
            <a:off x="919175" y="5847227"/>
            <a:ext cx="3185464" cy="16309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1" name="任意形状 110">
            <a:extLst>
              <a:ext uri="{FF2B5EF4-FFF2-40B4-BE49-F238E27FC236}">
                <a16:creationId xmlns:a16="http://schemas.microsoft.com/office/drawing/2014/main" id="{1A47B32B-2C04-D818-5F18-2654B4AD4F1B}"/>
              </a:ext>
            </a:extLst>
          </p:cNvPr>
          <p:cNvSpPr/>
          <p:nvPr/>
        </p:nvSpPr>
        <p:spPr>
          <a:xfrm>
            <a:off x="8044324" y="2220073"/>
            <a:ext cx="3185466" cy="1132354"/>
          </a:xfrm>
          <a:custGeom>
            <a:avLst/>
            <a:gdLst>
              <a:gd name="connsiteX0" fmla="*/ 1205230 w 2132329"/>
              <a:gd name="connsiteY0" fmla="*/ 127000 h 1009650"/>
              <a:gd name="connsiteX1" fmla="*/ 1065530 w 2132329"/>
              <a:gd name="connsiteY1" fmla="*/ 0 h 1009650"/>
              <a:gd name="connsiteX2" fmla="*/ 927100 w 2132329"/>
              <a:gd name="connsiteY2" fmla="*/ 127000 h 1009650"/>
              <a:gd name="connsiteX3" fmla="*/ 0 w 2132329"/>
              <a:gd name="connsiteY3" fmla="*/ 127000 h 1009650"/>
              <a:gd name="connsiteX4" fmla="*/ 0 w 2132329"/>
              <a:gd name="connsiteY4" fmla="*/ 1009650 h 1009650"/>
              <a:gd name="connsiteX5" fmla="*/ 2132330 w 2132329"/>
              <a:gd name="connsiteY5" fmla="*/ 1009650 h 1009650"/>
              <a:gd name="connsiteX6" fmla="*/ 2132330 w 2132329"/>
              <a:gd name="connsiteY6" fmla="*/ 12700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329" h="1009650">
                <a:moveTo>
                  <a:pt x="1205230" y="127000"/>
                </a:moveTo>
                <a:lnTo>
                  <a:pt x="1065530" y="0"/>
                </a:lnTo>
                <a:lnTo>
                  <a:pt x="927100" y="127000"/>
                </a:lnTo>
                <a:lnTo>
                  <a:pt x="0" y="127000"/>
                </a:lnTo>
                <a:lnTo>
                  <a:pt x="0" y="1009650"/>
                </a:lnTo>
                <a:lnTo>
                  <a:pt x="2132330" y="1009650"/>
                </a:lnTo>
                <a:lnTo>
                  <a:pt x="2132330" y="127000"/>
                </a:lnTo>
                <a:close/>
              </a:path>
            </a:pathLst>
          </a:custGeom>
          <a:solidFill>
            <a:schemeClr val="accent4">
              <a:alpha val="39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CA908955-A73E-5A12-0A70-5361EA859104}"/>
              </a:ext>
            </a:extLst>
          </p:cNvPr>
          <p:cNvSpPr/>
          <p:nvPr/>
        </p:nvSpPr>
        <p:spPr>
          <a:xfrm>
            <a:off x="1473571" y="3798771"/>
            <a:ext cx="1922552" cy="311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检索规划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A7CE679-7A8A-C62A-88AE-970747971F49}"/>
              </a:ext>
            </a:extLst>
          </p:cNvPr>
          <p:cNvSpPr txBox="1"/>
          <p:nvPr/>
        </p:nvSpPr>
        <p:spPr>
          <a:xfrm>
            <a:off x="1248725" y="4214549"/>
            <a:ext cx="2506529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LLM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分析代码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diff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，输出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&lt;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tool_calls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&gt; JSON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数组规划检索工具调用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4A9037ED-C7C4-A995-2223-B6F2D6499F83}"/>
              </a:ext>
            </a:extLst>
          </p:cNvPr>
          <p:cNvSpPr/>
          <p:nvPr/>
        </p:nvSpPr>
        <p:spPr>
          <a:xfrm>
            <a:off x="5121887" y="3756826"/>
            <a:ext cx="1922552" cy="311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执行检索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2C12AE8A-EBDA-20CE-B1EB-941D33A8EDAE}"/>
              </a:ext>
            </a:extLst>
          </p:cNvPr>
          <p:cNvSpPr/>
          <p:nvPr/>
        </p:nvSpPr>
        <p:spPr>
          <a:xfrm>
            <a:off x="8675780" y="3756826"/>
            <a:ext cx="1922552" cy="311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A69B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问题生成</a:t>
            </a:r>
          </a:p>
        </p:txBody>
      </p:sp>
      <p:sp>
        <p:nvSpPr>
          <p:cNvPr id="53" name="小李PPT1">
            <a:extLst>
              <a:ext uri="{FF2B5EF4-FFF2-40B4-BE49-F238E27FC236}">
                <a16:creationId xmlns:a16="http://schemas.microsoft.com/office/drawing/2014/main" id="{4970394D-BF83-1001-CED6-880084970124}"/>
              </a:ext>
            </a:extLst>
          </p:cNvPr>
          <p:cNvSpPr txBox="1"/>
          <p:nvPr/>
        </p:nvSpPr>
        <p:spPr>
          <a:xfrm>
            <a:off x="363836" y="244861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出题流程：先规划，再检索，再生成</a:t>
            </a:r>
          </a:p>
        </p:txBody>
      </p:sp>
      <p:cxnSp>
        <p:nvCxnSpPr>
          <p:cNvPr id="54" name="直线连接符 3">
            <a:extLst>
              <a:ext uri="{FF2B5EF4-FFF2-40B4-BE49-F238E27FC236}">
                <a16:creationId xmlns:a16="http://schemas.microsoft.com/office/drawing/2014/main" id="{1B48F1EF-6DD3-8B98-6B41-BA5FED70A15F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图片 54">
            <a:extLst>
              <a:ext uri="{FF2B5EF4-FFF2-40B4-BE49-F238E27FC236}">
                <a16:creationId xmlns:a16="http://schemas.microsoft.com/office/drawing/2014/main" id="{4B1800D3-44D4-5BC0-0ACD-04B2AB5EA01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58" name="任意形状 84">
            <a:extLst>
              <a:ext uri="{FF2B5EF4-FFF2-40B4-BE49-F238E27FC236}">
                <a16:creationId xmlns:a16="http://schemas.microsoft.com/office/drawing/2014/main" id="{9ECF37EB-9ACF-A34C-345C-D5F1EF7CC16A}"/>
              </a:ext>
            </a:extLst>
          </p:cNvPr>
          <p:cNvSpPr/>
          <p:nvPr/>
        </p:nvSpPr>
        <p:spPr>
          <a:xfrm>
            <a:off x="4490432" y="5847227"/>
            <a:ext cx="3185464" cy="16309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rgbClr val="68A4C6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9" name="任意形状 84">
            <a:extLst>
              <a:ext uri="{FF2B5EF4-FFF2-40B4-BE49-F238E27FC236}">
                <a16:creationId xmlns:a16="http://schemas.microsoft.com/office/drawing/2014/main" id="{890CDB62-F0CF-63D2-4872-2B4EC4ACF325}"/>
              </a:ext>
            </a:extLst>
          </p:cNvPr>
          <p:cNvSpPr/>
          <p:nvPr/>
        </p:nvSpPr>
        <p:spPr>
          <a:xfrm>
            <a:off x="8040391" y="5847227"/>
            <a:ext cx="3185464" cy="16309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rgbClr val="6A69B6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0" name="任意形状 72">
            <a:extLst>
              <a:ext uri="{FF2B5EF4-FFF2-40B4-BE49-F238E27FC236}">
                <a16:creationId xmlns:a16="http://schemas.microsoft.com/office/drawing/2014/main" id="{B64F53C3-E2F7-5620-D70E-07DD1F22D001}"/>
              </a:ext>
            </a:extLst>
          </p:cNvPr>
          <p:cNvSpPr/>
          <p:nvPr/>
        </p:nvSpPr>
        <p:spPr>
          <a:xfrm>
            <a:off x="5668140" y="1218737"/>
            <a:ext cx="830046" cy="830046"/>
          </a:xfrm>
          <a:custGeom>
            <a:avLst/>
            <a:gdLst>
              <a:gd name="connsiteX0" fmla="*/ 1018540 w 1018539"/>
              <a:gd name="connsiteY0" fmla="*/ 509270 h 1018539"/>
              <a:gd name="connsiteX1" fmla="*/ 509270 w 1018539"/>
              <a:gd name="connsiteY1" fmla="*/ 1018540 h 1018539"/>
              <a:gd name="connsiteX2" fmla="*/ 0 w 1018539"/>
              <a:gd name="connsiteY2" fmla="*/ 509270 h 1018539"/>
              <a:gd name="connsiteX3" fmla="*/ 509270 w 1018539"/>
              <a:gd name="connsiteY3" fmla="*/ 0 h 1018539"/>
              <a:gd name="connsiteX4" fmla="*/ 1018540 w 1018539"/>
              <a:gd name="connsiteY4" fmla="*/ 509270 h 101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539" h="1018539">
                <a:moveTo>
                  <a:pt x="1018540" y="509270"/>
                </a:moveTo>
                <a:cubicBezTo>
                  <a:pt x="1018540" y="790532"/>
                  <a:pt x="790532" y="1018540"/>
                  <a:pt x="509270" y="1018540"/>
                </a:cubicBezTo>
                <a:cubicBezTo>
                  <a:pt x="228008" y="1018540"/>
                  <a:pt x="0" y="790532"/>
                  <a:pt x="0" y="509270"/>
                </a:cubicBezTo>
                <a:cubicBezTo>
                  <a:pt x="0" y="228008"/>
                  <a:pt x="228008" y="0"/>
                  <a:pt x="509270" y="0"/>
                </a:cubicBezTo>
                <a:cubicBezTo>
                  <a:pt x="790532" y="0"/>
                  <a:pt x="1018540" y="228008"/>
                  <a:pt x="1018540" y="509270"/>
                </a:cubicBezTo>
                <a:close/>
              </a:path>
            </a:pathLst>
          </a:custGeom>
          <a:solidFill>
            <a:srgbClr val="68A4C6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step2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1" name="任意形状 72">
            <a:extLst>
              <a:ext uri="{FF2B5EF4-FFF2-40B4-BE49-F238E27FC236}">
                <a16:creationId xmlns:a16="http://schemas.microsoft.com/office/drawing/2014/main" id="{2CAA533B-06A4-CDF3-7DF3-770810C24385}"/>
              </a:ext>
            </a:extLst>
          </p:cNvPr>
          <p:cNvSpPr/>
          <p:nvPr/>
        </p:nvSpPr>
        <p:spPr>
          <a:xfrm>
            <a:off x="9222033" y="1218737"/>
            <a:ext cx="830046" cy="830046"/>
          </a:xfrm>
          <a:custGeom>
            <a:avLst/>
            <a:gdLst>
              <a:gd name="connsiteX0" fmla="*/ 1018540 w 1018539"/>
              <a:gd name="connsiteY0" fmla="*/ 509270 h 1018539"/>
              <a:gd name="connsiteX1" fmla="*/ 509270 w 1018539"/>
              <a:gd name="connsiteY1" fmla="*/ 1018540 h 1018539"/>
              <a:gd name="connsiteX2" fmla="*/ 0 w 1018539"/>
              <a:gd name="connsiteY2" fmla="*/ 509270 h 1018539"/>
              <a:gd name="connsiteX3" fmla="*/ 509270 w 1018539"/>
              <a:gd name="connsiteY3" fmla="*/ 0 h 1018539"/>
              <a:gd name="connsiteX4" fmla="*/ 1018540 w 1018539"/>
              <a:gd name="connsiteY4" fmla="*/ 509270 h 101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8539" h="1018539">
                <a:moveTo>
                  <a:pt x="1018540" y="509270"/>
                </a:moveTo>
                <a:cubicBezTo>
                  <a:pt x="1018540" y="790532"/>
                  <a:pt x="790532" y="1018540"/>
                  <a:pt x="509270" y="1018540"/>
                </a:cubicBezTo>
                <a:cubicBezTo>
                  <a:pt x="228008" y="1018540"/>
                  <a:pt x="0" y="790532"/>
                  <a:pt x="0" y="509270"/>
                </a:cubicBezTo>
                <a:cubicBezTo>
                  <a:pt x="0" y="228008"/>
                  <a:pt x="228008" y="0"/>
                  <a:pt x="509270" y="0"/>
                </a:cubicBezTo>
                <a:cubicBezTo>
                  <a:pt x="790532" y="0"/>
                  <a:pt x="1018540" y="228008"/>
                  <a:pt x="1018540" y="509270"/>
                </a:cubicBezTo>
                <a:close/>
              </a:path>
            </a:pathLst>
          </a:custGeom>
          <a:solidFill>
            <a:srgbClr val="6A69B6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step3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CDA2CDC-DF6F-DB80-E2FC-E26785A8689D}"/>
              </a:ext>
            </a:extLst>
          </p:cNvPr>
          <p:cNvSpPr txBox="1"/>
          <p:nvPr/>
        </p:nvSpPr>
        <p:spPr>
          <a:xfrm>
            <a:off x="4831518" y="4214549"/>
            <a:ext cx="2506529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检索查询包含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OS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类型、概念名和实现语境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返回课程资料片段</a:t>
            </a: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FA88DB3-C1EB-F95C-15ED-FA13718FD2F6}"/>
              </a:ext>
            </a:extLst>
          </p:cNvPr>
          <p:cNvSpPr txBox="1"/>
          <p:nvPr/>
        </p:nvSpPr>
        <p:spPr>
          <a:xfrm>
            <a:off x="8385419" y="4214549"/>
            <a:ext cx="2506529" cy="116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融合实验要求、检索结果、代码变更摘要生成口试问题</a:t>
            </a: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ADDB9EE6-4E7A-1CC7-887B-52AFE3844ED5}"/>
              </a:ext>
            </a:extLst>
          </p:cNvPr>
          <p:cNvGrpSpPr/>
          <p:nvPr/>
        </p:nvGrpSpPr>
        <p:grpSpPr>
          <a:xfrm>
            <a:off x="4889427" y="4368175"/>
            <a:ext cx="139964" cy="139964"/>
            <a:chOff x="-873393" y="1299311"/>
            <a:chExt cx="718548" cy="718548"/>
          </a:xfrm>
        </p:grpSpPr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7569B728-D1F2-BD0B-5684-8975CD744CA0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A0B2E032-25E9-D189-65BA-45CE47550925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4D6A40C9-387A-9F41-B424-F9F2B2660E64}"/>
              </a:ext>
            </a:extLst>
          </p:cNvPr>
          <p:cNvGrpSpPr/>
          <p:nvPr/>
        </p:nvGrpSpPr>
        <p:grpSpPr>
          <a:xfrm>
            <a:off x="4889427" y="5113121"/>
            <a:ext cx="139964" cy="139964"/>
            <a:chOff x="-873393" y="1299311"/>
            <a:chExt cx="718548" cy="718548"/>
          </a:xfrm>
        </p:grpSpPr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7F676968-6C76-6B03-5D9B-78189DDE3A4D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47A47B8C-572A-2AF1-C1C4-9F7DF69E6DAD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4FE990F4-B00F-E518-20C6-E35472DDDF6D}"/>
              </a:ext>
            </a:extLst>
          </p:cNvPr>
          <p:cNvGrpSpPr/>
          <p:nvPr/>
        </p:nvGrpSpPr>
        <p:grpSpPr>
          <a:xfrm>
            <a:off x="8442225" y="4370615"/>
            <a:ext cx="139964" cy="139964"/>
            <a:chOff x="-873393" y="1299311"/>
            <a:chExt cx="718548" cy="718548"/>
          </a:xfrm>
        </p:grpSpPr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1DA5C3B7-9E67-2C93-6950-552D3F0ABC08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CCD5929D-68F6-DF52-C5B4-A935F243D257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D54724FB-5187-2725-C8F9-F05E3A97939B}"/>
              </a:ext>
            </a:extLst>
          </p:cNvPr>
          <p:cNvGrpSpPr/>
          <p:nvPr/>
        </p:nvGrpSpPr>
        <p:grpSpPr>
          <a:xfrm>
            <a:off x="1305642" y="4363529"/>
            <a:ext cx="139964" cy="139964"/>
            <a:chOff x="-873393" y="1299311"/>
            <a:chExt cx="718548" cy="718548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E2566978-CB99-CE55-484C-94B1A87E38B5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E835FC50-B6D6-7ECA-7A80-8BA33B07CCB1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7447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7C9D3-8FBD-D81B-E96D-AE17E994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0">
            <a:extLst>
              <a:ext uri="{FF2B5EF4-FFF2-40B4-BE49-F238E27FC236}">
                <a16:creationId xmlns:a16="http://schemas.microsoft.com/office/drawing/2014/main" id="{2593D0F2-8377-AFC2-DCE8-9BCABF8A0F4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707040" y="2221992"/>
            <a:ext cx="10436421" cy="4084827"/>
          </a:xfrm>
          <a:prstGeom prst="roundRect">
            <a:avLst>
              <a:gd name="adj" fmla="val 1857"/>
            </a:avLst>
          </a:prstGeom>
          <a:solidFill>
            <a:srgbClr val="FFFFFF">
              <a:alpha val="83000"/>
            </a:srgbClr>
          </a:solidFill>
          <a:ln w="9525">
            <a:noFill/>
          </a:ln>
          <a:effectLst>
            <a:outerShdw blurRad="254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D343D3-5B74-7BD6-A1C3-F68FF8DF5F88}"/>
              </a:ext>
            </a:extLst>
          </p:cNvPr>
          <p:cNvSpPr txBox="1"/>
          <p:nvPr/>
        </p:nvSpPr>
        <p:spPr>
          <a:xfrm>
            <a:off x="707047" y="1274579"/>
            <a:ext cx="1043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设计思想：借鉴</a:t>
            </a:r>
            <a:r>
              <a:rPr lang="en-US" altLang="zh-CN" dirty="0"/>
              <a:t>LLM-Council</a:t>
            </a:r>
            <a:r>
              <a:rPr lang="zh-CN" altLang="en-US" dirty="0"/>
              <a:t>，模拟学术评审中独立审稿，同行讨论，主编决策的成熟流程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D179C7-94D5-E250-047F-407AACA85DEC}"/>
              </a:ext>
            </a:extLst>
          </p:cNvPr>
          <p:cNvSpPr txBox="1"/>
          <p:nvPr/>
        </p:nvSpPr>
        <p:spPr>
          <a:xfrm>
            <a:off x="1998521" y="2501821"/>
            <a:ext cx="8536040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组成结构：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en-US" altLang="zh-CN" sz="1600" dirty="0"/>
              <a:t>4</a:t>
            </a:r>
            <a:r>
              <a:rPr lang="zh-CN" altLang="en-US" sz="1600" dirty="0"/>
              <a:t>个教师模型作为评分委员会</a:t>
            </a:r>
            <a:endParaRPr lang="en-US" altLang="zh-CN" sz="1600" dirty="0"/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en-US" altLang="zh-CN" sz="1600" dirty="0"/>
              <a:t>1</a:t>
            </a:r>
            <a:r>
              <a:rPr lang="zh-CN" altLang="en-US" sz="1600" dirty="0"/>
              <a:t>个主席模型综合所有信息，进行结构化反馈</a:t>
            </a:r>
            <a:endParaRPr lang="en-US" altLang="zh-CN" sz="1600" dirty="0"/>
          </a:p>
        </p:txBody>
      </p:sp>
      <p:sp>
        <p:nvSpPr>
          <p:cNvPr id="24" name="菱形 23">
            <a:extLst>
              <a:ext uri="{FF2B5EF4-FFF2-40B4-BE49-F238E27FC236}">
                <a16:creationId xmlns:a16="http://schemas.microsoft.com/office/drawing/2014/main" id="{0C18CFBF-3B16-603A-F2F6-8752813C7734}"/>
              </a:ext>
            </a:extLst>
          </p:cNvPr>
          <p:cNvSpPr/>
          <p:nvPr/>
        </p:nvSpPr>
        <p:spPr>
          <a:xfrm>
            <a:off x="1048539" y="2632521"/>
            <a:ext cx="768112" cy="757295"/>
          </a:xfrm>
          <a:prstGeom prst="diamond">
            <a:avLst/>
          </a:prstGeom>
          <a:solidFill>
            <a:srgbClr val="912C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31CF1C-1819-45C3-7149-908D562397EB}"/>
              </a:ext>
            </a:extLst>
          </p:cNvPr>
          <p:cNvSpPr txBox="1"/>
          <p:nvPr/>
        </p:nvSpPr>
        <p:spPr>
          <a:xfrm>
            <a:off x="1998521" y="4285466"/>
            <a:ext cx="8255732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评分流程：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zh-CN" altLang="en-US" sz="1600" dirty="0"/>
              <a:t>三阶段评价而非简单投票</a:t>
            </a: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zh-CN" altLang="en-US" sz="1600" dirty="0"/>
              <a:t>保留多样性判断，过滤个体偏见，避免多模型“中庸化”</a:t>
            </a:r>
            <a:endParaRPr lang="en-US" altLang="zh-CN" sz="1600" dirty="0"/>
          </a:p>
        </p:txBody>
      </p:sp>
      <p:sp>
        <p:nvSpPr>
          <p:cNvPr id="28" name="菱形 27">
            <a:extLst>
              <a:ext uri="{FF2B5EF4-FFF2-40B4-BE49-F238E27FC236}">
                <a16:creationId xmlns:a16="http://schemas.microsoft.com/office/drawing/2014/main" id="{9ABD93A5-D123-4EE8-8976-3A54D9B23E22}"/>
              </a:ext>
            </a:extLst>
          </p:cNvPr>
          <p:cNvSpPr/>
          <p:nvPr/>
        </p:nvSpPr>
        <p:spPr>
          <a:xfrm>
            <a:off x="1048538" y="4361302"/>
            <a:ext cx="768113" cy="757296"/>
          </a:xfrm>
          <a:prstGeom prst="diamond">
            <a:avLst/>
          </a:prstGeom>
          <a:solidFill>
            <a:srgbClr val="68A4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BB3C265-15AE-BB6E-2B56-BDCBDD72A832}"/>
              </a:ext>
            </a:extLst>
          </p:cNvPr>
          <p:cNvSpPr txBox="1"/>
          <p:nvPr/>
        </p:nvSpPr>
        <p:spPr>
          <a:xfrm>
            <a:off x="7579906" y="582387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b="1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输入图片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名称输入图片名称</a:t>
            </a:r>
          </a:p>
        </p:txBody>
      </p:sp>
      <p:sp>
        <p:nvSpPr>
          <p:cNvPr id="21" name="小李PPT1">
            <a:extLst>
              <a:ext uri="{FF2B5EF4-FFF2-40B4-BE49-F238E27FC236}">
                <a16:creationId xmlns:a16="http://schemas.microsoft.com/office/drawing/2014/main" id="{583CF0AF-545D-AC9E-8490-472C0AD8BC89}"/>
              </a:ext>
            </a:extLst>
          </p:cNvPr>
          <p:cNvSpPr txBox="1"/>
          <p:nvPr/>
        </p:nvSpPr>
        <p:spPr>
          <a:xfrm>
            <a:off x="363836" y="244861"/>
            <a:ext cx="2743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多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协作评分</a:t>
            </a:r>
          </a:p>
        </p:txBody>
      </p:sp>
      <p:cxnSp>
        <p:nvCxnSpPr>
          <p:cNvPr id="22" name="直线连接符 3">
            <a:extLst>
              <a:ext uri="{FF2B5EF4-FFF2-40B4-BE49-F238E27FC236}">
                <a16:creationId xmlns:a16="http://schemas.microsoft.com/office/drawing/2014/main" id="{3F530137-91E3-CBEE-DA24-14D6ED901FAB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C0E94153-FABF-9CB0-4BD4-1C0C5DA6494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04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A7F34-031D-DB17-AC1A-9E3CA708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0">
            <a:extLst>
              <a:ext uri="{FF2B5EF4-FFF2-40B4-BE49-F238E27FC236}">
                <a16:creationId xmlns:a16="http://schemas.microsoft.com/office/drawing/2014/main" id="{12AE5CEE-30CC-4A11-2DDA-4EA2D34581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707038" y="1167021"/>
            <a:ext cx="10436421" cy="5446113"/>
          </a:xfrm>
          <a:prstGeom prst="roundRect">
            <a:avLst>
              <a:gd name="adj" fmla="val 1857"/>
            </a:avLst>
          </a:prstGeom>
          <a:solidFill>
            <a:srgbClr val="FFFFFF">
              <a:alpha val="83000"/>
            </a:srgbClr>
          </a:solidFill>
          <a:ln w="9525">
            <a:noFill/>
          </a:ln>
          <a:effectLst>
            <a:outerShdw blurRad="254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AC73D3-4354-23A9-BD56-57F514A83650}"/>
              </a:ext>
            </a:extLst>
          </p:cNvPr>
          <p:cNvSpPr txBox="1"/>
          <p:nvPr/>
        </p:nvSpPr>
        <p:spPr>
          <a:xfrm>
            <a:off x="1998521" y="1456794"/>
            <a:ext cx="8536040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独立评分与报告生成：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zh-CN" altLang="en-US" sz="1600" dirty="0"/>
              <a:t>并行请求所有教师模型，保留独立判断多样性</a:t>
            </a:r>
            <a:endParaRPr lang="en-US" altLang="zh-CN" sz="1600" dirty="0"/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zh-CN" altLang="en-US" sz="1600" dirty="0"/>
              <a:t>规则化保留结果</a:t>
            </a:r>
            <a:endParaRPr lang="en-US" altLang="zh-CN" sz="1600" dirty="0"/>
          </a:p>
        </p:txBody>
      </p:sp>
      <p:sp>
        <p:nvSpPr>
          <p:cNvPr id="24" name="菱形 23">
            <a:extLst>
              <a:ext uri="{FF2B5EF4-FFF2-40B4-BE49-F238E27FC236}">
                <a16:creationId xmlns:a16="http://schemas.microsoft.com/office/drawing/2014/main" id="{9F15B631-1588-46A6-EA48-E193FEEC8F94}"/>
              </a:ext>
            </a:extLst>
          </p:cNvPr>
          <p:cNvSpPr/>
          <p:nvPr/>
        </p:nvSpPr>
        <p:spPr>
          <a:xfrm>
            <a:off x="1048539" y="1587494"/>
            <a:ext cx="768112" cy="757295"/>
          </a:xfrm>
          <a:prstGeom prst="diamond">
            <a:avLst/>
          </a:prstGeom>
          <a:solidFill>
            <a:srgbClr val="912C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791616-4572-3E70-97D4-706CA1F339B5}"/>
              </a:ext>
            </a:extLst>
          </p:cNvPr>
          <p:cNvSpPr txBox="1"/>
          <p:nvPr/>
        </p:nvSpPr>
        <p:spPr>
          <a:xfrm>
            <a:off x="1998521" y="3240439"/>
            <a:ext cx="8255732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交叉评审与一致性检验：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zh-CN" altLang="en-US" sz="1600" dirty="0"/>
              <a:t>评分结果匿名，每个评委评价其他评委的答案</a:t>
            </a: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zh-CN" altLang="en-US" sz="1600" dirty="0"/>
              <a:t>每个评委根据其他评委意见，修订自身评分，实现“去偏差”</a:t>
            </a:r>
            <a:endParaRPr lang="en-US" altLang="zh-CN" sz="1600" dirty="0"/>
          </a:p>
        </p:txBody>
      </p:sp>
      <p:sp>
        <p:nvSpPr>
          <p:cNvPr id="28" name="菱形 27">
            <a:extLst>
              <a:ext uri="{FF2B5EF4-FFF2-40B4-BE49-F238E27FC236}">
                <a16:creationId xmlns:a16="http://schemas.microsoft.com/office/drawing/2014/main" id="{8D854AFC-8672-2EE3-839B-768382C10755}"/>
              </a:ext>
            </a:extLst>
          </p:cNvPr>
          <p:cNvSpPr/>
          <p:nvPr/>
        </p:nvSpPr>
        <p:spPr>
          <a:xfrm>
            <a:off x="1048538" y="3316275"/>
            <a:ext cx="768113" cy="757296"/>
          </a:xfrm>
          <a:prstGeom prst="diamond">
            <a:avLst/>
          </a:prstGeom>
          <a:solidFill>
            <a:srgbClr val="68A4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1703E5-818D-D6DF-7F6E-9DC2952CB0ED}"/>
              </a:ext>
            </a:extLst>
          </p:cNvPr>
          <p:cNvSpPr txBox="1"/>
          <p:nvPr/>
        </p:nvSpPr>
        <p:spPr>
          <a:xfrm>
            <a:off x="7579906" y="582387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b="1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输入图片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名称输入图片名称</a:t>
            </a:r>
          </a:p>
        </p:txBody>
      </p:sp>
      <p:sp>
        <p:nvSpPr>
          <p:cNvPr id="21" name="小李PPT1">
            <a:extLst>
              <a:ext uri="{FF2B5EF4-FFF2-40B4-BE49-F238E27FC236}">
                <a16:creationId xmlns:a16="http://schemas.microsoft.com/office/drawing/2014/main" id="{9975BAD4-8D09-CAF9-7C7A-F32C1F055F92}"/>
              </a:ext>
            </a:extLst>
          </p:cNvPr>
          <p:cNvSpPr txBox="1"/>
          <p:nvPr/>
        </p:nvSpPr>
        <p:spPr>
          <a:xfrm>
            <a:off x="363836" y="244861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三阶段评分</a:t>
            </a:r>
          </a:p>
        </p:txBody>
      </p:sp>
      <p:cxnSp>
        <p:nvCxnSpPr>
          <p:cNvPr id="22" name="直线连接符 3">
            <a:extLst>
              <a:ext uri="{FF2B5EF4-FFF2-40B4-BE49-F238E27FC236}">
                <a16:creationId xmlns:a16="http://schemas.microsoft.com/office/drawing/2014/main" id="{24075BA0-3355-67EB-65AB-38750B03ED51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5EB36B0E-FFAF-0284-AAAE-61F48D282F0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D9DE7F8-F787-B0ED-C186-7880F9FBC472}"/>
              </a:ext>
            </a:extLst>
          </p:cNvPr>
          <p:cNvSpPr txBox="1"/>
          <p:nvPr/>
        </p:nvSpPr>
        <p:spPr>
          <a:xfrm>
            <a:off x="1998521" y="5028984"/>
            <a:ext cx="8536040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综合裁决和结果生成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zh-CN" altLang="en-US" sz="1600" dirty="0"/>
              <a:t>主席模型综合所有评分与交叉评价</a:t>
            </a:r>
            <a:endParaRPr lang="en-US" altLang="zh-CN" sz="1600" dirty="0"/>
          </a:p>
          <a:p>
            <a:pPr>
              <a:spcBef>
                <a:spcPts val="1400"/>
              </a:spcBef>
              <a:defRPr sz="2000">
                <a:solidFill>
                  <a:srgbClr val="2C2C2C"/>
                </a:solidFill>
                <a:latin typeface="微软雅黑"/>
              </a:defRPr>
            </a:pPr>
            <a:r>
              <a:rPr lang="zh-CN" altLang="en-US" sz="1600" dirty="0"/>
              <a:t>生成最终成绩、等级与评语</a:t>
            </a:r>
            <a:endParaRPr lang="en-US" altLang="zh-CN" sz="1600" dirty="0"/>
          </a:p>
        </p:txBody>
      </p:sp>
      <p:sp>
        <p:nvSpPr>
          <p:cNvPr id="3" name="菱形 2">
            <a:extLst>
              <a:ext uri="{FF2B5EF4-FFF2-40B4-BE49-F238E27FC236}">
                <a16:creationId xmlns:a16="http://schemas.microsoft.com/office/drawing/2014/main" id="{F7A28B68-3F3B-87EB-43C6-D97DC83864A8}"/>
              </a:ext>
            </a:extLst>
          </p:cNvPr>
          <p:cNvSpPr/>
          <p:nvPr/>
        </p:nvSpPr>
        <p:spPr>
          <a:xfrm>
            <a:off x="1048539" y="5159684"/>
            <a:ext cx="768112" cy="757295"/>
          </a:xfrm>
          <a:prstGeom prst="diamond">
            <a:avLst/>
          </a:prstGeom>
          <a:solidFill>
            <a:srgbClr val="912C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32572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9B615-0F23-667A-B87E-80844FB51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形状 9">
            <a:extLst>
              <a:ext uri="{FF2B5EF4-FFF2-40B4-BE49-F238E27FC236}">
                <a16:creationId xmlns:a16="http://schemas.microsoft.com/office/drawing/2014/main" id="{90CCA7C5-495F-A640-ACB8-43D548343F9B}"/>
              </a:ext>
            </a:extLst>
          </p:cNvPr>
          <p:cNvSpPr/>
          <p:nvPr/>
        </p:nvSpPr>
        <p:spPr>
          <a:xfrm>
            <a:off x="1029189" y="1526660"/>
            <a:ext cx="4881981" cy="4660384"/>
          </a:xfrm>
          <a:custGeom>
            <a:avLst/>
            <a:gdLst>
              <a:gd name="connsiteX0" fmla="*/ 0 w 2604516"/>
              <a:gd name="connsiteY0" fmla="*/ 0 h 3469386"/>
              <a:gd name="connsiteX1" fmla="*/ 2604516 w 2604516"/>
              <a:gd name="connsiteY1" fmla="*/ 0 h 3469386"/>
              <a:gd name="connsiteX2" fmla="*/ 2604516 w 2604516"/>
              <a:gd name="connsiteY2" fmla="*/ 3469386 h 3469386"/>
              <a:gd name="connsiteX3" fmla="*/ 0 w 2604516"/>
              <a:gd name="connsiteY3" fmla="*/ 3469386 h 346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4516" h="3469386">
                <a:moveTo>
                  <a:pt x="0" y="0"/>
                </a:moveTo>
                <a:lnTo>
                  <a:pt x="2604516" y="0"/>
                </a:lnTo>
                <a:lnTo>
                  <a:pt x="2604516" y="3469386"/>
                </a:lnTo>
                <a:lnTo>
                  <a:pt x="0" y="3469386"/>
                </a:lnTo>
                <a:close/>
              </a:path>
            </a:pathLst>
          </a:custGeom>
          <a:solidFill>
            <a:schemeClr val="bg1"/>
          </a:solidFill>
          <a:ln w="7503" cap="flat">
            <a:noFill/>
            <a:prstDash val="solid"/>
            <a:miter/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任意形状 29">
            <a:extLst>
              <a:ext uri="{FF2B5EF4-FFF2-40B4-BE49-F238E27FC236}">
                <a16:creationId xmlns:a16="http://schemas.microsoft.com/office/drawing/2014/main" id="{E5F0C5AB-D377-E489-9827-BA325F5513CB}"/>
              </a:ext>
            </a:extLst>
          </p:cNvPr>
          <p:cNvSpPr/>
          <p:nvPr/>
        </p:nvSpPr>
        <p:spPr>
          <a:xfrm>
            <a:off x="1589270" y="1982469"/>
            <a:ext cx="3776376" cy="567337"/>
          </a:xfrm>
          <a:custGeom>
            <a:avLst/>
            <a:gdLst>
              <a:gd name="connsiteX0" fmla="*/ 0 w 2263901"/>
              <a:gd name="connsiteY0" fmla="*/ 0 h 665987"/>
              <a:gd name="connsiteX1" fmla="*/ 2263902 w 2263901"/>
              <a:gd name="connsiteY1" fmla="*/ 0 h 665987"/>
              <a:gd name="connsiteX2" fmla="*/ 2263902 w 2263901"/>
              <a:gd name="connsiteY2" fmla="*/ 665988 h 665987"/>
              <a:gd name="connsiteX3" fmla="*/ 0 w 2263901"/>
              <a:gd name="connsiteY3" fmla="*/ 665988 h 66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901" h="665987">
                <a:moveTo>
                  <a:pt x="0" y="0"/>
                </a:moveTo>
                <a:lnTo>
                  <a:pt x="2263902" y="0"/>
                </a:lnTo>
                <a:lnTo>
                  <a:pt x="2263902" y="665988"/>
                </a:lnTo>
                <a:lnTo>
                  <a:pt x="0" y="665988"/>
                </a:lnTo>
                <a:close/>
              </a:path>
            </a:pathLst>
          </a:custGeom>
          <a:noFill/>
          <a:ln w="12700" cap="flat">
            <a:solidFill>
              <a:schemeClr val="bg2">
                <a:lumMod val="90000"/>
              </a:schemeClr>
            </a:solidFill>
            <a:prstDash val="sysDash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CED0049-5DA6-AA1D-5F7F-B1B9D212FADB}"/>
              </a:ext>
            </a:extLst>
          </p:cNvPr>
          <p:cNvSpPr txBox="1"/>
          <p:nvPr/>
        </p:nvSpPr>
        <p:spPr>
          <a:xfrm>
            <a:off x="1634396" y="2060386"/>
            <a:ext cx="36740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10</a:t>
            </a:r>
            <a:r>
              <a:rPr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分制</a:t>
            </a:r>
            <a:r>
              <a:rPr lang="en-US" altLang="zh-CN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4</a:t>
            </a:r>
            <a:r>
              <a:rPr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维度评价</a:t>
            </a:r>
          </a:p>
        </p:txBody>
      </p:sp>
      <p:sp>
        <p:nvSpPr>
          <p:cNvPr id="41" name="小李PPT1">
            <a:extLst>
              <a:ext uri="{FF2B5EF4-FFF2-40B4-BE49-F238E27FC236}">
                <a16:creationId xmlns:a16="http://schemas.microsoft.com/office/drawing/2014/main" id="{21799150-7A71-E3CA-EAD1-05600DD7FE04}"/>
              </a:ext>
            </a:extLst>
          </p:cNvPr>
          <p:cNvSpPr txBox="1"/>
          <p:nvPr/>
        </p:nvSpPr>
        <p:spPr>
          <a:xfrm>
            <a:off x="363836" y="244861"/>
            <a:ext cx="3905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评分维度与置信度机制</a:t>
            </a:r>
          </a:p>
        </p:txBody>
      </p:sp>
      <p:cxnSp>
        <p:nvCxnSpPr>
          <p:cNvPr id="42" name="直线连接符 3">
            <a:extLst>
              <a:ext uri="{FF2B5EF4-FFF2-40B4-BE49-F238E27FC236}">
                <a16:creationId xmlns:a16="http://schemas.microsoft.com/office/drawing/2014/main" id="{142A08DE-7CC7-0F86-7F53-13663ECE8E6C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B6E68AD9-359F-E482-3F18-5D62E3F25E1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55" name="任意形状 84">
            <a:extLst>
              <a:ext uri="{FF2B5EF4-FFF2-40B4-BE49-F238E27FC236}">
                <a16:creationId xmlns:a16="http://schemas.microsoft.com/office/drawing/2014/main" id="{5C816200-5F46-A296-D55E-3132B49D5608}"/>
              </a:ext>
            </a:extLst>
          </p:cNvPr>
          <p:cNvSpPr/>
          <p:nvPr/>
        </p:nvSpPr>
        <p:spPr>
          <a:xfrm>
            <a:off x="1020642" y="1452796"/>
            <a:ext cx="4890528" cy="25200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C8ADD9E-FA55-755D-0514-9A3275E3FEC1}"/>
              </a:ext>
            </a:extLst>
          </p:cNvPr>
          <p:cNvSpPr txBox="1"/>
          <p:nvPr/>
        </p:nvSpPr>
        <p:spPr>
          <a:xfrm>
            <a:off x="1416402" y="2661736"/>
            <a:ext cx="4034308" cy="333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知识准确性（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分）：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OS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原理和代码语义判断是否正确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内容完整性（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分）：是否覆盖关键点、正常路径、异常路径和边界条件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逻辑与结构（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分）：概念、代码行为、设计意图是否形成连贯逻辑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表达与规范（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分）：术语使用准确性、回答可理解性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47DA2E70-EEE4-69F4-37EB-79BE88CDC307}"/>
              </a:ext>
            </a:extLst>
          </p:cNvPr>
          <p:cNvSpPr/>
          <p:nvPr/>
        </p:nvSpPr>
        <p:spPr>
          <a:xfrm flipV="1">
            <a:off x="3317401" y="1668796"/>
            <a:ext cx="318407" cy="214819"/>
          </a:xfrm>
          <a:prstGeom prst="triangle">
            <a:avLst/>
          </a:prstGeom>
          <a:solidFill>
            <a:srgbClr val="912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形状 9">
            <a:extLst>
              <a:ext uri="{FF2B5EF4-FFF2-40B4-BE49-F238E27FC236}">
                <a16:creationId xmlns:a16="http://schemas.microsoft.com/office/drawing/2014/main" id="{1E8A7B55-F3A7-1743-314B-5F7D2B25772A}"/>
              </a:ext>
            </a:extLst>
          </p:cNvPr>
          <p:cNvSpPr/>
          <p:nvPr/>
        </p:nvSpPr>
        <p:spPr>
          <a:xfrm>
            <a:off x="6225433" y="1526659"/>
            <a:ext cx="4881981" cy="4660383"/>
          </a:xfrm>
          <a:custGeom>
            <a:avLst/>
            <a:gdLst>
              <a:gd name="connsiteX0" fmla="*/ 0 w 2604516"/>
              <a:gd name="connsiteY0" fmla="*/ 0 h 3469386"/>
              <a:gd name="connsiteX1" fmla="*/ 2604516 w 2604516"/>
              <a:gd name="connsiteY1" fmla="*/ 0 h 3469386"/>
              <a:gd name="connsiteX2" fmla="*/ 2604516 w 2604516"/>
              <a:gd name="connsiteY2" fmla="*/ 3469386 h 3469386"/>
              <a:gd name="connsiteX3" fmla="*/ 0 w 2604516"/>
              <a:gd name="connsiteY3" fmla="*/ 3469386 h 346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4516" h="3469386">
                <a:moveTo>
                  <a:pt x="0" y="0"/>
                </a:moveTo>
                <a:lnTo>
                  <a:pt x="2604516" y="0"/>
                </a:lnTo>
                <a:lnTo>
                  <a:pt x="2604516" y="3469386"/>
                </a:lnTo>
                <a:lnTo>
                  <a:pt x="0" y="3469386"/>
                </a:lnTo>
                <a:close/>
              </a:path>
            </a:pathLst>
          </a:custGeom>
          <a:solidFill>
            <a:schemeClr val="bg1"/>
          </a:solidFill>
          <a:ln w="7503" cap="flat">
            <a:noFill/>
            <a:prstDash val="solid"/>
            <a:miter/>
          </a:ln>
          <a:effectLst>
            <a:outerShdw blurRad="50800" dist="38100" dir="5400000" algn="t" rotWithShape="0">
              <a:srgbClr val="68A4C6">
                <a:alpha val="40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任意形状 29">
            <a:extLst>
              <a:ext uri="{FF2B5EF4-FFF2-40B4-BE49-F238E27FC236}">
                <a16:creationId xmlns:a16="http://schemas.microsoft.com/office/drawing/2014/main" id="{E2D84568-6810-F84E-9E9D-289A5E635332}"/>
              </a:ext>
            </a:extLst>
          </p:cNvPr>
          <p:cNvSpPr/>
          <p:nvPr/>
        </p:nvSpPr>
        <p:spPr>
          <a:xfrm>
            <a:off x="6785514" y="1982469"/>
            <a:ext cx="3776376" cy="567337"/>
          </a:xfrm>
          <a:custGeom>
            <a:avLst/>
            <a:gdLst>
              <a:gd name="connsiteX0" fmla="*/ 0 w 2263901"/>
              <a:gd name="connsiteY0" fmla="*/ 0 h 665987"/>
              <a:gd name="connsiteX1" fmla="*/ 2263902 w 2263901"/>
              <a:gd name="connsiteY1" fmla="*/ 0 h 665987"/>
              <a:gd name="connsiteX2" fmla="*/ 2263902 w 2263901"/>
              <a:gd name="connsiteY2" fmla="*/ 665988 h 665987"/>
              <a:gd name="connsiteX3" fmla="*/ 0 w 2263901"/>
              <a:gd name="connsiteY3" fmla="*/ 665988 h 66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901" h="665987">
                <a:moveTo>
                  <a:pt x="0" y="0"/>
                </a:moveTo>
                <a:lnTo>
                  <a:pt x="2263902" y="0"/>
                </a:lnTo>
                <a:lnTo>
                  <a:pt x="2263902" y="665988"/>
                </a:lnTo>
                <a:lnTo>
                  <a:pt x="0" y="665988"/>
                </a:lnTo>
                <a:close/>
              </a:path>
            </a:pathLst>
          </a:custGeom>
          <a:noFill/>
          <a:ln w="12700" cap="flat">
            <a:solidFill>
              <a:schemeClr val="bg2">
                <a:lumMod val="90000"/>
              </a:schemeClr>
            </a:solidFill>
            <a:prstDash val="sysDash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EBD6F683-8449-A245-8AA9-5C144A4DCE6D}"/>
              </a:ext>
            </a:extLst>
          </p:cNvPr>
          <p:cNvSpPr txBox="1"/>
          <p:nvPr/>
        </p:nvSpPr>
        <p:spPr>
          <a:xfrm>
            <a:off x="6830640" y="2060386"/>
            <a:ext cx="36740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离群值检测</a:t>
            </a:r>
          </a:p>
        </p:txBody>
      </p:sp>
      <p:sp>
        <p:nvSpPr>
          <p:cNvPr id="107" name="任意形状 84">
            <a:extLst>
              <a:ext uri="{FF2B5EF4-FFF2-40B4-BE49-F238E27FC236}">
                <a16:creationId xmlns:a16="http://schemas.microsoft.com/office/drawing/2014/main" id="{F9E0C451-55F3-3BFB-631B-1BC84FC6F7CE}"/>
              </a:ext>
            </a:extLst>
          </p:cNvPr>
          <p:cNvSpPr/>
          <p:nvPr/>
        </p:nvSpPr>
        <p:spPr>
          <a:xfrm>
            <a:off x="6216886" y="1452796"/>
            <a:ext cx="4890528" cy="25200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rgbClr val="68A4C6"/>
          </a:solidFill>
          <a:ln w="1270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AB5C95F8-BFCA-FAA0-461D-2D4AD9A83AF2}"/>
              </a:ext>
            </a:extLst>
          </p:cNvPr>
          <p:cNvSpPr txBox="1"/>
          <p:nvPr/>
        </p:nvSpPr>
        <p:spPr>
          <a:xfrm>
            <a:off x="6604100" y="2661736"/>
            <a:ext cx="4042854" cy="15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IQR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方法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超出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[Q1-1.5×IQR, Q3+1.5×IQR]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范围的评分触发自动重评</a:t>
            </a: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</p:txBody>
      </p:sp>
      <p:sp>
        <p:nvSpPr>
          <p:cNvPr id="110" name="等腰三角形 109">
            <a:extLst>
              <a:ext uri="{FF2B5EF4-FFF2-40B4-BE49-F238E27FC236}">
                <a16:creationId xmlns:a16="http://schemas.microsoft.com/office/drawing/2014/main" id="{CDBCEEBB-7E8E-56EB-544D-06FE86D5E52A}"/>
              </a:ext>
            </a:extLst>
          </p:cNvPr>
          <p:cNvSpPr/>
          <p:nvPr/>
        </p:nvSpPr>
        <p:spPr>
          <a:xfrm flipV="1">
            <a:off x="8513645" y="1668796"/>
            <a:ext cx="318407" cy="214819"/>
          </a:xfrm>
          <a:prstGeom prst="triangl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5B88EA9-D20C-CABB-6030-B8024D0F2C45}"/>
              </a:ext>
            </a:extLst>
          </p:cNvPr>
          <p:cNvGrpSpPr/>
          <p:nvPr/>
        </p:nvGrpSpPr>
        <p:grpSpPr>
          <a:xfrm>
            <a:off x="1483774" y="2851842"/>
            <a:ext cx="149793" cy="149793"/>
            <a:chOff x="1356179" y="3876849"/>
            <a:chExt cx="149793" cy="149793"/>
          </a:xfrm>
        </p:grpSpPr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39439DC5-6063-91C9-EFE8-77D0B4B8042F}"/>
                </a:ext>
              </a:extLst>
            </p:cNvPr>
            <p:cNvSpPr/>
            <p:nvPr/>
          </p:nvSpPr>
          <p:spPr>
            <a:xfrm>
              <a:off x="1356179" y="387684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5D1ADB2-75D0-BA03-BF15-0CF877BADCE5}"/>
                </a:ext>
              </a:extLst>
            </p:cNvPr>
            <p:cNvSpPr/>
            <p:nvPr/>
          </p:nvSpPr>
          <p:spPr>
            <a:xfrm>
              <a:off x="1389620" y="391303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BA609D8B-C48E-1D87-53BD-CE818105C224}"/>
              </a:ext>
            </a:extLst>
          </p:cNvPr>
          <p:cNvGrpSpPr/>
          <p:nvPr/>
        </p:nvGrpSpPr>
        <p:grpSpPr>
          <a:xfrm>
            <a:off x="1483774" y="3594932"/>
            <a:ext cx="149793" cy="149793"/>
            <a:chOff x="1356179" y="4599369"/>
            <a:chExt cx="149793" cy="149793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A484D051-9AC9-37C0-49E0-7B43A9440C2D}"/>
                </a:ext>
              </a:extLst>
            </p:cNvPr>
            <p:cNvSpPr/>
            <p:nvPr/>
          </p:nvSpPr>
          <p:spPr>
            <a:xfrm>
              <a:off x="1356179" y="459936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E48CF0B4-12F4-31C9-1EDF-A268441865EB}"/>
                </a:ext>
              </a:extLst>
            </p:cNvPr>
            <p:cNvSpPr/>
            <p:nvPr/>
          </p:nvSpPr>
          <p:spPr>
            <a:xfrm>
              <a:off x="1389620" y="463555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2" name="椭圆 121">
            <a:extLst>
              <a:ext uri="{FF2B5EF4-FFF2-40B4-BE49-F238E27FC236}">
                <a16:creationId xmlns:a16="http://schemas.microsoft.com/office/drawing/2014/main" id="{76FC5122-B9C5-F22B-EB9E-8542C86CFA8F}"/>
              </a:ext>
            </a:extLst>
          </p:cNvPr>
          <p:cNvSpPr/>
          <p:nvPr/>
        </p:nvSpPr>
        <p:spPr>
          <a:xfrm>
            <a:off x="6655937" y="2856570"/>
            <a:ext cx="149793" cy="149793"/>
          </a:xfrm>
          <a:prstGeom prst="ellipse">
            <a:avLst/>
          </a:prstGeom>
          <a:solidFill>
            <a:srgbClr val="C5D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915CA5B-D885-AD8E-5987-F7008BDA7295}"/>
              </a:ext>
            </a:extLst>
          </p:cNvPr>
          <p:cNvSpPr/>
          <p:nvPr/>
        </p:nvSpPr>
        <p:spPr>
          <a:xfrm>
            <a:off x="6689378" y="2883353"/>
            <a:ext cx="84196" cy="80268"/>
          </a:xfrm>
          <a:prstGeom prst="ellips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B21100B-5ED0-6AA3-6C91-2895C5BDE596}"/>
              </a:ext>
            </a:extLst>
          </p:cNvPr>
          <p:cNvGrpSpPr/>
          <p:nvPr/>
        </p:nvGrpSpPr>
        <p:grpSpPr>
          <a:xfrm>
            <a:off x="6655937" y="3575909"/>
            <a:ext cx="149793" cy="149793"/>
            <a:chOff x="6528342" y="4561565"/>
            <a:chExt cx="149793" cy="149793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B12ABEB8-27AB-183B-C418-93A9B3A668D7}"/>
                </a:ext>
              </a:extLst>
            </p:cNvPr>
            <p:cNvSpPr/>
            <p:nvPr/>
          </p:nvSpPr>
          <p:spPr>
            <a:xfrm>
              <a:off x="6528342" y="4561565"/>
              <a:ext cx="149793" cy="149793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E30EC07B-231F-085A-299E-689098EE2AD5}"/>
                </a:ext>
              </a:extLst>
            </p:cNvPr>
            <p:cNvSpPr/>
            <p:nvPr/>
          </p:nvSpPr>
          <p:spPr>
            <a:xfrm>
              <a:off x="6561783" y="4597748"/>
              <a:ext cx="84196" cy="80268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5185700-7B9C-DB1B-DE5F-68BDF89454C0}"/>
              </a:ext>
            </a:extLst>
          </p:cNvPr>
          <p:cNvGrpSpPr/>
          <p:nvPr/>
        </p:nvGrpSpPr>
        <p:grpSpPr>
          <a:xfrm>
            <a:off x="1483774" y="4300372"/>
            <a:ext cx="149793" cy="149793"/>
            <a:chOff x="1356179" y="4599369"/>
            <a:chExt cx="149793" cy="149793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3CE24A03-3436-CA21-7603-BD043BA728EF}"/>
                </a:ext>
              </a:extLst>
            </p:cNvPr>
            <p:cNvSpPr/>
            <p:nvPr/>
          </p:nvSpPr>
          <p:spPr>
            <a:xfrm>
              <a:off x="1356179" y="459936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6495F796-4278-DA4C-5B8D-5FB3770FA24A}"/>
                </a:ext>
              </a:extLst>
            </p:cNvPr>
            <p:cNvSpPr/>
            <p:nvPr/>
          </p:nvSpPr>
          <p:spPr>
            <a:xfrm>
              <a:off x="1389620" y="463555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19DE5ED-8ADF-1A5D-C925-7D68E11DF0A7}"/>
              </a:ext>
            </a:extLst>
          </p:cNvPr>
          <p:cNvGrpSpPr/>
          <p:nvPr/>
        </p:nvGrpSpPr>
        <p:grpSpPr>
          <a:xfrm>
            <a:off x="1483774" y="5048440"/>
            <a:ext cx="149793" cy="149793"/>
            <a:chOff x="1356179" y="4599369"/>
            <a:chExt cx="149793" cy="149793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3D2CEA9-056E-46B8-FAC2-398ACBD8E381}"/>
                </a:ext>
              </a:extLst>
            </p:cNvPr>
            <p:cNvSpPr/>
            <p:nvPr/>
          </p:nvSpPr>
          <p:spPr>
            <a:xfrm>
              <a:off x="1356179" y="459936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D3FA10D-68C2-0711-19E2-6157D3BF95A1}"/>
                </a:ext>
              </a:extLst>
            </p:cNvPr>
            <p:cNvSpPr/>
            <p:nvPr/>
          </p:nvSpPr>
          <p:spPr>
            <a:xfrm>
              <a:off x="1389620" y="463555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49085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>
              <a:fillRect/>
            </a:stretch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33" name="矩形 32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6" name="小李PPT13"/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实验验证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88431" y="4639544"/>
            <a:ext cx="4076164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defRPr/>
            </a:pPr>
            <a:r>
              <a:rPr lang="en-US" altLang="zh-CN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Experimental Verification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04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/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68A4C6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445250" y="1"/>
            <a:ext cx="6746747" cy="6857998"/>
            <a:chOff x="5445250" y="1"/>
            <a:chExt cx="6746747" cy="6857998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任意形状 6"/>
            <p:cNvSpPr/>
            <p:nvPr/>
          </p:nvSpPr>
          <p:spPr>
            <a:xfrm>
              <a:off x="9033508" y="1"/>
              <a:ext cx="3061716" cy="1530857"/>
            </a:xfrm>
            <a:custGeom>
              <a:avLst/>
              <a:gdLst>
                <a:gd name="connsiteX0" fmla="*/ 3061716 w 3061716"/>
                <a:gd name="connsiteY0" fmla="*/ 0 h 1530857"/>
                <a:gd name="connsiteX1" fmla="*/ 1530858 w 3061716"/>
                <a:gd name="connsiteY1" fmla="*/ 1530858 h 1530857"/>
                <a:gd name="connsiteX2" fmla="*/ 0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任意形状 7"/>
            <p:cNvSpPr/>
            <p:nvPr/>
          </p:nvSpPr>
          <p:spPr>
            <a:xfrm>
              <a:off x="7079740" y="1"/>
              <a:ext cx="3380994" cy="3325367"/>
            </a:xfrm>
            <a:custGeom>
              <a:avLst/>
              <a:gdLst>
                <a:gd name="connsiteX0" fmla="*/ 3380994 w 3380994"/>
                <a:gd name="connsiteY0" fmla="*/ 1634490 h 3325367"/>
                <a:gd name="connsiteX1" fmla="*/ 1690878 w 3380994"/>
                <a:gd name="connsiteY1" fmla="*/ 3325368 h 3325367"/>
                <a:gd name="connsiteX2" fmla="*/ 0 w 3380994"/>
                <a:gd name="connsiteY2" fmla="*/ 1634490 h 3325367"/>
                <a:gd name="connsiteX3" fmla="*/ 1635252 w 3380994"/>
                <a:gd name="connsiteY3" fmla="*/ 0 h 3325367"/>
                <a:gd name="connsiteX4" fmla="*/ 1745742 w 3380994"/>
                <a:gd name="connsiteY4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0994" h="3325367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任意形状 8"/>
            <p:cNvSpPr/>
            <p:nvPr/>
          </p:nvSpPr>
          <p:spPr>
            <a:xfrm>
              <a:off x="10667998" y="111252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3238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任意形状 9"/>
            <p:cNvSpPr/>
            <p:nvPr/>
          </p:nvSpPr>
          <p:spPr>
            <a:xfrm>
              <a:off x="8874250" y="1738884"/>
              <a:ext cx="3317747" cy="3380231"/>
            </a:xfrm>
            <a:custGeom>
              <a:avLst/>
              <a:gdLst>
                <a:gd name="connsiteX0" fmla="*/ 3317748 w 3317747"/>
                <a:gd name="connsiteY0" fmla="*/ 1627632 h 3380231"/>
                <a:gd name="connsiteX1" fmla="*/ 3317748 w 3317747"/>
                <a:gd name="connsiteY1" fmla="*/ 1752600 h 3380231"/>
                <a:gd name="connsiteX2" fmla="*/ 1690116 w 3317747"/>
                <a:gd name="connsiteY2" fmla="*/ 3380232 h 3380231"/>
                <a:gd name="connsiteX3" fmla="*/ 0 w 3317747"/>
                <a:gd name="connsiteY3" fmla="*/ 1690116 h 3380231"/>
                <a:gd name="connsiteX4" fmla="*/ 1690116 w 3317747"/>
                <a:gd name="connsiteY4" fmla="*/ 0 h 338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7747" h="3380231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任意形状 10"/>
            <p:cNvSpPr/>
            <p:nvPr/>
          </p:nvSpPr>
          <p:spPr>
            <a:xfrm>
              <a:off x="10667998" y="3699510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4000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9033508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7079740" y="3532632"/>
              <a:ext cx="3380994" cy="3325367"/>
            </a:xfrm>
            <a:custGeom>
              <a:avLst/>
              <a:gdLst>
                <a:gd name="connsiteX0" fmla="*/ 3380994 w 3380994"/>
                <a:gd name="connsiteY0" fmla="*/ 1690878 h 3325367"/>
                <a:gd name="connsiteX1" fmla="*/ 1745742 w 3380994"/>
                <a:gd name="connsiteY1" fmla="*/ 3325368 h 3325367"/>
                <a:gd name="connsiteX2" fmla="*/ 1635252 w 3380994"/>
                <a:gd name="connsiteY2" fmla="*/ 3325368 h 3325367"/>
                <a:gd name="connsiteX3" fmla="*/ 0 w 3380994"/>
                <a:gd name="connsiteY3" fmla="*/ 1690878 h 3325367"/>
                <a:gd name="connsiteX4" fmla="*/ 0 w 3380994"/>
                <a:gd name="connsiteY4" fmla="*/ 1690878 h 3325367"/>
                <a:gd name="connsiteX5" fmla="*/ 1690878 w 3380994"/>
                <a:gd name="connsiteY5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80994" h="3325367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任意形状 24"/>
            <p:cNvSpPr/>
            <p:nvPr/>
          </p:nvSpPr>
          <p:spPr>
            <a:xfrm rot="18900000">
              <a:off x="5780874" y="2233352"/>
              <a:ext cx="2390370" cy="2390370"/>
            </a:xfrm>
            <a:custGeom>
              <a:avLst/>
              <a:gdLst>
                <a:gd name="connsiteX0" fmla="*/ 0 w 2390370"/>
                <a:gd name="connsiteY0" fmla="*/ 0 h 2390370"/>
                <a:gd name="connsiteX1" fmla="*/ 2390371 w 2390370"/>
                <a:gd name="connsiteY1" fmla="*/ 0 h 2390370"/>
                <a:gd name="connsiteX2" fmla="*/ 2390371 w 2390370"/>
                <a:gd name="connsiteY2" fmla="*/ 2390371 h 2390370"/>
                <a:gd name="connsiteX3" fmla="*/ 0 w 2390370"/>
                <a:gd name="connsiteY3" fmla="*/ 2390371 h 23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0370" h="2390370">
                  <a:moveTo>
                    <a:pt x="0" y="0"/>
                  </a:moveTo>
                  <a:lnTo>
                    <a:pt x="2390371" y="0"/>
                  </a:lnTo>
                  <a:lnTo>
                    <a:pt x="2390371" y="2390371"/>
                  </a:lnTo>
                  <a:lnTo>
                    <a:pt x="0" y="2390371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任意形状 29"/>
            <p:cNvSpPr/>
            <p:nvPr/>
          </p:nvSpPr>
          <p:spPr>
            <a:xfrm>
              <a:off x="5445250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B8955-8589-CDBE-773A-FD8A06A99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>
            <a:extLst>
              <a:ext uri="{FF2B5EF4-FFF2-40B4-BE49-F238E27FC236}">
                <a16:creationId xmlns:a16="http://schemas.microsoft.com/office/drawing/2014/main" id="{ADD0EA1A-7B59-0200-F0C2-A19276652CE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H="1">
            <a:off x="853156" y="1217382"/>
            <a:ext cx="10443021" cy="2816766"/>
          </a:xfrm>
          <a:prstGeom prst="roundRect">
            <a:avLst>
              <a:gd name="adj" fmla="val 11814"/>
            </a:avLst>
          </a:prstGeom>
          <a:solidFill>
            <a:schemeClr val="bg1"/>
          </a:solidFill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554F8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2A8C9F-BFFB-9ACA-6EFB-5692A5F801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flipH="1">
            <a:off x="6626641" y="1892013"/>
            <a:ext cx="3984660" cy="1870622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延迟分解为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5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个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阶段：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）前端音频编码与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WebSocket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上行传输；（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2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）后端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ASR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语音识别处理；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3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）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LLM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追问生成；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4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）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TTS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语音合成；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5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）音频下行传输与前端缓冲播放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6" name="稻壳儿小白白(http://dwz.cn/Wu2UP)">
            <a:extLst>
              <a:ext uri="{FF2B5EF4-FFF2-40B4-BE49-F238E27FC236}">
                <a16:creationId xmlns:a16="http://schemas.microsoft.com/office/drawing/2014/main" id="{AD100CB1-E12A-9738-65EC-4FBFE065115F}"/>
              </a:ext>
            </a:extLst>
          </p:cNvPr>
          <p:cNvSpPr>
            <a:spLocks noEditPoints="1"/>
          </p:cNvSpPr>
          <p:nvPr/>
        </p:nvSpPr>
        <p:spPr>
          <a:xfrm>
            <a:off x="6121947" y="1666382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772274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小李PPT1">
            <a:extLst>
              <a:ext uri="{FF2B5EF4-FFF2-40B4-BE49-F238E27FC236}">
                <a16:creationId xmlns:a16="http://schemas.microsoft.com/office/drawing/2014/main" id="{3AD05543-059E-A3A0-E0E8-FCBF21E387A4}"/>
              </a:ext>
            </a:extLst>
          </p:cNvPr>
          <p:cNvSpPr txBox="1"/>
          <p:nvPr/>
        </p:nvSpPr>
        <p:spPr>
          <a:xfrm>
            <a:off x="363836" y="244861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端到端延迟响应测试</a:t>
            </a:r>
          </a:p>
        </p:txBody>
      </p:sp>
      <p:cxnSp>
        <p:nvCxnSpPr>
          <p:cNvPr id="31" name="直线连接符 3">
            <a:extLst>
              <a:ext uri="{FF2B5EF4-FFF2-40B4-BE49-F238E27FC236}">
                <a16:creationId xmlns:a16="http://schemas.microsoft.com/office/drawing/2014/main" id="{7297C18C-E1D3-2D1F-7106-4EFC56B4807D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noFill/>
          <a:ln w="19050" cap="flat" cmpd="sng" algn="ctr">
            <a:solidFill>
              <a:srgbClr val="6C2280"/>
            </a:solidFill>
            <a:prstDash val="solid"/>
            <a:miter lim="800000"/>
          </a:ln>
          <a:effectLst/>
        </p:spPr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42CB54CA-D8C8-BAAA-4BED-B3C35A7A846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3" name="圆角矩形 32">
            <a:extLst>
              <a:ext uri="{FF2B5EF4-FFF2-40B4-BE49-F238E27FC236}">
                <a16:creationId xmlns:a16="http://schemas.microsoft.com/office/drawing/2014/main" id="{7D355555-A4B1-9C97-9574-E10229F3474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flipH="1">
            <a:off x="810999" y="4150417"/>
            <a:ext cx="10485179" cy="2286514"/>
          </a:xfrm>
          <a:prstGeom prst="roundRect">
            <a:avLst>
              <a:gd name="adj" fmla="val 11814"/>
            </a:avLst>
          </a:prstGeom>
          <a:solidFill>
            <a:schemeClr val="bg1"/>
          </a:solidFill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554F8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B4AE9AB-DCD5-C940-D171-97428A22D30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flipH="1">
            <a:off x="1925735" y="4584150"/>
            <a:ext cx="7052009" cy="565444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处理间隙（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Other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）以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40.3%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的占比成为最大延迟来源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</p:txBody>
      </p:sp>
      <p:sp>
        <p:nvSpPr>
          <p:cNvPr id="59" name="稻壳儿小白白(http://dwz.cn/Wu2UP)">
            <a:extLst>
              <a:ext uri="{FF2B5EF4-FFF2-40B4-BE49-F238E27FC236}">
                <a16:creationId xmlns:a16="http://schemas.microsoft.com/office/drawing/2014/main" id="{C45EF84E-6C90-3FE8-7B69-77BD1F47F7C1}"/>
              </a:ext>
            </a:extLst>
          </p:cNvPr>
          <p:cNvSpPr>
            <a:spLocks noEditPoints="1"/>
          </p:cNvSpPr>
          <p:nvPr/>
        </p:nvSpPr>
        <p:spPr>
          <a:xfrm>
            <a:off x="1421043" y="4617257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68A4C6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稻壳儿小白白(http://dwz.cn/Wu2UP)">
            <a:extLst>
              <a:ext uri="{FF2B5EF4-FFF2-40B4-BE49-F238E27FC236}">
                <a16:creationId xmlns:a16="http://schemas.microsoft.com/office/drawing/2014/main" id="{71267A98-C930-F97A-D30D-F0DE509B2E84}"/>
              </a:ext>
            </a:extLst>
          </p:cNvPr>
          <p:cNvSpPr>
            <a:spLocks noEditPoints="1"/>
          </p:cNvSpPr>
          <p:nvPr/>
        </p:nvSpPr>
        <p:spPr>
          <a:xfrm>
            <a:off x="1421043" y="5476757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68A4C6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415583F-01AC-79A0-F6B8-0594736F6CB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flipH="1">
            <a:off x="1925735" y="5449837"/>
            <a:ext cx="6173235" cy="565444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总体端到端延迟平均在 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12 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秒左右，在可接受的范围内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A94A43-F4ED-5696-38AE-86913A26520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23" y="1584596"/>
            <a:ext cx="5090487" cy="22164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5907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A1D48-EBAE-D2C2-84DD-94D3CF4E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37EA4F2-C6E0-EF41-FD8D-095C7F48B6BB}"/>
              </a:ext>
            </a:extLst>
          </p:cNvPr>
          <p:cNvSpPr/>
          <p:nvPr/>
        </p:nvSpPr>
        <p:spPr>
          <a:xfrm>
            <a:off x="705485" y="1117311"/>
            <a:ext cx="10746740" cy="5390367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noFill/>
          </a:ln>
          <a:effectLst>
            <a:outerShdw blurRad="139700" dist="63500" dir="2700000" algn="tl" rotWithShape="0">
              <a:srgbClr val="6A69B6">
                <a:alpha val="7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9A5E99D-3534-F28D-37D1-7AF857925AE8}"/>
              </a:ext>
            </a:extLst>
          </p:cNvPr>
          <p:cNvSpPr txBox="1"/>
          <p:nvPr/>
        </p:nvSpPr>
        <p:spPr>
          <a:xfrm>
            <a:off x="1712760" y="1636012"/>
            <a:ext cx="2071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7722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延迟测试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722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ext1">
            <a:extLst>
              <a:ext uri="{FF2B5EF4-FFF2-40B4-BE49-F238E27FC236}">
                <a16:creationId xmlns:a16="http://schemas.microsoft.com/office/drawing/2014/main" id="{BC03F19D-4EF6-EB60-2714-A6B037FDEB7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558529" y="2365676"/>
            <a:ext cx="2113221" cy="171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测试覆盖了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20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个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OS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关键概念。</a:t>
            </a: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TOP-5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检索平均延迟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66ms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，满足系统需求。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E81DA0C-8303-CA2C-4E03-B2EBC87DEFCE}"/>
              </a:ext>
            </a:extLst>
          </p:cNvPr>
          <p:cNvCxnSpPr>
            <a:cxnSpLocks/>
          </p:cNvCxnSpPr>
          <p:nvPr/>
        </p:nvCxnSpPr>
        <p:spPr>
          <a:xfrm>
            <a:off x="3913135" y="2333465"/>
            <a:ext cx="0" cy="3709195"/>
          </a:xfrm>
          <a:prstGeom prst="line">
            <a:avLst/>
          </a:prstGeom>
          <a:ln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835444A-3BE6-6F45-E650-E64C48D400CD}"/>
              </a:ext>
            </a:extLst>
          </p:cNvPr>
          <p:cNvSpPr txBox="1"/>
          <p:nvPr/>
        </p:nvSpPr>
        <p:spPr>
          <a:xfrm>
            <a:off x="4831279" y="1636012"/>
            <a:ext cx="2092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覆盖测试</a:t>
            </a:r>
          </a:p>
        </p:txBody>
      </p:sp>
      <p:sp>
        <p:nvSpPr>
          <p:cNvPr id="46" name="任意多边形 45">
            <a:extLst>
              <a:ext uri="{FF2B5EF4-FFF2-40B4-BE49-F238E27FC236}">
                <a16:creationId xmlns:a16="http://schemas.microsoft.com/office/drawing/2014/main" id="{1844A4FB-CB73-511A-C38B-14811D685BC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77465" y="4960061"/>
            <a:ext cx="919480" cy="6223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127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MiSans Normal" panose="00000500000000000000" charset="-122"/>
            </a:endParaRPr>
          </a:p>
        </p:txBody>
      </p:sp>
      <p:grpSp>
        <p:nvGrpSpPr>
          <p:cNvPr id="47" name="Google Shape;8705;p76">
            <a:extLst>
              <a:ext uri="{FF2B5EF4-FFF2-40B4-BE49-F238E27FC236}">
                <a16:creationId xmlns:a16="http://schemas.microsoft.com/office/drawing/2014/main" id="{CA299E23-5A2F-9E9A-6F71-C1E13AB3AC27}"/>
              </a:ext>
            </a:extLst>
          </p:cNvPr>
          <p:cNvGrpSpPr/>
          <p:nvPr/>
        </p:nvGrpSpPr>
        <p:grpSpPr>
          <a:xfrm>
            <a:off x="1274909" y="1680750"/>
            <a:ext cx="395532" cy="383631"/>
            <a:chOff x="3270675" y="841800"/>
            <a:chExt cx="497700" cy="482725"/>
          </a:xfrm>
          <a:solidFill>
            <a:srgbClr val="772274"/>
          </a:solidFill>
        </p:grpSpPr>
        <p:sp>
          <p:nvSpPr>
            <p:cNvPr id="48" name="Google Shape;8706;p76">
              <a:extLst>
                <a:ext uri="{FF2B5EF4-FFF2-40B4-BE49-F238E27FC236}">
                  <a16:creationId xmlns:a16="http://schemas.microsoft.com/office/drawing/2014/main" id="{79C6A299-62EF-3636-A88A-6AEE5D200E2D}"/>
                </a:ext>
              </a:extLst>
            </p:cNvPr>
            <p:cNvSpPr/>
            <p:nvPr/>
          </p:nvSpPr>
          <p:spPr>
            <a:xfrm>
              <a:off x="3270675" y="902000"/>
              <a:ext cx="447125" cy="422525"/>
            </a:xfrm>
            <a:custGeom>
              <a:avLst/>
              <a:gdLst/>
              <a:ahLst/>
              <a:cxnLst/>
              <a:rect l="l" t="t" r="r" b="b"/>
              <a:pathLst>
                <a:path w="17885" h="16901" extrusionOk="0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7227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Google Shape;8707;p76">
              <a:extLst>
                <a:ext uri="{FF2B5EF4-FFF2-40B4-BE49-F238E27FC236}">
                  <a16:creationId xmlns:a16="http://schemas.microsoft.com/office/drawing/2014/main" id="{4DC8B536-3C23-CE37-85F9-D477C57F46D4}"/>
                </a:ext>
              </a:extLst>
            </p:cNvPr>
            <p:cNvSpPr/>
            <p:nvPr/>
          </p:nvSpPr>
          <p:spPr>
            <a:xfrm>
              <a:off x="3385250" y="841800"/>
              <a:ext cx="279700" cy="220925"/>
            </a:xfrm>
            <a:custGeom>
              <a:avLst/>
              <a:gdLst/>
              <a:ahLst/>
              <a:cxnLst/>
              <a:rect l="l" t="t" r="r" b="b"/>
              <a:pathLst>
                <a:path w="11188" h="8837" extrusionOk="0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7227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Google Shape;8708;p76">
              <a:extLst>
                <a:ext uri="{FF2B5EF4-FFF2-40B4-BE49-F238E27FC236}">
                  <a16:creationId xmlns:a16="http://schemas.microsoft.com/office/drawing/2014/main" id="{288B8108-7BB7-3A4F-764C-F7DF0DD86BF0}"/>
                </a:ext>
              </a:extLst>
            </p:cNvPr>
            <p:cNvSpPr/>
            <p:nvPr/>
          </p:nvSpPr>
          <p:spPr>
            <a:xfrm>
              <a:off x="3530100" y="924750"/>
              <a:ext cx="238275" cy="250200"/>
            </a:xfrm>
            <a:custGeom>
              <a:avLst/>
              <a:gdLst/>
              <a:ahLst/>
              <a:cxnLst/>
              <a:rect l="l" t="t" r="r" b="b"/>
              <a:pathLst>
                <a:path w="9531" h="10008" extrusionOk="0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7227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" name="Google Shape;9024;p76">
            <a:extLst>
              <a:ext uri="{FF2B5EF4-FFF2-40B4-BE49-F238E27FC236}">
                <a16:creationId xmlns:a16="http://schemas.microsoft.com/office/drawing/2014/main" id="{446EA362-CB5A-8E37-7050-343555FD889B}"/>
              </a:ext>
            </a:extLst>
          </p:cNvPr>
          <p:cNvGrpSpPr/>
          <p:nvPr/>
        </p:nvGrpSpPr>
        <p:grpSpPr>
          <a:xfrm>
            <a:off x="4393827" y="1680749"/>
            <a:ext cx="383631" cy="383631"/>
            <a:chOff x="1492675" y="4992125"/>
            <a:chExt cx="481825" cy="481825"/>
          </a:xfrm>
          <a:solidFill>
            <a:srgbClr val="68A4C6"/>
          </a:solidFill>
        </p:grpSpPr>
        <p:sp>
          <p:nvSpPr>
            <p:cNvPr id="52" name="Google Shape;9025;p76">
              <a:extLst>
                <a:ext uri="{FF2B5EF4-FFF2-40B4-BE49-F238E27FC236}">
                  <a16:creationId xmlns:a16="http://schemas.microsoft.com/office/drawing/2014/main" id="{43DF05B6-EA8C-869F-19BA-7C4D4853ADBD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Google Shape;9026;p76">
              <a:extLst>
                <a:ext uri="{FF2B5EF4-FFF2-40B4-BE49-F238E27FC236}">
                  <a16:creationId xmlns:a16="http://schemas.microsoft.com/office/drawing/2014/main" id="{822316A4-DBEA-51EF-E8F0-A51CBF2595A0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小李PPT1">
            <a:extLst>
              <a:ext uri="{FF2B5EF4-FFF2-40B4-BE49-F238E27FC236}">
                <a16:creationId xmlns:a16="http://schemas.microsoft.com/office/drawing/2014/main" id="{2E2324F4-62D6-31FE-BECC-9E2015A0219C}"/>
              </a:ext>
            </a:extLst>
          </p:cNvPr>
          <p:cNvSpPr txBox="1"/>
          <p:nvPr/>
        </p:nvSpPr>
        <p:spPr>
          <a:xfrm>
            <a:off x="363836" y="244861"/>
            <a:ext cx="24102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RAG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功能测试</a:t>
            </a:r>
          </a:p>
        </p:txBody>
      </p:sp>
      <p:cxnSp>
        <p:nvCxnSpPr>
          <p:cNvPr id="44" name="直线连接符 3">
            <a:extLst>
              <a:ext uri="{FF2B5EF4-FFF2-40B4-BE49-F238E27FC236}">
                <a16:creationId xmlns:a16="http://schemas.microsoft.com/office/drawing/2014/main" id="{04C2440C-D094-138F-C423-827AA1FC4A7C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noFill/>
          <a:ln w="19050" cap="flat" cmpd="sng" algn="ctr">
            <a:solidFill>
              <a:srgbClr val="6C2280"/>
            </a:solidFill>
            <a:prstDash val="solid"/>
            <a:miter lim="800000"/>
          </a:ln>
          <a:effectLst/>
        </p:spPr>
      </p:cxnSp>
      <p:pic>
        <p:nvPicPr>
          <p:cNvPr id="45" name="图片 44">
            <a:extLst>
              <a:ext uri="{FF2B5EF4-FFF2-40B4-BE49-F238E27FC236}">
                <a16:creationId xmlns:a16="http://schemas.microsoft.com/office/drawing/2014/main" id="{BC604FE4-D964-865F-D718-89AAE5E0AC3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CAA21FFA-CAA2-9704-D93E-99421BB96E4B}"/>
              </a:ext>
            </a:extLst>
          </p:cNvPr>
          <p:cNvGrpSpPr/>
          <p:nvPr/>
        </p:nvGrpSpPr>
        <p:grpSpPr>
          <a:xfrm>
            <a:off x="1295982" y="2529460"/>
            <a:ext cx="139964" cy="139964"/>
            <a:chOff x="-873393" y="1299311"/>
            <a:chExt cx="718548" cy="718548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26FF84B6-8898-31F5-5634-1DB2BD295F26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F9A9B14D-0090-502E-78B9-C1750F559952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CE47699-2F66-C3FE-03C7-34C5DCB4DF2F}"/>
              </a:ext>
            </a:extLst>
          </p:cNvPr>
          <p:cNvGrpSpPr/>
          <p:nvPr/>
        </p:nvGrpSpPr>
        <p:grpSpPr>
          <a:xfrm>
            <a:off x="1312614" y="3642060"/>
            <a:ext cx="139964" cy="139964"/>
            <a:chOff x="-873393" y="1299311"/>
            <a:chExt cx="718548" cy="71854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BA8F3120-21A8-BA5C-D59E-324625F89F28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13445E42-6850-E446-E4FD-E90E318F8890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4" name="Text1">
            <a:extLst>
              <a:ext uri="{FF2B5EF4-FFF2-40B4-BE49-F238E27FC236}">
                <a16:creationId xmlns:a16="http://schemas.microsoft.com/office/drawing/2014/main" id="{EF4E54A0-49F2-688B-89FA-2E627A5341B8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662186" y="2359525"/>
            <a:ext cx="3018559" cy="2141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为每个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OS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概念构建关键词集</a:t>
            </a: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命中关键词集视为命中</a:t>
            </a: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kern="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recall@5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达到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0.9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，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MRR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达到</a:t>
            </a: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0.8</a:t>
            </a:r>
          </a:p>
          <a:p>
            <a:pPr>
              <a:lnSpc>
                <a:spcPct val="150000"/>
              </a:lnSpc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覆盖率良好，排名相关性良好</a:t>
            </a: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86E3B5A-0686-CDDE-76E4-008E6ED5B485}"/>
              </a:ext>
            </a:extLst>
          </p:cNvPr>
          <p:cNvGrpSpPr/>
          <p:nvPr/>
        </p:nvGrpSpPr>
        <p:grpSpPr>
          <a:xfrm>
            <a:off x="4438402" y="2556316"/>
            <a:ext cx="139964" cy="139964"/>
            <a:chOff x="-873393" y="1299311"/>
            <a:chExt cx="718548" cy="718548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0E7C9FB2-7D61-CE7D-246C-086E676E017E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DC83A459-6166-533F-CDAA-D862764E2F72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37319F78-85F4-5D4E-14C7-7D987F7B8AAF}"/>
              </a:ext>
            </a:extLst>
          </p:cNvPr>
          <p:cNvGrpSpPr/>
          <p:nvPr/>
        </p:nvGrpSpPr>
        <p:grpSpPr>
          <a:xfrm>
            <a:off x="4438402" y="3665810"/>
            <a:ext cx="139964" cy="139964"/>
            <a:chOff x="-873393" y="1299311"/>
            <a:chExt cx="718548" cy="718548"/>
          </a:xfrm>
        </p:grpSpPr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EE51B43D-A475-D12F-E5E2-930455DA329B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2FFD31E3-9B82-8DF1-2262-441B2A54590D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5B7FEA3-1F98-657F-9F01-88A74BA89E1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8044429" y="1215345"/>
            <a:ext cx="2919330" cy="25262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2E91A89-BD85-461A-C16B-526C1448C87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8106820" y="3981429"/>
            <a:ext cx="2919331" cy="25262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312BD29-0685-6388-0E69-B0F9475284A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491" y="4500748"/>
            <a:ext cx="2919331" cy="18561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747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CD12-A6E8-3112-F58E-F1EB204A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>
            <a:extLst>
              <a:ext uri="{FF2B5EF4-FFF2-40B4-BE49-F238E27FC236}">
                <a16:creationId xmlns:a16="http://schemas.microsoft.com/office/drawing/2014/main" id="{122A44BD-3A8D-9CE9-B39E-959E02AF046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H="1">
            <a:off x="853158" y="1217383"/>
            <a:ext cx="10443021" cy="2286514"/>
          </a:xfrm>
          <a:prstGeom prst="roundRect">
            <a:avLst>
              <a:gd name="adj" fmla="val 11814"/>
            </a:avLst>
          </a:prstGeom>
          <a:solidFill>
            <a:schemeClr val="bg1"/>
          </a:solidFill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554F8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10D9DF-5A39-6563-4DDE-88BE8FEFAB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flipH="1">
            <a:off x="6626640" y="1633275"/>
            <a:ext cx="3984660" cy="565444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添加正文内容添加正文内容，添加正文内容添加正文内容，添加正文内容添加正文内容。</a:t>
            </a:r>
          </a:p>
        </p:txBody>
      </p:sp>
      <p:sp>
        <p:nvSpPr>
          <p:cNvPr id="26" name="稻壳儿小白白(http://dwz.cn/Wu2UP)">
            <a:extLst>
              <a:ext uri="{FF2B5EF4-FFF2-40B4-BE49-F238E27FC236}">
                <a16:creationId xmlns:a16="http://schemas.microsoft.com/office/drawing/2014/main" id="{3CC4CDD7-23C8-54F8-336D-27968B69A718}"/>
              </a:ext>
            </a:extLst>
          </p:cNvPr>
          <p:cNvSpPr>
            <a:spLocks noEditPoints="1"/>
          </p:cNvSpPr>
          <p:nvPr/>
        </p:nvSpPr>
        <p:spPr>
          <a:xfrm>
            <a:off x="6121947" y="1666382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772274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稻壳儿小白白(http://dwz.cn/Wu2UP)">
            <a:extLst>
              <a:ext uri="{FF2B5EF4-FFF2-40B4-BE49-F238E27FC236}">
                <a16:creationId xmlns:a16="http://schemas.microsoft.com/office/drawing/2014/main" id="{DF690F5B-5628-C348-2469-6B479D916B78}"/>
              </a:ext>
            </a:extLst>
          </p:cNvPr>
          <p:cNvSpPr>
            <a:spLocks noEditPoints="1"/>
          </p:cNvSpPr>
          <p:nvPr/>
        </p:nvSpPr>
        <p:spPr>
          <a:xfrm>
            <a:off x="6121947" y="2525882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772274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小李PPT1">
            <a:extLst>
              <a:ext uri="{FF2B5EF4-FFF2-40B4-BE49-F238E27FC236}">
                <a16:creationId xmlns:a16="http://schemas.microsoft.com/office/drawing/2014/main" id="{3B633824-6A0F-8C36-75C2-A9BFEECFBEE2}"/>
              </a:ext>
            </a:extLst>
          </p:cNvPr>
          <p:cNvSpPr txBox="1"/>
          <p:nvPr/>
        </p:nvSpPr>
        <p:spPr>
          <a:xfrm>
            <a:off x="363836" y="24486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评价模块测试</a:t>
            </a:r>
          </a:p>
        </p:txBody>
      </p:sp>
      <p:cxnSp>
        <p:nvCxnSpPr>
          <p:cNvPr id="31" name="直线连接符 3">
            <a:extLst>
              <a:ext uri="{FF2B5EF4-FFF2-40B4-BE49-F238E27FC236}">
                <a16:creationId xmlns:a16="http://schemas.microsoft.com/office/drawing/2014/main" id="{F9093DBC-E1B6-E928-736D-05D04903404B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noFill/>
          <a:ln w="19050" cap="flat" cmpd="sng" algn="ctr">
            <a:solidFill>
              <a:srgbClr val="6C2280"/>
            </a:solidFill>
            <a:prstDash val="solid"/>
            <a:miter lim="800000"/>
          </a:ln>
          <a:effectLst/>
        </p:spPr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60A352A8-C59D-E280-0B6F-4FA57496EFB9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3" name="圆角矩形 32">
            <a:extLst>
              <a:ext uri="{FF2B5EF4-FFF2-40B4-BE49-F238E27FC236}">
                <a16:creationId xmlns:a16="http://schemas.microsoft.com/office/drawing/2014/main" id="{DEC296F4-D51A-D807-063C-988EE823966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flipH="1">
            <a:off x="810999" y="3824354"/>
            <a:ext cx="10485179" cy="2286514"/>
          </a:xfrm>
          <a:prstGeom prst="roundRect">
            <a:avLst>
              <a:gd name="adj" fmla="val 11814"/>
            </a:avLst>
          </a:prstGeom>
          <a:solidFill>
            <a:schemeClr val="bg1"/>
          </a:solidFill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554F8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31639F0-E8E5-DA64-2B91-AFBD80062B7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512" y="4126099"/>
            <a:ext cx="4340745" cy="1683024"/>
          </a:xfrm>
          <a:prstGeom prst="roundRect">
            <a:avLst>
              <a:gd name="adj" fmla="val 6993"/>
            </a:avLst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26140434-9CAD-66CE-B166-3B0C4DA40CC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flipH="1">
            <a:off x="6626640" y="2498962"/>
            <a:ext cx="3984660" cy="565444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添加正文内容添加正文内容，添加正文内容添加正文内容，添加正文内容添加正文内容。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133DCA8-0E43-A46E-BC84-F1044159A79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flipH="1">
            <a:off x="1925736" y="4258087"/>
            <a:ext cx="4071032" cy="565444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添加正文内容添加正文内容，添加正文内容添加正文内容，添加正文内容添加正文内容。</a:t>
            </a:r>
          </a:p>
        </p:txBody>
      </p:sp>
      <p:sp>
        <p:nvSpPr>
          <p:cNvPr id="59" name="稻壳儿小白白(http://dwz.cn/Wu2UP)">
            <a:extLst>
              <a:ext uri="{FF2B5EF4-FFF2-40B4-BE49-F238E27FC236}">
                <a16:creationId xmlns:a16="http://schemas.microsoft.com/office/drawing/2014/main" id="{86EC18E6-3861-D6F5-E040-DFBCE7A880F4}"/>
              </a:ext>
            </a:extLst>
          </p:cNvPr>
          <p:cNvSpPr>
            <a:spLocks noEditPoints="1"/>
          </p:cNvSpPr>
          <p:nvPr/>
        </p:nvSpPr>
        <p:spPr>
          <a:xfrm>
            <a:off x="1421043" y="4291194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68A4C6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稻壳儿小白白(http://dwz.cn/Wu2UP)">
            <a:extLst>
              <a:ext uri="{FF2B5EF4-FFF2-40B4-BE49-F238E27FC236}">
                <a16:creationId xmlns:a16="http://schemas.microsoft.com/office/drawing/2014/main" id="{584D9C0B-8277-EA14-CD02-EEDE1253B4CF}"/>
              </a:ext>
            </a:extLst>
          </p:cNvPr>
          <p:cNvSpPr>
            <a:spLocks noEditPoints="1"/>
          </p:cNvSpPr>
          <p:nvPr/>
        </p:nvSpPr>
        <p:spPr>
          <a:xfrm>
            <a:off x="1421043" y="5150694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68A4C6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5BB29CE-E705-6CA6-7E12-28D92CA8460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flipH="1">
            <a:off x="1925736" y="5123774"/>
            <a:ext cx="3996604" cy="565444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添加正文内容添加正文内容，添加正文内容添加正文内容，添加正文内容添加正文内容。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41FD84-85F1-BE20-D18A-1E6E4F95A1F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71" y="1379242"/>
            <a:ext cx="4560690" cy="18798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22DE50B-7206-2361-5AF3-EB71F16B917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115" y="4495515"/>
            <a:ext cx="4115050" cy="16856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070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0F801-86F4-5EDD-8998-8A98C139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>
            <a:extLst>
              <a:ext uri="{FF2B5EF4-FFF2-40B4-BE49-F238E27FC236}">
                <a16:creationId xmlns:a16="http://schemas.microsoft.com/office/drawing/2014/main" id="{E85CCF2E-C141-1401-307A-21DD6789AC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H="1">
            <a:off x="853155" y="1431135"/>
            <a:ext cx="10443021" cy="2688040"/>
          </a:xfrm>
          <a:prstGeom prst="roundRect">
            <a:avLst>
              <a:gd name="adj" fmla="val 11814"/>
            </a:avLst>
          </a:prstGeom>
          <a:solidFill>
            <a:schemeClr val="bg1"/>
          </a:solidFill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554F8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C0ABD6-3A10-4CF1-CA6E-0BB08A1DDCF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flipH="1">
            <a:off x="6551117" y="1583848"/>
            <a:ext cx="3984660" cy="1870622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平均得分基本可以按照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4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等级对学生进行评价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优秀和良好等级存在重叠，系统对基础薄弱的考生方面具有更强的辨别能力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</p:txBody>
      </p:sp>
      <p:sp>
        <p:nvSpPr>
          <p:cNvPr id="26" name="稻壳儿小白白(http://dwz.cn/Wu2UP)">
            <a:extLst>
              <a:ext uri="{FF2B5EF4-FFF2-40B4-BE49-F238E27FC236}">
                <a16:creationId xmlns:a16="http://schemas.microsoft.com/office/drawing/2014/main" id="{731E33BF-1FA8-61AB-5639-6A298A9B22E4}"/>
              </a:ext>
            </a:extLst>
          </p:cNvPr>
          <p:cNvSpPr>
            <a:spLocks noEditPoints="1"/>
          </p:cNvSpPr>
          <p:nvPr/>
        </p:nvSpPr>
        <p:spPr>
          <a:xfrm>
            <a:off x="6121947" y="1880135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772274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小李PPT1">
            <a:extLst>
              <a:ext uri="{FF2B5EF4-FFF2-40B4-BE49-F238E27FC236}">
                <a16:creationId xmlns:a16="http://schemas.microsoft.com/office/drawing/2014/main" id="{721015C9-99CA-79C2-C068-7B8912BD5A6E}"/>
              </a:ext>
            </a:extLst>
          </p:cNvPr>
          <p:cNvSpPr txBox="1"/>
          <p:nvPr/>
        </p:nvSpPr>
        <p:spPr>
          <a:xfrm>
            <a:off x="363836" y="24486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评价模块测试</a:t>
            </a:r>
          </a:p>
        </p:txBody>
      </p:sp>
      <p:cxnSp>
        <p:nvCxnSpPr>
          <p:cNvPr id="31" name="直线连接符 3">
            <a:extLst>
              <a:ext uri="{FF2B5EF4-FFF2-40B4-BE49-F238E27FC236}">
                <a16:creationId xmlns:a16="http://schemas.microsoft.com/office/drawing/2014/main" id="{40E1B141-9814-ACCD-E603-F7CC98DC2ED7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noFill/>
          <a:ln w="19050" cap="flat" cmpd="sng" algn="ctr">
            <a:solidFill>
              <a:srgbClr val="6C2280"/>
            </a:solidFill>
            <a:prstDash val="solid"/>
            <a:miter lim="800000"/>
          </a:ln>
          <a:effectLst/>
        </p:spPr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6C53952D-6237-D5B8-0F34-604409F99BE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3" name="圆角矩形 32">
            <a:extLst>
              <a:ext uri="{FF2B5EF4-FFF2-40B4-BE49-F238E27FC236}">
                <a16:creationId xmlns:a16="http://schemas.microsoft.com/office/drawing/2014/main" id="{9C1EA580-9F80-9B9D-3671-A3F35926B73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flipH="1">
            <a:off x="810998" y="4228633"/>
            <a:ext cx="10485179" cy="2422051"/>
          </a:xfrm>
          <a:prstGeom prst="roundRect">
            <a:avLst>
              <a:gd name="adj" fmla="val 11814"/>
            </a:avLst>
          </a:prstGeom>
          <a:solidFill>
            <a:schemeClr val="bg1"/>
          </a:solidFill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554F8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1647579-0367-8927-046A-22AE7733975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flipH="1">
            <a:off x="1819201" y="4797903"/>
            <a:ext cx="3856729" cy="565444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相邻准确率则达到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97.92%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，仅 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1 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个样本超出相邻容错范围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</p:txBody>
      </p:sp>
      <p:sp>
        <p:nvSpPr>
          <p:cNvPr id="59" name="稻壳儿小白白(http://dwz.cn/Wu2UP)">
            <a:extLst>
              <a:ext uri="{FF2B5EF4-FFF2-40B4-BE49-F238E27FC236}">
                <a16:creationId xmlns:a16="http://schemas.microsoft.com/office/drawing/2014/main" id="{EBE5FB44-7209-0FF3-CA6E-4094CDE6613B}"/>
              </a:ext>
            </a:extLst>
          </p:cNvPr>
          <p:cNvSpPr>
            <a:spLocks noEditPoints="1"/>
          </p:cNvSpPr>
          <p:nvPr/>
        </p:nvSpPr>
        <p:spPr>
          <a:xfrm>
            <a:off x="1314510" y="4673733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68A4C6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稻壳儿小白白(http://dwz.cn/Wu2UP)">
            <a:extLst>
              <a:ext uri="{FF2B5EF4-FFF2-40B4-BE49-F238E27FC236}">
                <a16:creationId xmlns:a16="http://schemas.microsoft.com/office/drawing/2014/main" id="{62CC9B88-CF8C-1488-CAEF-DF916923959D}"/>
              </a:ext>
            </a:extLst>
          </p:cNvPr>
          <p:cNvSpPr>
            <a:spLocks noEditPoints="1"/>
          </p:cNvSpPr>
          <p:nvPr/>
        </p:nvSpPr>
        <p:spPr>
          <a:xfrm>
            <a:off x="1314510" y="5697973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68A4C6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6ED4FD-268A-926A-EF43-DE7C9C451AA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flipH="1">
            <a:off x="1819201" y="5663590"/>
            <a:ext cx="4047567" cy="565444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>
            <a:outerShdw blurRad="254000" dist="635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Spearman 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秩相关系数达到𝜌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=0.895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（𝑝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&lt;0.001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cs typeface="Alibaba PuHuiTi" pitchFamily="18" charset="-122"/>
              </a:rPr>
              <a:t>属于强正相关关系</a:t>
            </a:r>
            <a:endParaRPr kumimoji="1"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95C750-17F9-7DE5-D86B-450760855A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47" y="1758656"/>
            <a:ext cx="5197900" cy="214245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6ECCB0B-DA73-FE9F-5625-1D8826758AA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302" y="4387619"/>
            <a:ext cx="5262405" cy="21556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69CE001-BACF-859A-E774-153EA169B0E4}"/>
              </a:ext>
            </a:extLst>
          </p:cNvPr>
          <p:cNvSpPr txBox="1"/>
          <p:nvPr/>
        </p:nvSpPr>
        <p:spPr>
          <a:xfrm>
            <a:off x="867303" y="853601"/>
            <a:ext cx="10242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采用</a:t>
            </a:r>
            <a:r>
              <a:rPr lang="en-US" altLang="zh-CN" dirty="0"/>
              <a:t>AI</a:t>
            </a:r>
            <a:r>
              <a:rPr lang="zh-CN" altLang="en-US" dirty="0"/>
              <a:t>回答问题进行模拟测试，</a:t>
            </a:r>
            <a:r>
              <a:rPr lang="en-US" altLang="zh-CN" dirty="0"/>
              <a:t>6</a:t>
            </a:r>
            <a:r>
              <a:rPr lang="zh-CN" altLang="en-US" dirty="0"/>
              <a:t>个实验章节共进行</a:t>
            </a:r>
            <a:r>
              <a:rPr lang="en-US" altLang="zh-CN" dirty="0"/>
              <a:t>48</a:t>
            </a:r>
            <a:r>
              <a:rPr lang="zh-CN" altLang="en-US" dirty="0"/>
              <a:t>组模拟考试</a:t>
            </a:r>
          </a:p>
        </p:txBody>
      </p:sp>
      <p:sp>
        <p:nvSpPr>
          <p:cNvPr id="7" name="稻壳儿小白白(http://dwz.cn/Wu2UP)">
            <a:extLst>
              <a:ext uri="{FF2B5EF4-FFF2-40B4-BE49-F238E27FC236}">
                <a16:creationId xmlns:a16="http://schemas.microsoft.com/office/drawing/2014/main" id="{3E8002A7-0607-27BB-6158-CEE12AD97932}"/>
              </a:ext>
            </a:extLst>
          </p:cNvPr>
          <p:cNvSpPr>
            <a:spLocks noEditPoints="1"/>
          </p:cNvSpPr>
          <p:nvPr/>
        </p:nvSpPr>
        <p:spPr>
          <a:xfrm>
            <a:off x="6126798" y="2673172"/>
            <a:ext cx="309726" cy="248339"/>
          </a:xfrm>
          <a:custGeom>
            <a:avLst/>
            <a:gdLst>
              <a:gd name="T0" fmla="*/ 1862331175 w 51"/>
              <a:gd name="T1" fmla="*/ 1235018160 h 41"/>
              <a:gd name="T2" fmla="*/ 1241558724 w 51"/>
              <a:gd name="T3" fmla="*/ 1900027408 h 41"/>
              <a:gd name="T4" fmla="*/ 1146051549 w 51"/>
              <a:gd name="T5" fmla="*/ 1947527576 h 41"/>
              <a:gd name="T6" fmla="*/ 1002794241 w 51"/>
              <a:gd name="T7" fmla="*/ 1900027408 h 41"/>
              <a:gd name="T8" fmla="*/ 95507175 w 51"/>
              <a:gd name="T9" fmla="*/ 950010258 h 41"/>
              <a:gd name="T10" fmla="*/ 0 w 51"/>
              <a:gd name="T11" fmla="*/ 712509416 h 41"/>
              <a:gd name="T12" fmla="*/ 0 w 51"/>
              <a:gd name="T13" fmla="*/ 190000673 h 41"/>
              <a:gd name="T14" fmla="*/ 143257307 w 51"/>
              <a:gd name="T15" fmla="*/ 0 h 41"/>
              <a:gd name="T16" fmla="*/ 668529494 w 51"/>
              <a:gd name="T17" fmla="*/ 0 h 41"/>
              <a:gd name="T18" fmla="*/ 955044109 w 51"/>
              <a:gd name="T19" fmla="*/ 142500505 h 41"/>
              <a:gd name="T20" fmla="*/ 1862331175 w 51"/>
              <a:gd name="T21" fmla="*/ 1045017487 h 41"/>
              <a:gd name="T22" fmla="*/ 1910088218 w 51"/>
              <a:gd name="T23" fmla="*/ 1140017823 h 41"/>
              <a:gd name="T24" fmla="*/ 1862331175 w 51"/>
              <a:gd name="T25" fmla="*/ 1235018160 h 41"/>
              <a:gd name="T26" fmla="*/ 382014879 w 51"/>
              <a:gd name="T27" fmla="*/ 237500841 h 41"/>
              <a:gd name="T28" fmla="*/ 238757572 w 51"/>
              <a:gd name="T29" fmla="*/ 427508407 h 41"/>
              <a:gd name="T30" fmla="*/ 382014879 w 51"/>
              <a:gd name="T31" fmla="*/ 570008912 h 41"/>
              <a:gd name="T32" fmla="*/ 573029229 w 51"/>
              <a:gd name="T33" fmla="*/ 427508407 h 41"/>
              <a:gd name="T34" fmla="*/ 382014879 w 51"/>
              <a:gd name="T35" fmla="*/ 237500841 h 41"/>
              <a:gd name="T36" fmla="*/ 2147483646 w 51"/>
              <a:gd name="T37" fmla="*/ 1235018160 h 41"/>
              <a:gd name="T38" fmla="*/ 1719080778 w 51"/>
              <a:gd name="T39" fmla="*/ 1900027408 h 41"/>
              <a:gd name="T40" fmla="*/ 1623573603 w 51"/>
              <a:gd name="T41" fmla="*/ 1947527576 h 41"/>
              <a:gd name="T42" fmla="*/ 1480316296 w 51"/>
              <a:gd name="T43" fmla="*/ 1852527240 h 41"/>
              <a:gd name="T44" fmla="*/ 2101095657 w 51"/>
              <a:gd name="T45" fmla="*/ 1235018160 h 41"/>
              <a:gd name="T46" fmla="*/ 2147483646 w 51"/>
              <a:gd name="T47" fmla="*/ 1140017823 h 41"/>
              <a:gd name="T48" fmla="*/ 2101095657 w 51"/>
              <a:gd name="T49" fmla="*/ 1045017487 h 41"/>
              <a:gd name="T50" fmla="*/ 1146051549 w 51"/>
              <a:gd name="T51" fmla="*/ 142500505 h 41"/>
              <a:gd name="T52" fmla="*/ 907293976 w 51"/>
              <a:gd name="T53" fmla="*/ 0 h 41"/>
              <a:gd name="T54" fmla="*/ 1193801681 w 51"/>
              <a:gd name="T55" fmla="*/ 0 h 41"/>
              <a:gd name="T56" fmla="*/ 1432566163 w 51"/>
              <a:gd name="T57" fmla="*/ 142500505 h 41"/>
              <a:gd name="T58" fmla="*/ 2147483646 w 51"/>
              <a:gd name="T59" fmla="*/ 1045017487 h 41"/>
              <a:gd name="T60" fmla="*/ 2147483646 w 51"/>
              <a:gd name="T61" fmla="*/ 1140017823 h 41"/>
              <a:gd name="T62" fmla="*/ 2147483646 w 51"/>
              <a:gd name="T63" fmla="*/ 1235018160 h 4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51" h="41">
                <a:moveTo>
                  <a:pt x="39" y="26"/>
                </a:moveTo>
                <a:cubicBezTo>
                  <a:pt x="26" y="40"/>
                  <a:pt x="26" y="40"/>
                  <a:pt x="26" y="40"/>
                </a:cubicBezTo>
                <a:cubicBezTo>
                  <a:pt x="26" y="40"/>
                  <a:pt x="25" y="41"/>
                  <a:pt x="24" y="41"/>
                </a:cubicBezTo>
                <a:cubicBezTo>
                  <a:pt x="23" y="41"/>
                  <a:pt x="22" y="40"/>
                  <a:pt x="21" y="4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19"/>
                  <a:pt x="0" y="17"/>
                  <a:pt x="0" y="1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6" y="0"/>
                  <a:pt x="19" y="1"/>
                  <a:pt x="20" y="3"/>
                </a:cubicBezTo>
                <a:cubicBezTo>
                  <a:pt x="39" y="22"/>
                  <a:pt x="39" y="22"/>
                  <a:pt x="39" y="22"/>
                </a:cubicBezTo>
                <a:cubicBezTo>
                  <a:pt x="40" y="22"/>
                  <a:pt x="40" y="23"/>
                  <a:pt x="40" y="24"/>
                </a:cubicBezTo>
                <a:cubicBezTo>
                  <a:pt x="40" y="25"/>
                  <a:pt x="40" y="26"/>
                  <a:pt x="39" y="26"/>
                </a:cubicBezTo>
                <a:close/>
                <a:moveTo>
                  <a:pt x="8" y="5"/>
                </a:moveTo>
                <a:cubicBezTo>
                  <a:pt x="6" y="5"/>
                  <a:pt x="5" y="7"/>
                  <a:pt x="5" y="9"/>
                </a:cubicBezTo>
                <a:cubicBezTo>
                  <a:pt x="5" y="11"/>
                  <a:pt x="6" y="12"/>
                  <a:pt x="8" y="12"/>
                </a:cubicBezTo>
                <a:cubicBezTo>
                  <a:pt x="10" y="12"/>
                  <a:pt x="12" y="11"/>
                  <a:pt x="12" y="9"/>
                </a:cubicBezTo>
                <a:cubicBezTo>
                  <a:pt x="12" y="7"/>
                  <a:pt x="10" y="5"/>
                  <a:pt x="8" y="5"/>
                </a:cubicBezTo>
                <a:close/>
                <a:moveTo>
                  <a:pt x="50" y="26"/>
                </a:moveTo>
                <a:cubicBezTo>
                  <a:pt x="36" y="40"/>
                  <a:pt x="36" y="40"/>
                  <a:pt x="36" y="40"/>
                </a:cubicBezTo>
                <a:cubicBezTo>
                  <a:pt x="36" y="40"/>
                  <a:pt x="35" y="41"/>
                  <a:pt x="34" y="41"/>
                </a:cubicBezTo>
                <a:cubicBezTo>
                  <a:pt x="33" y="41"/>
                  <a:pt x="32" y="40"/>
                  <a:pt x="31" y="39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26"/>
                  <a:pt x="45" y="25"/>
                  <a:pt x="45" y="24"/>
                </a:cubicBezTo>
                <a:cubicBezTo>
                  <a:pt x="45" y="23"/>
                  <a:pt x="44" y="22"/>
                  <a:pt x="44" y="22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1"/>
                  <a:pt x="20" y="0"/>
                  <a:pt x="19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9" y="1"/>
                  <a:pt x="30" y="3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2"/>
                  <a:pt x="51" y="23"/>
                  <a:pt x="51" y="24"/>
                </a:cubicBezTo>
                <a:cubicBezTo>
                  <a:pt x="51" y="25"/>
                  <a:pt x="50" y="26"/>
                  <a:pt x="50" y="26"/>
                </a:cubicBezTo>
                <a:close/>
              </a:path>
            </a:pathLst>
          </a:custGeom>
          <a:solidFill>
            <a:srgbClr val="772274"/>
          </a:solidFill>
          <a:ln>
            <a:noFill/>
          </a:ln>
        </p:spPr>
        <p:txBody>
          <a:bodyPr lIns="121920" tIns="60960" rIns="121920" bIns="60960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794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BBB92-613B-A125-C285-04C81D6F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AA967EA8-EBC4-D42C-7033-3F8BEB7A7ADE}"/>
              </a:ext>
            </a:extLst>
          </p:cNvPr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2B0B2F5E-64BF-DF51-AA18-E2EFB75C58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>
              <a:fillRect/>
            </a:stretch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3B7CD72-7A6D-12BC-1C5C-F0131633C6C7}"/>
                </a:ext>
              </a:extLst>
            </p:cNvPr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6" name="小李PPT13">
            <a:extLst>
              <a:ext uri="{FF2B5EF4-FFF2-40B4-BE49-F238E27FC236}">
                <a16:creationId xmlns:a16="http://schemas.microsoft.com/office/drawing/2014/main" id="{3C717159-DEE5-B91A-C8EE-09B1014E3088}"/>
              </a:ext>
            </a:extLst>
          </p:cNvPr>
          <p:cNvSpPr txBox="1"/>
          <p:nvPr/>
        </p:nvSpPr>
        <p:spPr>
          <a:xfrm>
            <a:off x="588430" y="3104339"/>
            <a:ext cx="4578556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solidFill>
                  <a:srgbClr val="441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创新点与展望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D8FD67-E1AC-0A67-7970-B73D65904253}"/>
              </a:ext>
            </a:extLst>
          </p:cNvPr>
          <p:cNvSpPr txBox="1"/>
          <p:nvPr/>
        </p:nvSpPr>
        <p:spPr>
          <a:xfrm>
            <a:off x="588431" y="4639544"/>
            <a:ext cx="4076164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defRPr/>
            </a:pPr>
            <a:r>
              <a:rPr lang="en-US" altLang="zh-CN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Innovation Points and Prospects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03D9601-15FE-6918-3878-4CCB08B0FA34}"/>
              </a:ext>
            </a:extLst>
          </p:cNvPr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0" b="1" i="0" u="none" strike="noStrike" kern="1200" cap="none" spc="0" normalizeH="0" baseline="0" noProof="0" dirty="0">
                <a:ln>
                  <a:noFill/>
                </a:ln>
                <a:solidFill>
                  <a:srgbClr val="581969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05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581969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AB1E5604-2627-5217-D805-38ADE721273C}"/>
              </a:ext>
            </a:extLst>
          </p:cNvPr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581969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82752EF-A374-A6E0-7421-465D582795E3}"/>
              </a:ext>
            </a:extLst>
          </p:cNvPr>
          <p:cNvGrpSpPr/>
          <p:nvPr/>
        </p:nvGrpSpPr>
        <p:grpSpPr>
          <a:xfrm>
            <a:off x="5445250" y="1"/>
            <a:ext cx="6746747" cy="6857998"/>
            <a:chOff x="5445250" y="1"/>
            <a:chExt cx="6746747" cy="6857998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任意形状 6">
              <a:extLst>
                <a:ext uri="{FF2B5EF4-FFF2-40B4-BE49-F238E27FC236}">
                  <a16:creationId xmlns:a16="http://schemas.microsoft.com/office/drawing/2014/main" id="{827E9DF2-2F0A-5357-026D-1EB88FFEB42C}"/>
                </a:ext>
              </a:extLst>
            </p:cNvPr>
            <p:cNvSpPr/>
            <p:nvPr/>
          </p:nvSpPr>
          <p:spPr>
            <a:xfrm>
              <a:off x="9033508" y="1"/>
              <a:ext cx="3061716" cy="1530857"/>
            </a:xfrm>
            <a:custGeom>
              <a:avLst/>
              <a:gdLst>
                <a:gd name="connsiteX0" fmla="*/ 3061716 w 3061716"/>
                <a:gd name="connsiteY0" fmla="*/ 0 h 1530857"/>
                <a:gd name="connsiteX1" fmla="*/ 1530858 w 3061716"/>
                <a:gd name="connsiteY1" fmla="*/ 1530858 h 1530857"/>
                <a:gd name="connsiteX2" fmla="*/ 0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878D08D2-1991-F487-7616-878B4155FC3C}"/>
                </a:ext>
              </a:extLst>
            </p:cNvPr>
            <p:cNvSpPr/>
            <p:nvPr/>
          </p:nvSpPr>
          <p:spPr>
            <a:xfrm>
              <a:off x="7079740" y="1"/>
              <a:ext cx="3380994" cy="3325367"/>
            </a:xfrm>
            <a:custGeom>
              <a:avLst/>
              <a:gdLst>
                <a:gd name="connsiteX0" fmla="*/ 3380994 w 3380994"/>
                <a:gd name="connsiteY0" fmla="*/ 1634490 h 3325367"/>
                <a:gd name="connsiteX1" fmla="*/ 1690878 w 3380994"/>
                <a:gd name="connsiteY1" fmla="*/ 3325368 h 3325367"/>
                <a:gd name="connsiteX2" fmla="*/ 0 w 3380994"/>
                <a:gd name="connsiteY2" fmla="*/ 1634490 h 3325367"/>
                <a:gd name="connsiteX3" fmla="*/ 1635252 w 3380994"/>
                <a:gd name="connsiteY3" fmla="*/ 0 h 3325367"/>
                <a:gd name="connsiteX4" fmla="*/ 1745742 w 3380994"/>
                <a:gd name="connsiteY4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0994" h="3325367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2E706EDD-84B3-CEF4-CA53-918A0F67F9A2}"/>
                </a:ext>
              </a:extLst>
            </p:cNvPr>
            <p:cNvSpPr/>
            <p:nvPr/>
          </p:nvSpPr>
          <p:spPr>
            <a:xfrm>
              <a:off x="10667998" y="111252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3238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55D5C451-885B-DE09-4F3F-271C34E60513}"/>
                </a:ext>
              </a:extLst>
            </p:cNvPr>
            <p:cNvSpPr/>
            <p:nvPr/>
          </p:nvSpPr>
          <p:spPr>
            <a:xfrm>
              <a:off x="8874250" y="1738884"/>
              <a:ext cx="3317747" cy="3380231"/>
            </a:xfrm>
            <a:custGeom>
              <a:avLst/>
              <a:gdLst>
                <a:gd name="connsiteX0" fmla="*/ 3317748 w 3317747"/>
                <a:gd name="connsiteY0" fmla="*/ 1627632 h 3380231"/>
                <a:gd name="connsiteX1" fmla="*/ 3317748 w 3317747"/>
                <a:gd name="connsiteY1" fmla="*/ 1752600 h 3380231"/>
                <a:gd name="connsiteX2" fmla="*/ 1690116 w 3317747"/>
                <a:gd name="connsiteY2" fmla="*/ 3380232 h 3380231"/>
                <a:gd name="connsiteX3" fmla="*/ 0 w 3317747"/>
                <a:gd name="connsiteY3" fmla="*/ 1690116 h 3380231"/>
                <a:gd name="connsiteX4" fmla="*/ 1690116 w 3317747"/>
                <a:gd name="connsiteY4" fmla="*/ 0 h 338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7747" h="3380231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B9A19C0F-E631-7BBF-0DC8-C42187CB020A}"/>
                </a:ext>
              </a:extLst>
            </p:cNvPr>
            <p:cNvSpPr/>
            <p:nvPr/>
          </p:nvSpPr>
          <p:spPr>
            <a:xfrm>
              <a:off x="10667998" y="3699510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4000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CA154E0E-B39C-3BC9-E1D1-68CDBBBB14C7}"/>
                </a:ext>
              </a:extLst>
            </p:cNvPr>
            <p:cNvSpPr/>
            <p:nvPr/>
          </p:nvSpPr>
          <p:spPr>
            <a:xfrm>
              <a:off x="9033508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B814E172-8BA4-9CAB-A97B-49D52BBF0B64}"/>
                </a:ext>
              </a:extLst>
            </p:cNvPr>
            <p:cNvSpPr/>
            <p:nvPr/>
          </p:nvSpPr>
          <p:spPr>
            <a:xfrm>
              <a:off x="7079740" y="3532632"/>
              <a:ext cx="3380994" cy="3325367"/>
            </a:xfrm>
            <a:custGeom>
              <a:avLst/>
              <a:gdLst>
                <a:gd name="connsiteX0" fmla="*/ 3380994 w 3380994"/>
                <a:gd name="connsiteY0" fmla="*/ 1690878 h 3325367"/>
                <a:gd name="connsiteX1" fmla="*/ 1745742 w 3380994"/>
                <a:gd name="connsiteY1" fmla="*/ 3325368 h 3325367"/>
                <a:gd name="connsiteX2" fmla="*/ 1635252 w 3380994"/>
                <a:gd name="connsiteY2" fmla="*/ 3325368 h 3325367"/>
                <a:gd name="connsiteX3" fmla="*/ 0 w 3380994"/>
                <a:gd name="connsiteY3" fmla="*/ 1690878 h 3325367"/>
                <a:gd name="connsiteX4" fmla="*/ 0 w 3380994"/>
                <a:gd name="connsiteY4" fmla="*/ 1690878 h 3325367"/>
                <a:gd name="connsiteX5" fmla="*/ 1690878 w 3380994"/>
                <a:gd name="connsiteY5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80994" h="3325367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188C5C13-813D-19AF-9492-E171B2E5B7D2}"/>
                </a:ext>
              </a:extLst>
            </p:cNvPr>
            <p:cNvSpPr/>
            <p:nvPr/>
          </p:nvSpPr>
          <p:spPr>
            <a:xfrm rot="18900000">
              <a:off x="5780874" y="2233352"/>
              <a:ext cx="2390370" cy="2390370"/>
            </a:xfrm>
            <a:custGeom>
              <a:avLst/>
              <a:gdLst>
                <a:gd name="connsiteX0" fmla="*/ 0 w 2390370"/>
                <a:gd name="connsiteY0" fmla="*/ 0 h 2390370"/>
                <a:gd name="connsiteX1" fmla="*/ 2390371 w 2390370"/>
                <a:gd name="connsiteY1" fmla="*/ 0 h 2390370"/>
                <a:gd name="connsiteX2" fmla="*/ 2390371 w 2390370"/>
                <a:gd name="connsiteY2" fmla="*/ 2390371 h 2390370"/>
                <a:gd name="connsiteX3" fmla="*/ 0 w 2390370"/>
                <a:gd name="connsiteY3" fmla="*/ 2390371 h 23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0370" h="2390370">
                  <a:moveTo>
                    <a:pt x="0" y="0"/>
                  </a:moveTo>
                  <a:lnTo>
                    <a:pt x="2390371" y="0"/>
                  </a:lnTo>
                  <a:lnTo>
                    <a:pt x="2390371" y="2390371"/>
                  </a:lnTo>
                  <a:lnTo>
                    <a:pt x="0" y="2390371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16C70447-D01C-A5B9-2D6A-CAEA19C2563C}"/>
                </a:ext>
              </a:extLst>
            </p:cNvPr>
            <p:cNvSpPr/>
            <p:nvPr/>
          </p:nvSpPr>
          <p:spPr>
            <a:xfrm>
              <a:off x="5445250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1880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BFAE-CC2E-B195-C05F-BEB095B9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259F9174-8CE5-760D-6731-DB19ED1C416E}"/>
              </a:ext>
            </a:extLst>
          </p:cNvPr>
          <p:cNvSpPr txBox="1"/>
          <p:nvPr/>
        </p:nvSpPr>
        <p:spPr>
          <a:xfrm>
            <a:off x="718981" y="1260975"/>
            <a:ext cx="3948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01.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领域适配的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RAG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出题机制：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5E3D63-CEB9-7038-3149-928B6928EE6F}"/>
              </a:ext>
            </a:extLst>
          </p:cNvPr>
          <p:cNvSpPr txBox="1"/>
          <p:nvPr/>
        </p:nvSpPr>
        <p:spPr>
          <a:xfrm>
            <a:off x="883575" y="2041772"/>
            <a:ext cx="4812074" cy="1532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先规划后检索的三阶段流程，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LLM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动态生成语义查询，代替静态关键词匹配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代码片段与问题结构化绑定，适配口试场景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30FC4D-827D-04ED-90E6-2ECE007B0A0B}"/>
              </a:ext>
            </a:extLst>
          </p:cNvPr>
          <p:cNvSpPr/>
          <p:nvPr/>
        </p:nvSpPr>
        <p:spPr>
          <a:xfrm>
            <a:off x="818135" y="1777455"/>
            <a:ext cx="1157469" cy="89192"/>
          </a:xfrm>
          <a:prstGeom prst="rect">
            <a:avLst/>
          </a:prstGeom>
          <a:solidFill>
            <a:srgbClr val="912C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C22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C776A1C-639E-9275-3148-4FFD77D4E306}"/>
              </a:ext>
            </a:extLst>
          </p:cNvPr>
          <p:cNvSpPr txBox="1"/>
          <p:nvPr/>
        </p:nvSpPr>
        <p:spPr>
          <a:xfrm>
            <a:off x="6583290" y="1260976"/>
            <a:ext cx="3563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02. </a:t>
            </a:r>
            <a:r>
              <a:rPr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自动化的口试评价机制：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4040108-FED6-4F71-7DB7-8A2A96A74B49}"/>
              </a:ext>
            </a:extLst>
          </p:cNvPr>
          <p:cNvSpPr/>
          <p:nvPr/>
        </p:nvSpPr>
        <p:spPr>
          <a:xfrm>
            <a:off x="6682444" y="1777456"/>
            <a:ext cx="1157469" cy="89192"/>
          </a:xfrm>
          <a:prstGeom prst="rect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1B396BCF-661E-D451-ABC6-BF2549459C3E}"/>
              </a:ext>
            </a:extLst>
          </p:cNvPr>
          <p:cNvCxnSpPr>
            <a:cxnSpLocks/>
          </p:cNvCxnSpPr>
          <p:nvPr/>
        </p:nvCxnSpPr>
        <p:spPr>
          <a:xfrm>
            <a:off x="6094239" y="1344003"/>
            <a:ext cx="0" cy="51972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小李PPT1">
            <a:extLst>
              <a:ext uri="{FF2B5EF4-FFF2-40B4-BE49-F238E27FC236}">
                <a16:creationId xmlns:a16="http://schemas.microsoft.com/office/drawing/2014/main" id="{43EEDA7A-B816-2F54-5980-1FBF6C577109}"/>
              </a:ext>
            </a:extLst>
          </p:cNvPr>
          <p:cNvSpPr txBox="1"/>
          <p:nvPr/>
        </p:nvSpPr>
        <p:spPr>
          <a:xfrm>
            <a:off x="363836" y="24486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主要工作成果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EA6EA977-F4B8-A2A3-7565-C515709EED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cxnSp>
        <p:nvCxnSpPr>
          <p:cNvPr id="32" name="直线连接符 3">
            <a:extLst>
              <a:ext uri="{FF2B5EF4-FFF2-40B4-BE49-F238E27FC236}">
                <a16:creationId xmlns:a16="http://schemas.microsoft.com/office/drawing/2014/main" id="{4A07607C-821E-AAB2-49E7-A931835ED19C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noFill/>
          <a:ln w="19050" cap="flat" cmpd="sng" algn="ctr">
            <a:solidFill>
              <a:srgbClr val="6C2280"/>
            </a:solidFill>
            <a:prstDash val="solid"/>
            <a:miter lim="800000"/>
          </a:ln>
          <a:effectLst/>
        </p:spPr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CF24477-638E-835A-21C4-BD31A730E850}"/>
              </a:ext>
            </a:extLst>
          </p:cNvPr>
          <p:cNvSpPr txBox="1"/>
          <p:nvPr/>
        </p:nvSpPr>
        <p:spPr>
          <a:xfrm>
            <a:off x="6773541" y="2041772"/>
            <a:ext cx="4854774" cy="116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口试阶段动态根据学生回答追问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评价阶段从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4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个维度进行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10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分制评分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6923F3-52B6-98A6-2706-161E4E4D7EB7}"/>
              </a:ext>
            </a:extLst>
          </p:cNvPr>
          <p:cNvGrpSpPr/>
          <p:nvPr/>
        </p:nvGrpSpPr>
        <p:grpSpPr>
          <a:xfrm>
            <a:off x="931555" y="2184526"/>
            <a:ext cx="149793" cy="149793"/>
            <a:chOff x="1004317" y="5159291"/>
            <a:chExt cx="149793" cy="149793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6BFD3E90-DC38-F1FF-E499-0831388D93F2}"/>
                </a:ext>
              </a:extLst>
            </p:cNvPr>
            <p:cNvSpPr/>
            <p:nvPr/>
          </p:nvSpPr>
          <p:spPr>
            <a:xfrm>
              <a:off x="1004317" y="5159291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FE2D8134-475E-E8D9-6AA8-F995ABA24DE5}"/>
                </a:ext>
              </a:extLst>
            </p:cNvPr>
            <p:cNvSpPr/>
            <p:nvPr/>
          </p:nvSpPr>
          <p:spPr>
            <a:xfrm>
              <a:off x="1037758" y="5195474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2061003-04C2-EF54-E543-FA379D97CB5C}"/>
              </a:ext>
            </a:extLst>
          </p:cNvPr>
          <p:cNvGrpSpPr/>
          <p:nvPr/>
        </p:nvGrpSpPr>
        <p:grpSpPr>
          <a:xfrm>
            <a:off x="6830409" y="2194290"/>
            <a:ext cx="139964" cy="139964"/>
            <a:chOff x="-873393" y="1299311"/>
            <a:chExt cx="718548" cy="718548"/>
          </a:xfrm>
        </p:grpSpPr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B3EF4A31-EA3B-4587-904A-1F653F9B94C8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BA8D7983-2609-F676-75D8-6200E8DD2EF4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5CDC4A0-94B9-CAE9-CCF6-EDE2A717DE39}"/>
              </a:ext>
            </a:extLst>
          </p:cNvPr>
          <p:cNvSpPr txBox="1"/>
          <p:nvPr/>
        </p:nvSpPr>
        <p:spPr>
          <a:xfrm>
            <a:off x="6583290" y="4113977"/>
            <a:ext cx="4171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</a:t>
            </a:r>
            <a:r>
              <a:rPr lang="en-US" altLang="zh-CN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4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.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可用的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OS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课程实验口试系统：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494306-16EE-4A92-3B63-ECDC74A47E96}"/>
              </a:ext>
            </a:extLst>
          </p:cNvPr>
          <p:cNvSpPr txBox="1"/>
          <p:nvPr/>
        </p:nvSpPr>
        <p:spPr>
          <a:xfrm>
            <a:off x="6747884" y="4894774"/>
            <a:ext cx="4812074" cy="1532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实现从代码到智能口试，再到多模型评价的完整交互流程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在规模化自动测试上表现良好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0E356D-B166-A09F-746A-79FFF26BFF42}"/>
              </a:ext>
            </a:extLst>
          </p:cNvPr>
          <p:cNvSpPr/>
          <p:nvPr/>
        </p:nvSpPr>
        <p:spPr>
          <a:xfrm>
            <a:off x="6682444" y="4630457"/>
            <a:ext cx="1157469" cy="89192"/>
          </a:xfrm>
          <a:prstGeom prst="rect">
            <a:avLst/>
          </a:prstGeom>
          <a:solidFill>
            <a:srgbClr val="912C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C22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A284D2-8F6D-0BFC-3ABF-06BFB67272C0}"/>
              </a:ext>
            </a:extLst>
          </p:cNvPr>
          <p:cNvSpPr txBox="1"/>
          <p:nvPr/>
        </p:nvSpPr>
        <p:spPr>
          <a:xfrm>
            <a:off x="818135" y="4113977"/>
            <a:ext cx="3340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</a:t>
            </a:r>
            <a:r>
              <a:rPr lang="en-US" altLang="zh-CN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3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. </a:t>
            </a:r>
            <a:r>
              <a:rPr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多</a:t>
            </a:r>
            <a:r>
              <a:rPr lang="en-US" altLang="zh-CN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协作评分机制：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62E398-666C-99B6-E7C5-F824CD781C17}"/>
              </a:ext>
            </a:extLst>
          </p:cNvPr>
          <p:cNvSpPr/>
          <p:nvPr/>
        </p:nvSpPr>
        <p:spPr>
          <a:xfrm>
            <a:off x="917289" y="4630457"/>
            <a:ext cx="1157469" cy="89192"/>
          </a:xfrm>
          <a:prstGeom prst="rect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11D1F90-6DBA-EB12-AD3B-1DA93933AA26}"/>
              </a:ext>
            </a:extLst>
          </p:cNvPr>
          <p:cNvGrpSpPr/>
          <p:nvPr/>
        </p:nvGrpSpPr>
        <p:grpSpPr>
          <a:xfrm>
            <a:off x="6795864" y="5037528"/>
            <a:ext cx="149793" cy="149793"/>
            <a:chOff x="1004317" y="5159291"/>
            <a:chExt cx="149793" cy="149793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C77D53D-DDA9-6D64-34E6-EC98BD2E0B7D}"/>
                </a:ext>
              </a:extLst>
            </p:cNvPr>
            <p:cNvSpPr/>
            <p:nvPr/>
          </p:nvSpPr>
          <p:spPr>
            <a:xfrm>
              <a:off x="1004317" y="5159291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4889814-1FB9-A712-5C8F-B4170A5C63DC}"/>
                </a:ext>
              </a:extLst>
            </p:cNvPr>
            <p:cNvSpPr/>
            <p:nvPr/>
          </p:nvSpPr>
          <p:spPr>
            <a:xfrm>
              <a:off x="1037758" y="5195474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D5AFB7E-DEF9-69D7-3E6B-498AEBF1E967}"/>
              </a:ext>
            </a:extLst>
          </p:cNvPr>
          <p:cNvGrpSpPr/>
          <p:nvPr/>
        </p:nvGrpSpPr>
        <p:grpSpPr>
          <a:xfrm>
            <a:off x="1065254" y="5047291"/>
            <a:ext cx="139964" cy="139964"/>
            <a:chOff x="-873393" y="1299311"/>
            <a:chExt cx="718548" cy="718548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B8B8B22-5C23-F0B3-FCEB-BB51D7E35BC3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D139478-7741-47EA-1D54-84F824F46135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BFECECC-5156-2388-457E-275E315DA2C0}"/>
              </a:ext>
            </a:extLst>
          </p:cNvPr>
          <p:cNvGrpSpPr/>
          <p:nvPr/>
        </p:nvGrpSpPr>
        <p:grpSpPr>
          <a:xfrm>
            <a:off x="931555" y="3290591"/>
            <a:ext cx="149793" cy="149793"/>
            <a:chOff x="1004317" y="5159291"/>
            <a:chExt cx="149793" cy="149793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03E708C-3B06-5C8F-BEBE-3F2056BF5F7C}"/>
                </a:ext>
              </a:extLst>
            </p:cNvPr>
            <p:cNvSpPr/>
            <p:nvPr/>
          </p:nvSpPr>
          <p:spPr>
            <a:xfrm>
              <a:off x="1004317" y="5159291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53F4FDA3-7824-2E97-8D87-6DEBE008B28F}"/>
                </a:ext>
              </a:extLst>
            </p:cNvPr>
            <p:cNvSpPr/>
            <p:nvPr/>
          </p:nvSpPr>
          <p:spPr>
            <a:xfrm>
              <a:off x="1037758" y="5195474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2861D40-95A3-0042-8F49-C813799803CA}"/>
              </a:ext>
            </a:extLst>
          </p:cNvPr>
          <p:cNvGrpSpPr/>
          <p:nvPr/>
        </p:nvGrpSpPr>
        <p:grpSpPr>
          <a:xfrm>
            <a:off x="6830409" y="2982610"/>
            <a:ext cx="139964" cy="139964"/>
            <a:chOff x="-873393" y="1299311"/>
            <a:chExt cx="718548" cy="718548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C1363CCC-65CC-D4C6-A090-4E5C7BF629B7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068F46EC-8743-7318-B16F-9B01413D113A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750F2D8-B744-49E7-BE93-2F3CA682228C}"/>
              </a:ext>
            </a:extLst>
          </p:cNvPr>
          <p:cNvGrpSpPr/>
          <p:nvPr/>
        </p:nvGrpSpPr>
        <p:grpSpPr>
          <a:xfrm>
            <a:off x="6795864" y="6137592"/>
            <a:ext cx="149793" cy="149793"/>
            <a:chOff x="1004317" y="5159291"/>
            <a:chExt cx="149793" cy="149793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AF2E81F-9D18-0447-3EA7-3BD562209F5B}"/>
                </a:ext>
              </a:extLst>
            </p:cNvPr>
            <p:cNvSpPr/>
            <p:nvPr/>
          </p:nvSpPr>
          <p:spPr>
            <a:xfrm>
              <a:off x="1004317" y="5159291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6BABEECF-BAAF-DDC0-3810-0A844E904C55}"/>
                </a:ext>
              </a:extLst>
            </p:cNvPr>
            <p:cNvSpPr/>
            <p:nvPr/>
          </p:nvSpPr>
          <p:spPr>
            <a:xfrm>
              <a:off x="1037758" y="5195474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82B17AA1-12E6-821B-9249-72B75007EF31}"/>
              </a:ext>
            </a:extLst>
          </p:cNvPr>
          <p:cNvSpPr txBox="1"/>
          <p:nvPr/>
        </p:nvSpPr>
        <p:spPr>
          <a:xfrm>
            <a:off x="1008386" y="4888207"/>
            <a:ext cx="4854774" cy="116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独立评分，交叉评审，主席裁定三阶段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引入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IQR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离群值检测与自动重评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F58AC20-DC3A-7C77-6F26-C3338DF6BCC0}"/>
              </a:ext>
            </a:extLst>
          </p:cNvPr>
          <p:cNvGrpSpPr/>
          <p:nvPr/>
        </p:nvGrpSpPr>
        <p:grpSpPr>
          <a:xfrm>
            <a:off x="1065254" y="5040725"/>
            <a:ext cx="139964" cy="139964"/>
            <a:chOff x="-873393" y="1299311"/>
            <a:chExt cx="718548" cy="718548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93896199-7141-FB65-230A-AB3F7B5E5D62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26E29929-69B4-4466-82C8-6FAEC93BD17D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FE83198-1AD5-4EFB-6ED4-2DD3E5351018}"/>
              </a:ext>
            </a:extLst>
          </p:cNvPr>
          <p:cNvGrpSpPr/>
          <p:nvPr/>
        </p:nvGrpSpPr>
        <p:grpSpPr>
          <a:xfrm>
            <a:off x="1065254" y="5829045"/>
            <a:ext cx="139964" cy="139964"/>
            <a:chOff x="-873393" y="1299311"/>
            <a:chExt cx="718548" cy="718548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7D1E6575-C3FD-32AB-BBDF-C781ECEE2ABF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21B64BCC-525E-D568-B8A9-328053C5DFD4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4481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A0532-97CE-9F7D-7E89-5325DAABD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形状 9">
            <a:extLst>
              <a:ext uri="{FF2B5EF4-FFF2-40B4-BE49-F238E27FC236}">
                <a16:creationId xmlns:a16="http://schemas.microsoft.com/office/drawing/2014/main" id="{4ED979A3-B005-1B58-C6B2-209102844759}"/>
              </a:ext>
            </a:extLst>
          </p:cNvPr>
          <p:cNvSpPr/>
          <p:nvPr/>
        </p:nvSpPr>
        <p:spPr>
          <a:xfrm>
            <a:off x="1029189" y="1526660"/>
            <a:ext cx="4881981" cy="4660384"/>
          </a:xfrm>
          <a:custGeom>
            <a:avLst/>
            <a:gdLst>
              <a:gd name="connsiteX0" fmla="*/ 0 w 2604516"/>
              <a:gd name="connsiteY0" fmla="*/ 0 h 3469386"/>
              <a:gd name="connsiteX1" fmla="*/ 2604516 w 2604516"/>
              <a:gd name="connsiteY1" fmla="*/ 0 h 3469386"/>
              <a:gd name="connsiteX2" fmla="*/ 2604516 w 2604516"/>
              <a:gd name="connsiteY2" fmla="*/ 3469386 h 3469386"/>
              <a:gd name="connsiteX3" fmla="*/ 0 w 2604516"/>
              <a:gd name="connsiteY3" fmla="*/ 3469386 h 346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4516" h="3469386">
                <a:moveTo>
                  <a:pt x="0" y="0"/>
                </a:moveTo>
                <a:lnTo>
                  <a:pt x="2604516" y="0"/>
                </a:lnTo>
                <a:lnTo>
                  <a:pt x="2604516" y="3469386"/>
                </a:lnTo>
                <a:lnTo>
                  <a:pt x="0" y="3469386"/>
                </a:lnTo>
                <a:close/>
              </a:path>
            </a:pathLst>
          </a:custGeom>
          <a:solidFill>
            <a:schemeClr val="bg1"/>
          </a:solidFill>
          <a:ln w="7503" cap="flat">
            <a:noFill/>
            <a:prstDash val="solid"/>
            <a:miter/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任意形状 29">
            <a:extLst>
              <a:ext uri="{FF2B5EF4-FFF2-40B4-BE49-F238E27FC236}">
                <a16:creationId xmlns:a16="http://schemas.microsoft.com/office/drawing/2014/main" id="{B2F26DF6-E95C-678E-17D9-BFC5EA858F98}"/>
              </a:ext>
            </a:extLst>
          </p:cNvPr>
          <p:cNvSpPr/>
          <p:nvPr/>
        </p:nvSpPr>
        <p:spPr>
          <a:xfrm>
            <a:off x="1589270" y="1982469"/>
            <a:ext cx="3776376" cy="567337"/>
          </a:xfrm>
          <a:custGeom>
            <a:avLst/>
            <a:gdLst>
              <a:gd name="connsiteX0" fmla="*/ 0 w 2263901"/>
              <a:gd name="connsiteY0" fmla="*/ 0 h 665987"/>
              <a:gd name="connsiteX1" fmla="*/ 2263902 w 2263901"/>
              <a:gd name="connsiteY1" fmla="*/ 0 h 665987"/>
              <a:gd name="connsiteX2" fmla="*/ 2263902 w 2263901"/>
              <a:gd name="connsiteY2" fmla="*/ 665988 h 665987"/>
              <a:gd name="connsiteX3" fmla="*/ 0 w 2263901"/>
              <a:gd name="connsiteY3" fmla="*/ 665988 h 66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901" h="665987">
                <a:moveTo>
                  <a:pt x="0" y="0"/>
                </a:moveTo>
                <a:lnTo>
                  <a:pt x="2263902" y="0"/>
                </a:lnTo>
                <a:lnTo>
                  <a:pt x="2263902" y="665988"/>
                </a:lnTo>
                <a:lnTo>
                  <a:pt x="0" y="665988"/>
                </a:lnTo>
                <a:close/>
              </a:path>
            </a:pathLst>
          </a:custGeom>
          <a:noFill/>
          <a:ln w="12700" cap="flat">
            <a:solidFill>
              <a:schemeClr val="bg2">
                <a:lumMod val="90000"/>
              </a:schemeClr>
            </a:solidFill>
            <a:prstDash val="sysDash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00DCABDF-D36C-57B0-8CCE-A99305B7EF5F}"/>
              </a:ext>
            </a:extLst>
          </p:cNvPr>
          <p:cNvSpPr txBox="1"/>
          <p:nvPr/>
        </p:nvSpPr>
        <p:spPr>
          <a:xfrm>
            <a:off x="1634396" y="2060386"/>
            <a:ext cx="36740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当前局限性</a:t>
            </a:r>
          </a:p>
        </p:txBody>
      </p:sp>
      <p:sp>
        <p:nvSpPr>
          <p:cNvPr id="41" name="小李PPT1">
            <a:extLst>
              <a:ext uri="{FF2B5EF4-FFF2-40B4-BE49-F238E27FC236}">
                <a16:creationId xmlns:a16="http://schemas.microsoft.com/office/drawing/2014/main" id="{8EC530DD-C3C7-3095-5A61-27B14C1AC392}"/>
              </a:ext>
            </a:extLst>
          </p:cNvPr>
          <p:cNvSpPr txBox="1"/>
          <p:nvPr/>
        </p:nvSpPr>
        <p:spPr>
          <a:xfrm>
            <a:off x="363836" y="244861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不足与未来工作</a:t>
            </a:r>
          </a:p>
        </p:txBody>
      </p:sp>
      <p:cxnSp>
        <p:nvCxnSpPr>
          <p:cNvPr id="42" name="直线连接符 3">
            <a:extLst>
              <a:ext uri="{FF2B5EF4-FFF2-40B4-BE49-F238E27FC236}">
                <a16:creationId xmlns:a16="http://schemas.microsoft.com/office/drawing/2014/main" id="{CF1231FD-A161-FE59-3293-E99CC2A0EEB9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515715C2-C9FD-03C7-41E8-F89F97D7E6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55" name="任意形状 84">
            <a:extLst>
              <a:ext uri="{FF2B5EF4-FFF2-40B4-BE49-F238E27FC236}">
                <a16:creationId xmlns:a16="http://schemas.microsoft.com/office/drawing/2014/main" id="{AF087CC7-C4EC-8E9D-830E-117D9CEB4722}"/>
              </a:ext>
            </a:extLst>
          </p:cNvPr>
          <p:cNvSpPr/>
          <p:nvPr/>
        </p:nvSpPr>
        <p:spPr>
          <a:xfrm>
            <a:off x="1020642" y="1452796"/>
            <a:ext cx="4890528" cy="25200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989040A-CF40-4A9C-32DF-D7D87D0FD8F5}"/>
              </a:ext>
            </a:extLst>
          </p:cNvPr>
          <p:cNvSpPr txBox="1"/>
          <p:nvPr/>
        </p:nvSpPr>
        <p:spPr>
          <a:xfrm>
            <a:off x="1416402" y="2661736"/>
            <a:ext cx="4034308" cy="2593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RAG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知识库覆盖范围有限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优秀分段学生区分度不足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未经过真实课堂下的实验验证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596ECA73-7A37-E11B-08B7-54119D113F63}"/>
              </a:ext>
            </a:extLst>
          </p:cNvPr>
          <p:cNvSpPr/>
          <p:nvPr/>
        </p:nvSpPr>
        <p:spPr>
          <a:xfrm flipV="1">
            <a:off x="3317401" y="1668796"/>
            <a:ext cx="318407" cy="214819"/>
          </a:xfrm>
          <a:prstGeom prst="triangle">
            <a:avLst/>
          </a:prstGeom>
          <a:solidFill>
            <a:srgbClr val="912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形状 9">
            <a:extLst>
              <a:ext uri="{FF2B5EF4-FFF2-40B4-BE49-F238E27FC236}">
                <a16:creationId xmlns:a16="http://schemas.microsoft.com/office/drawing/2014/main" id="{16AE678B-273C-69A6-139E-6D23E16CCFD1}"/>
              </a:ext>
            </a:extLst>
          </p:cNvPr>
          <p:cNvSpPr/>
          <p:nvPr/>
        </p:nvSpPr>
        <p:spPr>
          <a:xfrm>
            <a:off x="6225433" y="1526659"/>
            <a:ext cx="4881981" cy="4660383"/>
          </a:xfrm>
          <a:custGeom>
            <a:avLst/>
            <a:gdLst>
              <a:gd name="connsiteX0" fmla="*/ 0 w 2604516"/>
              <a:gd name="connsiteY0" fmla="*/ 0 h 3469386"/>
              <a:gd name="connsiteX1" fmla="*/ 2604516 w 2604516"/>
              <a:gd name="connsiteY1" fmla="*/ 0 h 3469386"/>
              <a:gd name="connsiteX2" fmla="*/ 2604516 w 2604516"/>
              <a:gd name="connsiteY2" fmla="*/ 3469386 h 3469386"/>
              <a:gd name="connsiteX3" fmla="*/ 0 w 2604516"/>
              <a:gd name="connsiteY3" fmla="*/ 3469386 h 346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4516" h="3469386">
                <a:moveTo>
                  <a:pt x="0" y="0"/>
                </a:moveTo>
                <a:lnTo>
                  <a:pt x="2604516" y="0"/>
                </a:lnTo>
                <a:lnTo>
                  <a:pt x="2604516" y="3469386"/>
                </a:lnTo>
                <a:lnTo>
                  <a:pt x="0" y="3469386"/>
                </a:lnTo>
                <a:close/>
              </a:path>
            </a:pathLst>
          </a:custGeom>
          <a:solidFill>
            <a:schemeClr val="bg1"/>
          </a:solidFill>
          <a:ln w="7503" cap="flat">
            <a:noFill/>
            <a:prstDash val="solid"/>
            <a:miter/>
          </a:ln>
          <a:effectLst>
            <a:outerShdw blurRad="50800" dist="38100" dir="5400000" algn="t" rotWithShape="0">
              <a:srgbClr val="68A4C6">
                <a:alpha val="40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任意形状 29">
            <a:extLst>
              <a:ext uri="{FF2B5EF4-FFF2-40B4-BE49-F238E27FC236}">
                <a16:creationId xmlns:a16="http://schemas.microsoft.com/office/drawing/2014/main" id="{4E1C68F5-B9FD-B504-9F35-FB342F31BD76}"/>
              </a:ext>
            </a:extLst>
          </p:cNvPr>
          <p:cNvSpPr/>
          <p:nvPr/>
        </p:nvSpPr>
        <p:spPr>
          <a:xfrm>
            <a:off x="6785514" y="1982469"/>
            <a:ext cx="3776376" cy="567337"/>
          </a:xfrm>
          <a:custGeom>
            <a:avLst/>
            <a:gdLst>
              <a:gd name="connsiteX0" fmla="*/ 0 w 2263901"/>
              <a:gd name="connsiteY0" fmla="*/ 0 h 665987"/>
              <a:gd name="connsiteX1" fmla="*/ 2263902 w 2263901"/>
              <a:gd name="connsiteY1" fmla="*/ 0 h 665987"/>
              <a:gd name="connsiteX2" fmla="*/ 2263902 w 2263901"/>
              <a:gd name="connsiteY2" fmla="*/ 665988 h 665987"/>
              <a:gd name="connsiteX3" fmla="*/ 0 w 2263901"/>
              <a:gd name="connsiteY3" fmla="*/ 665988 h 66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901" h="665987">
                <a:moveTo>
                  <a:pt x="0" y="0"/>
                </a:moveTo>
                <a:lnTo>
                  <a:pt x="2263902" y="0"/>
                </a:lnTo>
                <a:lnTo>
                  <a:pt x="2263902" y="665988"/>
                </a:lnTo>
                <a:lnTo>
                  <a:pt x="0" y="665988"/>
                </a:lnTo>
                <a:close/>
              </a:path>
            </a:pathLst>
          </a:custGeom>
          <a:noFill/>
          <a:ln w="12700" cap="flat">
            <a:solidFill>
              <a:schemeClr val="bg2">
                <a:lumMod val="90000"/>
              </a:schemeClr>
            </a:solidFill>
            <a:prstDash val="sysDash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6370B76-AE6E-2E31-5846-340540E97AE8}"/>
              </a:ext>
            </a:extLst>
          </p:cNvPr>
          <p:cNvSpPr txBox="1"/>
          <p:nvPr/>
        </p:nvSpPr>
        <p:spPr>
          <a:xfrm>
            <a:off x="6830640" y="2060386"/>
            <a:ext cx="36740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未来工作</a:t>
            </a:r>
          </a:p>
        </p:txBody>
      </p:sp>
      <p:sp>
        <p:nvSpPr>
          <p:cNvPr id="107" name="任意形状 84">
            <a:extLst>
              <a:ext uri="{FF2B5EF4-FFF2-40B4-BE49-F238E27FC236}">
                <a16:creationId xmlns:a16="http://schemas.microsoft.com/office/drawing/2014/main" id="{6C0FA69E-A78E-2995-EF12-AE69178B2CFA}"/>
              </a:ext>
            </a:extLst>
          </p:cNvPr>
          <p:cNvSpPr/>
          <p:nvPr/>
        </p:nvSpPr>
        <p:spPr>
          <a:xfrm>
            <a:off x="6216886" y="1452796"/>
            <a:ext cx="4890528" cy="25200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rgbClr val="68A4C6"/>
          </a:solidFill>
          <a:ln w="1270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CD895222-35FC-9F86-5C61-074F809B2937}"/>
              </a:ext>
            </a:extLst>
          </p:cNvPr>
          <p:cNvSpPr txBox="1"/>
          <p:nvPr/>
        </p:nvSpPr>
        <p:spPr>
          <a:xfrm>
            <a:off x="6604100" y="2661736"/>
            <a:ext cx="4042854" cy="2270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扩展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RAG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知识库覆盖范围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进行真实课堂实验，优化口试流程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Alibaba PuHuiTi" pitchFamily="18" charset="-122"/>
              </a:rPr>
              <a:t>进一步降低系统端到端延迟相应，提升口试流畅度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Alibaba PuHuiTi" pitchFamily="18" charset="-122"/>
            </a:endParaRPr>
          </a:p>
        </p:txBody>
      </p:sp>
      <p:sp>
        <p:nvSpPr>
          <p:cNvPr id="110" name="等腰三角形 109">
            <a:extLst>
              <a:ext uri="{FF2B5EF4-FFF2-40B4-BE49-F238E27FC236}">
                <a16:creationId xmlns:a16="http://schemas.microsoft.com/office/drawing/2014/main" id="{03365C29-4F6D-9998-2554-28D8208BE873}"/>
              </a:ext>
            </a:extLst>
          </p:cNvPr>
          <p:cNvSpPr/>
          <p:nvPr/>
        </p:nvSpPr>
        <p:spPr>
          <a:xfrm flipV="1">
            <a:off x="8513645" y="1668796"/>
            <a:ext cx="318407" cy="214819"/>
          </a:xfrm>
          <a:prstGeom prst="triangl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729F3DD-34C2-B175-0112-AD3F411B594A}"/>
              </a:ext>
            </a:extLst>
          </p:cNvPr>
          <p:cNvGrpSpPr/>
          <p:nvPr/>
        </p:nvGrpSpPr>
        <p:grpSpPr>
          <a:xfrm>
            <a:off x="1483774" y="2851842"/>
            <a:ext cx="149793" cy="149793"/>
            <a:chOff x="1356179" y="3876849"/>
            <a:chExt cx="149793" cy="149793"/>
          </a:xfrm>
        </p:grpSpPr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585A9812-2F4D-854E-1FB1-C4F58A8C1C3A}"/>
                </a:ext>
              </a:extLst>
            </p:cNvPr>
            <p:cNvSpPr/>
            <p:nvPr/>
          </p:nvSpPr>
          <p:spPr>
            <a:xfrm>
              <a:off x="1356179" y="387684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3F35DF18-A6CA-0EDB-E22E-EC02A878DE76}"/>
                </a:ext>
              </a:extLst>
            </p:cNvPr>
            <p:cNvSpPr/>
            <p:nvPr/>
          </p:nvSpPr>
          <p:spPr>
            <a:xfrm>
              <a:off x="1389620" y="391303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9799C23-DE7C-535B-61C2-2E86D25C2559}"/>
              </a:ext>
            </a:extLst>
          </p:cNvPr>
          <p:cNvGrpSpPr/>
          <p:nvPr/>
        </p:nvGrpSpPr>
        <p:grpSpPr>
          <a:xfrm>
            <a:off x="1483774" y="3594932"/>
            <a:ext cx="149793" cy="149793"/>
            <a:chOff x="1356179" y="4599369"/>
            <a:chExt cx="149793" cy="149793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E5A9462E-34DA-24DA-8D18-580C5D180EA4}"/>
                </a:ext>
              </a:extLst>
            </p:cNvPr>
            <p:cNvSpPr/>
            <p:nvPr/>
          </p:nvSpPr>
          <p:spPr>
            <a:xfrm>
              <a:off x="1356179" y="459936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AE5FE246-F912-EA61-0BF0-E4D14C68FD41}"/>
                </a:ext>
              </a:extLst>
            </p:cNvPr>
            <p:cNvSpPr/>
            <p:nvPr/>
          </p:nvSpPr>
          <p:spPr>
            <a:xfrm>
              <a:off x="1389620" y="463555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2" name="椭圆 121">
            <a:extLst>
              <a:ext uri="{FF2B5EF4-FFF2-40B4-BE49-F238E27FC236}">
                <a16:creationId xmlns:a16="http://schemas.microsoft.com/office/drawing/2014/main" id="{B20EDB48-0A18-D221-BD9B-97A7ABC752D5}"/>
              </a:ext>
            </a:extLst>
          </p:cNvPr>
          <p:cNvSpPr/>
          <p:nvPr/>
        </p:nvSpPr>
        <p:spPr>
          <a:xfrm>
            <a:off x="6655937" y="2856570"/>
            <a:ext cx="149793" cy="149793"/>
          </a:xfrm>
          <a:prstGeom prst="ellipse">
            <a:avLst/>
          </a:prstGeom>
          <a:solidFill>
            <a:srgbClr val="C5D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38D88BF7-B09F-839D-04B3-53723467059D}"/>
              </a:ext>
            </a:extLst>
          </p:cNvPr>
          <p:cNvSpPr/>
          <p:nvPr/>
        </p:nvSpPr>
        <p:spPr>
          <a:xfrm>
            <a:off x="6689378" y="2883353"/>
            <a:ext cx="84196" cy="80268"/>
          </a:xfrm>
          <a:prstGeom prst="ellips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500215D-27E6-E8AB-BB94-9557C64D5B76}"/>
              </a:ext>
            </a:extLst>
          </p:cNvPr>
          <p:cNvGrpSpPr/>
          <p:nvPr/>
        </p:nvGrpSpPr>
        <p:grpSpPr>
          <a:xfrm>
            <a:off x="6655937" y="3575909"/>
            <a:ext cx="149793" cy="149793"/>
            <a:chOff x="6528342" y="4561565"/>
            <a:chExt cx="149793" cy="149793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6F5A5008-D1FF-3E54-F390-CBEA5A83EA6D}"/>
                </a:ext>
              </a:extLst>
            </p:cNvPr>
            <p:cNvSpPr/>
            <p:nvPr/>
          </p:nvSpPr>
          <p:spPr>
            <a:xfrm>
              <a:off x="6528342" y="4561565"/>
              <a:ext cx="149793" cy="149793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2E7C26EA-357D-22A9-FDA4-4044AF5CE3E2}"/>
                </a:ext>
              </a:extLst>
            </p:cNvPr>
            <p:cNvSpPr/>
            <p:nvPr/>
          </p:nvSpPr>
          <p:spPr>
            <a:xfrm>
              <a:off x="6561783" y="4597748"/>
              <a:ext cx="84196" cy="80268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413E793-6574-AE0E-CF1B-9B67B91714DB}"/>
              </a:ext>
            </a:extLst>
          </p:cNvPr>
          <p:cNvGrpSpPr/>
          <p:nvPr/>
        </p:nvGrpSpPr>
        <p:grpSpPr>
          <a:xfrm>
            <a:off x="1483774" y="4300372"/>
            <a:ext cx="149793" cy="149793"/>
            <a:chOff x="1356179" y="4599369"/>
            <a:chExt cx="149793" cy="149793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B78E0E40-CB7B-9EA4-E518-EA7473687D6A}"/>
                </a:ext>
              </a:extLst>
            </p:cNvPr>
            <p:cNvSpPr/>
            <p:nvPr/>
          </p:nvSpPr>
          <p:spPr>
            <a:xfrm>
              <a:off x="1356179" y="459936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C0F3ED24-3891-4CD0-F122-608B6CB6FE60}"/>
                </a:ext>
              </a:extLst>
            </p:cNvPr>
            <p:cNvSpPr/>
            <p:nvPr/>
          </p:nvSpPr>
          <p:spPr>
            <a:xfrm>
              <a:off x="1389620" y="463555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74F2148-FF16-3122-AA97-A36059A3E95D}"/>
              </a:ext>
            </a:extLst>
          </p:cNvPr>
          <p:cNvGrpSpPr/>
          <p:nvPr/>
        </p:nvGrpSpPr>
        <p:grpSpPr>
          <a:xfrm>
            <a:off x="6655937" y="4300371"/>
            <a:ext cx="149793" cy="149793"/>
            <a:chOff x="6528342" y="4561565"/>
            <a:chExt cx="149793" cy="14979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14A6260-3A40-4EFE-9C18-3C3C92B9D72B}"/>
                </a:ext>
              </a:extLst>
            </p:cNvPr>
            <p:cNvSpPr/>
            <p:nvPr/>
          </p:nvSpPr>
          <p:spPr>
            <a:xfrm>
              <a:off x="6528342" y="4561565"/>
              <a:ext cx="149793" cy="149793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E6C66E2-9E16-48E7-BDEE-F4F2E38ED1F5}"/>
                </a:ext>
              </a:extLst>
            </p:cNvPr>
            <p:cNvSpPr/>
            <p:nvPr/>
          </p:nvSpPr>
          <p:spPr>
            <a:xfrm>
              <a:off x="6561783" y="4597748"/>
              <a:ext cx="84196" cy="80268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4298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小李PPT1"/>
          <p:cNvSpPr txBox="1"/>
          <p:nvPr/>
        </p:nvSpPr>
        <p:spPr>
          <a:xfrm>
            <a:off x="363836" y="24486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致谢</a:t>
            </a:r>
          </a:p>
        </p:txBody>
      </p:sp>
      <p:cxnSp>
        <p:nvCxnSpPr>
          <p:cNvPr id="35" name="直线连接符 3"/>
          <p:cNvCxnSpPr/>
          <p:nvPr/>
        </p:nvCxnSpPr>
        <p:spPr>
          <a:xfrm>
            <a:off x="454763" y="845437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0CC50A0-0228-BE30-16D1-67FE0ABDA0E3}"/>
              </a:ext>
            </a:extLst>
          </p:cNvPr>
          <p:cNvSpPr txBox="1"/>
          <p:nvPr/>
        </p:nvSpPr>
        <p:spPr>
          <a:xfrm>
            <a:off x="836981" y="1859339"/>
            <a:ext cx="105180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衷心感谢指导教师向勇老师对本人的精心指导。他严谨认真的治学态度，学习生活中对我言传身教的培养，都将使我终生受益。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感谢在我本科四年中给予我帮助的全体计算机系教师们，他们的悉心栽培、全力帮助，让我终生难忘。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感谢同学和朋友们在学习和生活中给予的帮助和支持，他们让我的本科生活快乐、充实。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感谢我的父母对我无私的爱和支持，是他们的理解和鼓励让我能够专注于学业。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1729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41351"/>
              </a:gs>
              <a:gs pos="62000">
                <a:schemeClr val="accent1">
                  <a:alpha val="0"/>
                </a:schemeClr>
              </a:gs>
            </a:gsLst>
            <a:lin ang="17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" y="3139871"/>
            <a:ext cx="12192000" cy="28851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9996857" y="3546998"/>
            <a:ext cx="1840032" cy="71176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92720" y="3965564"/>
            <a:ext cx="8923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4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pitchFamily="34" charset="-122"/>
              </a:rPr>
              <a:t>感谢各位老师，敬请批评指正！</a:t>
            </a:r>
          </a:p>
        </p:txBody>
      </p:sp>
      <p:sp>
        <p:nvSpPr>
          <p:cNvPr id="12" name="矩形 11"/>
          <p:cNvSpPr/>
          <p:nvPr/>
        </p:nvSpPr>
        <p:spPr>
          <a:xfrm>
            <a:off x="950648" y="5159643"/>
            <a:ext cx="6718935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汇报人：</a:t>
            </a:r>
            <a:r>
              <a:rPr lang="zh-CN" altLang="en-US" sz="1600" b="1" kern="0" spc="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关世开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      日期：</a:t>
            </a:r>
            <a:r>
              <a:rPr lang="en-US" altLang="zh-CN" sz="1600" b="1" kern="0" spc="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2026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年</a:t>
            </a:r>
            <a:r>
              <a:rPr lang="en-US" altLang="zh-CN" sz="1600" b="1" kern="0" spc="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06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月</a:t>
            </a: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1043357" y="5003480"/>
            <a:ext cx="5454651" cy="0"/>
          </a:xfrm>
          <a:prstGeom prst="line">
            <a:avLst/>
          </a:prstGeom>
          <a:ln w="28575" cap="rnd">
            <a:solidFill>
              <a:srgbClr val="441351">
                <a:alpha val="79000"/>
              </a:srgb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49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4506_1*i*3"/>
  <p:tag name="KSO_WM_TEMPLATE_CATEGORY" val="custom"/>
  <p:tag name="KSO_WM_TEMPLATE_INDEX" val="20234506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492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1073"/>
  <p:tag name="RESOURCE_RECORD_KEY" val="{&quot;65&quot;:[20231073],&quot;70&quot;:[3316382],&quot;8&quot;:[20475952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4506_1*i*3"/>
  <p:tag name="KSO_WM_TEMPLATE_CATEGORY" val="custom"/>
  <p:tag name="KSO_WM_TEMPLATE_INDEX" val="20234506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4506_1*i*3"/>
  <p:tag name="KSO_WM_TEMPLATE_CATEGORY" val="custom"/>
  <p:tag name="KSO_WM_TEMPLATE_INDEX" val="20234506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4506_1*i*3"/>
  <p:tag name="KSO_WM_TEMPLATE_CATEGORY" val="custom"/>
  <p:tag name="KSO_WM_TEMPLATE_INDEX" val="20234506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UNIT_INDEX" val="1_2_3_2"/>
  <p:tag name="KSO_WM_UNIT_ID" val="diagram20233304_1*n_h_h_i*1_2_3_2"/>
  <p:tag name="KSO_WM_TEMPLATE_CATEGORY" val="diagram"/>
  <p:tag name="KSO_WM_TEMPLATE_INDEX" val="20233304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3"/>
  <p:tag name="KSO_WM_DIAGRAM_MIN_ITEMCNT" val="3"/>
  <p:tag name="KSO_WM_DIAGRAM_VIRTUALLY_FRAME" val="{&quot;height&quot;:425.5511169433594,&quot;width&quot;:905.2000732421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UNIT_INDEX" val="1_2_1_1"/>
  <p:tag name="KSO_WM_UNIT_ID" val="diagram20233304_1*n_h_h_i*1_2_1_1"/>
  <p:tag name="KSO_WM_TEMPLATE_CATEGORY" val="diagram"/>
  <p:tag name="KSO_WM_TEMPLATE_INDEX" val="20233304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3"/>
  <p:tag name="KSO_WM_DIAGRAM_MIN_ITEMCNT" val="3"/>
  <p:tag name="KSO_WM_DIAGRAM_VIRTUALLY_FRAME" val="{&quot;height&quot;:425.5511169433594,&quot;width&quot;:905.2000732421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h_i"/>
  <p:tag name="KSO_WM_UNIT_INDEX" val="1_2_1_1"/>
  <p:tag name="KSO_WM_UNIT_ID" val="diagram20233304_1*n_h_h_i*1_2_1_1"/>
  <p:tag name="KSO_WM_TEMPLATE_CATEGORY" val="diagram"/>
  <p:tag name="KSO_WM_TEMPLATE_INDEX" val="20233304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3"/>
  <p:tag name="KSO_WM_DIAGRAM_MIN_ITEMCNT" val="3"/>
  <p:tag name="KSO_WM_DIAGRAM_VIRTUALLY_FRAME" val="{&quot;height&quot;:425.5511169433594,&quot;width&quot;:905.2000732421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4506_1*i*3"/>
  <p:tag name="KSO_WM_TEMPLATE_CATEGORY" val="custom"/>
  <p:tag name="KSO_WM_TEMPLATE_INDEX" val="20234506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4506_1*i*3"/>
  <p:tag name="KSO_WM_TEMPLATE_CATEGORY" val="custom"/>
  <p:tag name="KSO_WM_TEMPLATE_INDEX" val="20234506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107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789_1*l_h_i*1_1_1"/>
  <p:tag name="KSO_WM_TEMPLATE_CATEGORY" val="diagram"/>
  <p:tag name="KSO_WM_TEMPLATE_INDEX" val="20231789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6000000238418579,&quot;colorType&quot;:1,&quot;foreColorIndex&quot;:5,&quot;transparency&quot;:0},&quot;type&quot;:1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9_1*l_h_f*1_1_1"/>
  <p:tag name="KSO_WM_TEMPLATE_CATEGORY" val="diagram"/>
  <p:tag name="KSO_WM_TEMPLATE_INDEX" val="2023178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。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789_1*l_h_i*1_1_1"/>
  <p:tag name="KSO_WM_TEMPLATE_CATEGORY" val="diagram"/>
  <p:tag name="KSO_WM_TEMPLATE_INDEX" val="20231789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6000000238418579,&quot;colorType&quot;:1,&quot;foreColorIndex&quot;:5,&quot;transparency&quot;:0},&quot;type&quot;:1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9_1*l_h_f*1_1_1"/>
  <p:tag name="KSO_WM_TEMPLATE_CATEGORY" val="diagram"/>
  <p:tag name="KSO_WM_TEMPLATE_INDEX" val="2023178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。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9_1*l_h_f*1_1_1"/>
  <p:tag name="KSO_WM_TEMPLATE_CATEGORY" val="diagram"/>
  <p:tag name="KSO_WM_TEMPLATE_INDEX" val="2023178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。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145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26_2*l_h_i*1_2_2"/>
  <p:tag name="KSO_WM_TEMPLATE_CATEGORY" val="diagram"/>
  <p:tag name="KSO_WM_TEMPLATE_INDEX" val="2023482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UNIT_FILL_TYPE" val="3"/>
  <p:tag name="KSO_WM_DIAGRAM_MAX_ITEMCNT" val="4"/>
  <p:tag name="KSO_WM_DIAGRAM_MIN_ITEMCNT" val="3"/>
  <p:tag name="KSO_WM_DIAGRAM_VIRTUALLY_FRAME" val="{&quot;height&quot;:361.25,&quot;left&quot;:50.5,&quot;top&quot;:120.2,&quot;width&quot;:860.3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107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789_1*l_h_i*1_1_1"/>
  <p:tag name="KSO_WM_TEMPLATE_CATEGORY" val="diagram"/>
  <p:tag name="KSO_WM_TEMPLATE_INDEX" val="20231789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6000000238418579,&quot;colorType&quot;:1,&quot;foreColorIndex&quot;:5,&quot;transparency&quot;:0},&quot;type&quot;:1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9_1*l_h_f*1_1_1"/>
  <p:tag name="KSO_WM_TEMPLATE_CATEGORY" val="diagram"/>
  <p:tag name="KSO_WM_TEMPLATE_INDEX" val="2023178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。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789_1*l_h_i*1_1_1"/>
  <p:tag name="KSO_WM_TEMPLATE_CATEGORY" val="diagram"/>
  <p:tag name="KSO_WM_TEMPLATE_INDEX" val="20231789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6000000238418579,&quot;colorType&quot;:1,&quot;foreColorIndex&quot;:5,&quot;transparency&quot;:0},&quot;type&quot;:1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520*9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1789_1*l_h_d*1_1_1"/>
  <p:tag name="KSO_WM_TEMPLATE_CATEGORY" val="diagram"/>
  <p:tag name="KSO_WM_TEMPLATE_INDEX" val="20231789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"/>
  <p:tag name="KSO_WM_UNIT_LINE_FILL_TYPE" val="2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9_1*l_h_f*1_1_1"/>
  <p:tag name="KSO_WM_TEMPLATE_CATEGORY" val="diagram"/>
  <p:tag name="KSO_WM_TEMPLATE_INDEX" val="2023178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。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9_1*l_h_f*1_1_1"/>
  <p:tag name="KSO_WM_TEMPLATE_CATEGORY" val="diagram"/>
  <p:tag name="KSO_WM_TEMPLATE_INDEX" val="2023178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。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9_1*l_h_f*1_1_1"/>
  <p:tag name="KSO_WM_TEMPLATE_CATEGORY" val="diagram"/>
  <p:tag name="KSO_WM_TEMPLATE_INDEX" val="2023178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。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107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789_1*l_h_i*1_1_1"/>
  <p:tag name="KSO_WM_TEMPLATE_CATEGORY" val="diagram"/>
  <p:tag name="KSO_WM_TEMPLATE_INDEX" val="20231789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6000000238418579,&quot;colorType&quot;:1,&quot;foreColorIndex&quot;:5,&quot;transparency&quot;:0},&quot;type&quot;:1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9_1*l_h_f*1_1_1"/>
  <p:tag name="KSO_WM_TEMPLATE_CATEGORY" val="diagram"/>
  <p:tag name="KSO_WM_TEMPLATE_INDEX" val="2023178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。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789_1*l_h_i*1_1_1"/>
  <p:tag name="KSO_WM_TEMPLATE_CATEGORY" val="diagram"/>
  <p:tag name="KSO_WM_TEMPLATE_INDEX" val="20231789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6000000238418579,&quot;colorType&quot;:1,&quot;foreColorIndex&quot;:5,&quot;transparency&quot;:0},&quot;type&quot;:1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9_1*l_h_f*1_1_1"/>
  <p:tag name="KSO_WM_TEMPLATE_CATEGORY" val="diagram"/>
  <p:tag name="KSO_WM_TEMPLATE_INDEX" val="2023178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。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9_1*l_h_f*1_1_1"/>
  <p:tag name="KSO_WM_TEMPLATE_CATEGORY" val="diagram"/>
  <p:tag name="KSO_WM_TEMPLATE_INDEX" val="2023178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05.3,&quot;left&quot;:41.9,&quot;top&quot;:91.9,&quot;width&quot;:620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。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4922"/>
</p:tagLst>
</file>

<file path=ppt/theme/theme1.xml><?xml version="1.0" encoding="utf-8"?>
<a:theme xmlns:a="http://schemas.openxmlformats.org/drawingml/2006/main" name="1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1_Office 主题​​">
  <a:themeElements>
    <a:clrScheme name="自定义 20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637E9"/>
      </a:accent1>
      <a:accent2>
        <a:srgbClr val="00B0F0"/>
      </a:accent2>
      <a:accent3>
        <a:srgbClr val="00B0F0"/>
      </a:accent3>
      <a:accent4>
        <a:srgbClr val="47BA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2">
      <a:majorFont>
        <a:latin typeface="HarmonyOS Sans SC Black"/>
        <a:ea typeface="HarmonyOS Sans SC Black"/>
        <a:cs typeface=""/>
      </a:majorFont>
      <a:minorFont>
        <a:latin typeface="HarmonyOS Sans SC"/>
        <a:ea typeface="HarmonyOS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1609</Words>
  <Application>Microsoft Office PowerPoint</Application>
  <PresentationFormat>宽屏</PresentationFormat>
  <Paragraphs>279</Paragraphs>
  <Slides>27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27</vt:i4>
      </vt:variant>
    </vt:vector>
  </HeadingPairs>
  <TitlesOfParts>
    <vt:vector size="51" baseType="lpstr">
      <vt:lpstr>Alibaba PuHuiTi</vt:lpstr>
      <vt:lpstr>HarmonyOS Sans SC</vt:lpstr>
      <vt:lpstr>HarmonyOS Sans SC Black</vt:lpstr>
      <vt:lpstr>OPPOSans B</vt:lpstr>
      <vt:lpstr>等线</vt:lpstr>
      <vt:lpstr>等线 Light</vt:lpstr>
      <vt:lpstr>思源黑体 CN Bold</vt:lpstr>
      <vt:lpstr>微软雅黑</vt:lpstr>
      <vt:lpstr>微软雅黑 Light</vt:lpstr>
      <vt:lpstr>Arial</vt:lpstr>
      <vt:lpstr>Arial Black</vt:lpstr>
      <vt:lpstr>Calibri</vt:lpstr>
      <vt:lpstr>Montserrat</vt:lpstr>
      <vt:lpstr>Montserrat Medium</vt:lpstr>
      <vt:lpstr>Open Sans</vt:lpstr>
      <vt:lpstr>Open Sans Light</vt:lpstr>
      <vt:lpstr>Poppins</vt:lpstr>
      <vt:lpstr>1_Office 主题​​</vt:lpstr>
      <vt:lpstr>3_Office 主题​​</vt:lpstr>
      <vt:lpstr>6_Office 主题​​</vt:lpstr>
      <vt:lpstr>4_Office 主题​​</vt:lpstr>
      <vt:lpstr>7_Office 主题​​</vt:lpstr>
      <vt:lpstr>8_Office 主题​​</vt:lpstr>
      <vt:lpstr>11_Office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吴琪瑶</dc:creator>
  <cp:lastModifiedBy>世开 关</cp:lastModifiedBy>
  <cp:revision>189</cp:revision>
  <dcterms:created xsi:type="dcterms:W3CDTF">2025-02-28T09:31:00Z</dcterms:created>
  <dcterms:modified xsi:type="dcterms:W3CDTF">2026-05-31T17:59:37Z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718AC4D7FE544CEE958C41B9F800583A_13</vt:lpwstr>
  </property>
  <property fmtid="{D5CDD505-2E9C-101B-9397-08002B2CF9AE}" pid="3" name="KSOProductBuildVer">
    <vt:lpwstr>2052-12.1.0.23542</vt:lpwstr>
  </property>
</Properties>
</file>