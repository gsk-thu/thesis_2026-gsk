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theme/theme2.xml" ContentType="application/vnd.openxmlformats-officedocument.theme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theme/theme3.xml" ContentType="application/vnd.openxmlformats-officedocument.theme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theme/theme4.xml" ContentType="application/vnd.openxmlformats-officedocument.theme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975" r:id="rId2"/>
    <p:sldMasterId id="2147483994" r:id="rId3"/>
    <p:sldMasterId id="2147484013" r:id="rId4"/>
    <p:sldMasterId id="2147484051" r:id="rId5"/>
  </p:sldMasterIdLst>
  <p:notesMasterIdLst>
    <p:notesMasterId r:id="rId22"/>
  </p:notesMasterIdLst>
  <p:handoutMasterIdLst>
    <p:handoutMasterId r:id="rId23"/>
  </p:handoutMasterIdLst>
  <p:sldIdLst>
    <p:sldId id="343" r:id="rId6"/>
    <p:sldId id="344" r:id="rId7"/>
    <p:sldId id="309" r:id="rId8"/>
    <p:sldId id="358" r:id="rId9"/>
    <p:sldId id="282" r:id="rId10"/>
    <p:sldId id="275" r:id="rId11"/>
    <p:sldId id="337" r:id="rId12"/>
    <p:sldId id="280" r:id="rId13"/>
    <p:sldId id="281" r:id="rId14"/>
    <p:sldId id="355" r:id="rId15"/>
    <p:sldId id="356" r:id="rId16"/>
    <p:sldId id="363" r:id="rId17"/>
    <p:sldId id="310" r:id="rId18"/>
    <p:sldId id="292" r:id="rId19"/>
    <p:sldId id="357" r:id="rId20"/>
    <p:sldId id="35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6BF0C24E-6AAB-44D8-8EC8-93180E85F93F}">
          <p14:sldIdLst>
            <p14:sldId id="343"/>
          </p14:sldIdLst>
        </p14:section>
        <p14:section name="目录页" id="{B8BDDB40-E582-4EA5-8621-5432E2FE3F71}">
          <p14:sldIdLst>
            <p14:sldId id="344"/>
          </p14:sldIdLst>
        </p14:section>
        <p14:section name="过渡页" id="{F50ECEE8-95DF-409F-A4C5-ECF4B57D451E}">
          <p14:sldIdLst>
            <p14:sldId id="309"/>
            <p14:sldId id="358"/>
            <p14:sldId id="282"/>
            <p14:sldId id="275"/>
            <p14:sldId id="337"/>
            <p14:sldId id="280"/>
            <p14:sldId id="281"/>
            <p14:sldId id="355"/>
            <p14:sldId id="356"/>
            <p14:sldId id="363"/>
            <p14:sldId id="310"/>
          </p14:sldIdLst>
        </p14:section>
        <p14:section name="内容页" id="{BDB4CD63-28B2-41AA-9BC9-DD737B2D8058}">
          <p14:sldIdLst>
            <p14:sldId id="292"/>
            <p14:sldId id="357"/>
          </p14:sldIdLst>
        </p14:section>
        <p14:section name="结束页" id="{66E26F6E-29BA-4608-85C0-6E49BFFE0266}">
          <p14:sldIdLst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9B6"/>
    <a:srgbClr val="321830"/>
    <a:srgbClr val="6C2280"/>
    <a:srgbClr val="262626"/>
    <a:srgbClr val="441351"/>
    <a:srgbClr val="68A4C6"/>
    <a:srgbClr val="C5DCE9"/>
    <a:srgbClr val="912C8D"/>
    <a:srgbClr val="7561D6"/>
    <a:srgbClr val="C4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314" autoAdjust="0"/>
  </p:normalViewPr>
  <p:slideViewPr>
    <p:cSldViewPr snapToGrid="0">
      <p:cViewPr varScale="1">
        <p:scale>
          <a:sx n="102" d="100"/>
          <a:sy n="102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472"/>
    </p:cViewPr>
  </p:sorterViewPr>
  <p:notesViewPr>
    <p:cSldViewPr snapToGrid="0">
      <p:cViewPr varScale="1">
        <p:scale>
          <a:sx n="60" d="100"/>
          <a:sy n="60" d="100"/>
        </p:scale>
        <p:origin x="2283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C80C5-3B3B-4EBE-9239-7EEA8FA4ED60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FC8FE-0CEA-4281-A382-DDBEEA4A8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517DE-0672-45D7-9C8F-3257FB3FEF9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C2D9E-0316-48FF-B314-CE474C84DF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1F98-A13F-6D9B-59D4-86568363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310138-C9AF-821D-F3E9-02910EE40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74FC39-54A1-6B0E-B102-E9AFA881C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85B621-4C1E-01B4-62A7-42B7F0B3A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436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68C0-5B59-6A22-F0BD-E5CF6B28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4A59EB-2E09-D83E-8B07-4B4C60A42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7CF3EA-1251-44B6-0062-258B884F3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81274C-093D-72F8-74ED-00C23FBA9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049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9DD2-6562-9E0B-CFF4-E51028A30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16BBB-7984-6562-957B-49B1D55F9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14CE47-EB15-99E1-E387-4515828F7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9F33B3-BC7E-48C7-1C0F-ECAB34465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216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F7ECC-AD06-2B16-9809-5E1C1BE3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5A1A10-2938-3976-0A74-F6EFED55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50C437-776D-E884-5620-DE37B0334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这是我目前的一些工作进展。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我阅读了多篇参考文献，完成文献的翻译工作。在前期调研的过程中，我确定了基于</a:t>
            </a:r>
            <a:r>
              <a:rPr lang="en-US" altLang="zh-CN" dirty="0" err="1"/>
              <a:t>StarryOS</a:t>
            </a:r>
            <a:r>
              <a:rPr lang="zh-CN" altLang="en-US" dirty="0"/>
              <a:t>上</a:t>
            </a:r>
            <a:r>
              <a:rPr lang="en-US" altLang="zh-CN" dirty="0"/>
              <a:t>RUST</a:t>
            </a:r>
            <a:r>
              <a:rPr lang="zh-CN" altLang="en-US" dirty="0"/>
              <a:t>语言</a:t>
            </a:r>
            <a:r>
              <a:rPr lang="en-US" altLang="zh-CN" dirty="0"/>
              <a:t>NPU</a:t>
            </a:r>
            <a:r>
              <a:rPr lang="zh-CN" altLang="en-US" dirty="0"/>
              <a:t>驱动进行优化开发的方向。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同时，我也完成了一部分前置知识的学习，比如使用</a:t>
            </a:r>
            <a:r>
              <a:rPr lang="en-US" altLang="zh-CN" dirty="0"/>
              <a:t>RUST</a:t>
            </a:r>
            <a:r>
              <a:rPr lang="zh-CN" altLang="en-US" dirty="0"/>
              <a:t>语言进行开发，以及学习</a:t>
            </a:r>
            <a:r>
              <a:rPr lang="en-US" altLang="zh-CN" dirty="0"/>
              <a:t>GPU/NPU</a:t>
            </a:r>
            <a:r>
              <a:rPr lang="zh-CN" altLang="en-US" dirty="0"/>
              <a:t>的硬件原理，以及驱动设计思路。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第三，我对现有的</a:t>
            </a:r>
            <a:r>
              <a:rPr lang="en-US" altLang="zh-CN" dirty="0"/>
              <a:t>NPU</a:t>
            </a:r>
            <a:r>
              <a:rPr lang="zh-CN" altLang="en-US" dirty="0"/>
              <a:t>驱动代码进行了部分静态分析，形成了分析文档。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59D90-D0E6-5D3E-596E-0F85F1491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D0DACE-38E0-42D2-9336-2B707D34BC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975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DF9B-EB1A-A79E-E888-9B8A31AD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8F4B78-15E0-F404-55F5-3A1DC9408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5FCF83-1C21-EE9E-1ECF-5720D0C6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13C726-F184-B319-64BA-ADA81BD85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057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64DE79-268F-4C1A-8933-263129D2AF90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4/2/2026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3689"/>
          <a:stretch>
            <a:fillRect/>
          </a:stretch>
        </p:blipFill>
        <p:spPr>
          <a:xfrm>
            <a:off x="0" y="0"/>
            <a:ext cx="11774078" cy="6858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17922" y="327419"/>
            <a:ext cx="11097138" cy="51156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021640" y="341423"/>
            <a:ext cx="852379" cy="8523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7086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101608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47726" y="2373720"/>
            <a:ext cx="2559388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10331" y="1822427"/>
            <a:ext cx="2894076" cy="2485018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69731" y="114301"/>
            <a:ext cx="2894076" cy="4193144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 userDrawn="1"/>
        </p:nvSpPr>
        <p:spPr bwMode="auto">
          <a:xfrm>
            <a:off x="414671" y="0"/>
            <a:ext cx="11777328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/>
          <p:nvPr userDrawn="1"/>
        </p:nvSpPr>
        <p:spPr bwMode="auto">
          <a:xfrm flipV="1">
            <a:off x="-2" y="0"/>
            <a:ext cx="1184467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3275" y="4814948"/>
            <a:ext cx="1220091" cy="122009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48967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4739930"/>
            <a:ext cx="3857625" cy="1882543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1746947"/>
            <a:ext cx="4151369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2599372"/>
            <a:ext cx="7176175" cy="214390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02505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222898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484021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745144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006267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823599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8542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547247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8409071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027089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  <p:bldP spid="9" grpId="0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420281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81277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00779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8" grpId="0"/>
      <p:bldP spid="9" grpId="0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065563" y="269655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35946" y="39051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706460" y="53656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2298031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42295" y="1685962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042295" y="2933858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42295" y="4181754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42295" y="5429649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3" grpId="0"/>
      <p:bldP spid="14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07632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7296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38306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503643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86897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29568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54906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02453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55839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0922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6261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81599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1069380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  <p:bldP spid="14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01168"/>
            <a:ext cx="1141320" cy="114132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95968" y="364329"/>
            <a:ext cx="3998925" cy="2292373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915401" y="239152"/>
            <a:ext cx="2973298" cy="2168644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60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9242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478776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65128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51480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63783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02418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41053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57597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40642" y="4726915"/>
            <a:ext cx="1631058" cy="16310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31630" y="329594"/>
            <a:ext cx="1319584" cy="131958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514896" y="2333995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514896" y="5341077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645491" y="3916616"/>
            <a:ext cx="843502" cy="84350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11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334251" y="192505"/>
            <a:ext cx="4648199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20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137400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17994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9224576" y="6316195"/>
            <a:ext cx="2753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黑体" panose="02010609060101010101" pitchFamily="49" charset="-122"/>
                <a:cs typeface="+mn-cs"/>
              </a:rPr>
              <a:t>Dashboard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Presentation</a:t>
            </a:r>
          </a:p>
        </p:txBody>
      </p:sp>
      <p:sp>
        <p:nvSpPr>
          <p:cNvPr id="10" name="TextBox 9"/>
          <p:cNvSpPr txBox="1"/>
          <p:nvPr userDrawn="1"/>
        </p:nvSpPr>
        <p:spPr>
          <a:xfrm rot="10800000" flipV="1">
            <a:off x="10462197" y="199982"/>
            <a:ext cx="1515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0E2A6B-A809-4840-BF14-8648BC0BDF87}" type="slidenum">
              <a:rPr kumimoji="0" lang="id-ID" sz="4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/>
                <a:ea typeface="Roboto Condensed" panose="02000000000000000000" pitchFamily="2" charset="0"/>
                <a:cs typeface="Segoe UI" panose="020B0502040204020203" pitchFamily="34" charset="0"/>
              </a:rPr>
              <a:t>‹#›</a:t>
            </a:fld>
            <a:endParaRPr kumimoji="0" lang="id-ID" sz="13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 advClick="0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45097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241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241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241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46241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6241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46241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46241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46241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675113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718756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762399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806042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849685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893328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936971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98061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0024257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106790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675113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718756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762399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806042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849685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29" grpId="0"/>
      <p:bldP spid="30" grpId="0"/>
      <p:bldP spid="31" grpId="0"/>
      <p:bldP spid="32" grpId="0"/>
      <p:bldP spid="33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14032" y="42438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24778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488676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51472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61982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706154" y="6142690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706154" y="3000204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  <p:bldP spid="9" grpId="0"/>
      <p:bldP spid="14" grpId="0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20567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17646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068294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38589" y="4688395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725483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311938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61968" y="485386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230005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04969" y="2710543"/>
            <a:ext cx="6916518" cy="3421498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04384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96132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87880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715763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23629" y="1182968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3913" y="2328345"/>
            <a:ext cx="1413880" cy="14138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6372" y="2364343"/>
            <a:ext cx="650161" cy="650161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235165" y="39652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65053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294941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897" y="732054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091307" y="901873"/>
            <a:ext cx="3260906" cy="373028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80897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592141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4272" y="901873"/>
            <a:ext cx="3260906" cy="455947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-1330036" y="-569718"/>
            <a:ext cx="6003556" cy="6003556"/>
          </a:xfrm>
          <a:prstGeom prst="ellipse">
            <a:avLst/>
          </a:prstGeom>
          <a:noFill/>
          <a:ln w="254000" cap="rnd">
            <a:noFill/>
            <a:prstDash val="solid"/>
          </a:ln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318133"/>
            <a:ext cx="3710746" cy="4221734"/>
          </a:xfrm>
          <a:prstGeom prst="roundRect">
            <a:avLst>
              <a:gd name="adj" fmla="val 14855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5125770" cy="1220211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8199" y="3958018"/>
            <a:ext cx="2444263" cy="2278660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481438" y="3482939"/>
            <a:ext cx="2385106" cy="274935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65519" y="4270159"/>
            <a:ext cx="2731794" cy="196213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996289" y="4037745"/>
            <a:ext cx="2357512" cy="2194552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519518"/>
            <a:ext cx="3710746" cy="371074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32264" y="0"/>
            <a:ext cx="4594254" cy="4594254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68785" y="4172147"/>
            <a:ext cx="1921320" cy="192132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381905" y="1291994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04746" y="-712079"/>
            <a:ext cx="3101210" cy="673005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870416" y="2537443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6888" y="2373943"/>
            <a:ext cx="4629858" cy="261676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4018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83569" y="2497016"/>
            <a:ext cx="4846648" cy="4078964"/>
          </a:xfrm>
          <a:prstGeom prst="mathMultiply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2617" y="1363019"/>
            <a:ext cx="4192030" cy="5890397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61359" y="2923267"/>
            <a:ext cx="2242630" cy="224263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68626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044413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448994" y="2459201"/>
            <a:ext cx="1716589" cy="3448788"/>
          </a:xfrm>
          <a:prstGeom prst="roundRect">
            <a:avLst>
              <a:gd name="adj" fmla="val 4841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2719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475150" y="1224988"/>
            <a:ext cx="2779014" cy="603084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2250" y="-517327"/>
            <a:ext cx="1783109" cy="386959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044928" y="1389818"/>
            <a:ext cx="1680048" cy="3654072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84990" y="1537841"/>
            <a:ext cx="1680048" cy="3422560"/>
          </a:xfrm>
          <a:prstGeom prst="roundRect">
            <a:avLst>
              <a:gd name="adj" fmla="val 494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4394858" cy="100577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slow">
    <p:comb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/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/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/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/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/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/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/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/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/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/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/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/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/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/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/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/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/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/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/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/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/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/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/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/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/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/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/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/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/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/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/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/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/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/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/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/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/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/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/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/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/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/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/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/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/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/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/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/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/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/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/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/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/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/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/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/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/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/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/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/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/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/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/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/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/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/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/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/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/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/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/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/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/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59727" y="1307205"/>
            <a:ext cx="4512508" cy="4243590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2167984" y="3958814"/>
            <a:ext cx="1946048" cy="1447413"/>
          </a:xfrm>
          <a:noFill/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97230" y="3958814"/>
            <a:ext cx="3459034" cy="14474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39462" y="3958814"/>
            <a:ext cx="2151212" cy="144741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/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/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/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/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/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/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/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/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/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/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/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/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/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/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/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/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/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/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/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/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/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/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/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/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/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/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/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/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/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/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/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/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/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/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/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/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/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/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/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/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/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/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/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/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/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/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/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/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/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/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/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/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/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/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/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/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/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/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/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/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/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/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/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/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/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/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/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/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/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/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/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/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/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/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/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/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/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/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/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/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/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/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/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1320" y="3669180"/>
            <a:ext cx="3688759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0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611" y="1735547"/>
            <a:ext cx="3387632" cy="3954139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712646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604839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2728209"/>
            <a:ext cx="10717967" cy="3372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779582"/>
            <a:ext cx="10717967" cy="2488274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97703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37017" y="359497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36000" y="2169000"/>
            <a:ext cx="2520000" cy="2520000"/>
          </a:xfrm>
          <a:prstGeom prst="ellipse">
            <a:avLst/>
          </a:prstGeom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46810" y="2055733"/>
            <a:ext cx="2282190" cy="2488069"/>
          </a:xfrm>
          <a:prstGeom prst="roundRect">
            <a:avLst>
              <a:gd name="adj" fmla="val 1023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51356" y="2454758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43399" y="1903287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38390" y="1258992"/>
            <a:ext cx="1396480" cy="1419662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35443" y="2496819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 nodePh="1">
                                  <p:stCondLst>
                                    <p:cond delay="30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0" grpId="0"/>
      <p:bldP spid="11" grpId="0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525530" y="259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6977459" y="394416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018511" y="205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7459" y="173554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097796" y="4152994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7" grpId="0" animBg="1"/>
      <p:bldP spid="13" grpId="0" animBg="1"/>
      <p:bldP spid="14" grpId="0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01464" y="1928167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66661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601955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43430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93724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769602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2" grpId="0" animBg="1"/>
      <p:bldP spid="16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81386" y="2057466"/>
            <a:ext cx="3878694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65774" y="1279978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265774" y="215403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65774" y="3028096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265774" y="3902155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14867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94030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973193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235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1023974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1815607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2607240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3398873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4190506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362036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29843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23483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71227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10762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04402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6980419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7916815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885321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978961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362036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29843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234831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71227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10762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1735548"/>
            <a:ext cx="3144291" cy="1838596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74823" y="3439261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74823" y="4091452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74823" y="474364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174823" y="539583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762500" y="187038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762500" y="290639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762500" y="394241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762500" y="497842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21153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071829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22505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90863" y="2458521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90863" y="3761228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90863" y="5063935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39787" y="628503"/>
            <a:ext cx="3789232" cy="55299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84346" y="803242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84346" y="1563876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84346" y="232451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84346" y="3085144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84346" y="4606413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84346" y="5367049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84346" y="3845778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8032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7160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6287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5415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44542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53670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4357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74357" y="345169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74357" y="411121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74357" y="279217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4357" y="477073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74357" y="5430249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370766" y="2463425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70766" y="334024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370766" y="421706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70766" y="509389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968502" y="1998522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878831" y="1912069"/>
            <a:ext cx="936104" cy="936104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017618" y="2003059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927947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132009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</p:bld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1870381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0919" y="1656784"/>
            <a:ext cx="8630162" cy="2210366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89669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19613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6339" y="488410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483056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483056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29851" y="1656784"/>
            <a:ext cx="3519501" cy="4139582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60602" y="1123673"/>
            <a:ext cx="3600000" cy="36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76102" y="2476219"/>
            <a:ext cx="2813236" cy="281323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30969" y="735983"/>
            <a:ext cx="3866966" cy="5386034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28950" y="916736"/>
            <a:ext cx="2909403" cy="2889719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7" y="3552566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60408" y="826298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4513609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</p:bld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980382" y="4752474"/>
            <a:ext cx="2442407" cy="121519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6" y="3552566"/>
            <a:ext cx="2990336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4553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202813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26008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58352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4111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0669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392310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522507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7352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340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7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17181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03601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90021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76442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62862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49283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83820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193621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03423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3224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23026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32827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42629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52430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962232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0720339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83820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193621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03423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3224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230259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53144" y="522514"/>
            <a:ext cx="3329348" cy="2627088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3460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2588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1715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0843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39970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49098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50906" y="582261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9086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086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086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9086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9086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9086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086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9086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60998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0998" y="35769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60998" y="42991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60998" y="28548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60998" y="50212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560998" y="5743400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191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885797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26016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665266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006305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  <p:bldP spid="14" grpId="0"/>
    </p:bld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93732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78600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892261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905924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923445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75637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656791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7945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80744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555609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3546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39934" y="2752989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9934" y="4055696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9934" y="5358403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72810" y="4981503"/>
            <a:ext cx="1244922" cy="124492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55783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4164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189822" y="2080456"/>
            <a:ext cx="7039778" cy="2159305"/>
          </a:xfrm>
          <a:prstGeom prst="round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09689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34112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049568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8015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46646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053805" y="498146"/>
            <a:ext cx="868279" cy="8682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10899" y="645621"/>
            <a:ext cx="968744" cy="96874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134927" y="22046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0529985" y="36651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34927" y="5194570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0" grpId="0"/>
      <p:bldP spid="24" grpId="0"/>
    </p:bld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39787" y="1631890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9787" y="2488019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9787" y="3344148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9787" y="4200276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/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913493" y="407025"/>
            <a:ext cx="764361" cy="76436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</p:bld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/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40290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03869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04517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0" grpId="0"/>
      <p:bldP spid="91" grpId="0"/>
    </p:bld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95600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</p:bld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154579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2210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393674" y="4538992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1393674" y="5546509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6" name="Freeform 29"/>
          <p:cNvSpPr/>
          <p:nvPr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6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86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Oct ~ Des 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843280" y="3778841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519925" y="4654827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843279" y="5624186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4623115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5" hasCustomPrompt="1"/>
          </p:nvPr>
        </p:nvSpPr>
        <p:spPr>
          <a:xfrm>
            <a:off x="8299768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946462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1FCA15-75E8-4403-8195-95F9F041A1E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4/2/2026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681018-CA26-4C24-99E8-55D8921F9A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9695935" y="155417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July ~ Sep </a:t>
            </a: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715622" y="1471123"/>
            <a:ext cx="1122612" cy="1122612"/>
          </a:xfrm>
          <a:custGeom>
            <a:avLst/>
            <a:gdLst>
              <a:gd name="connsiteX0" fmla="*/ 561306 w 1122612"/>
              <a:gd name="connsiteY0" fmla="*/ 0 h 1122612"/>
              <a:gd name="connsiteX1" fmla="*/ 1122612 w 1122612"/>
              <a:gd name="connsiteY1" fmla="*/ 561306 h 1122612"/>
              <a:gd name="connsiteX2" fmla="*/ 561306 w 1122612"/>
              <a:gd name="connsiteY2" fmla="*/ 1122612 h 1122612"/>
              <a:gd name="connsiteX3" fmla="*/ 0 w 1122612"/>
              <a:gd name="connsiteY3" fmla="*/ 561306 h 1122612"/>
              <a:gd name="connsiteX4" fmla="*/ 561306 w 1122612"/>
              <a:gd name="connsiteY4" fmla="*/ 0 h 112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12" h="1122612">
                <a:moveTo>
                  <a:pt x="561306" y="0"/>
                </a:moveTo>
                <a:cubicBezTo>
                  <a:pt x="871307" y="0"/>
                  <a:pt x="1122612" y="251305"/>
                  <a:pt x="1122612" y="561306"/>
                </a:cubicBezTo>
                <a:cubicBezTo>
                  <a:pt x="1122612" y="871307"/>
                  <a:pt x="871307" y="1122612"/>
                  <a:pt x="561306" y="1122612"/>
                </a:cubicBezTo>
                <a:cubicBezTo>
                  <a:pt x="251305" y="1122612"/>
                  <a:pt x="0" y="871307"/>
                  <a:pt x="0" y="561306"/>
                </a:cubicBezTo>
                <a:cubicBezTo>
                  <a:pt x="0" y="251305"/>
                  <a:pt x="251305" y="0"/>
                  <a:pt x="561306" y="0"/>
                </a:cubicBezTo>
                <a:close/>
              </a:path>
            </a:pathLst>
          </a:custGeom>
          <a:ln w="31750">
            <a:solidFill>
              <a:schemeClr val="bg1">
                <a:alpha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/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508002" y="1778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735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45006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45006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171569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171569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7000"/>
          </a:xfrm>
          <a:custGeom>
            <a:avLst/>
            <a:gdLst>
              <a:gd name="connsiteX0" fmla="*/ 0 w 12192000"/>
              <a:gd name="connsiteY0" fmla="*/ 0 h 2667000"/>
              <a:gd name="connsiteX1" fmla="*/ 12192000 w 12192000"/>
              <a:gd name="connsiteY1" fmla="*/ 0 h 2667000"/>
              <a:gd name="connsiteX2" fmla="*/ 12192000 w 12192000"/>
              <a:gd name="connsiteY2" fmla="*/ 2667000 h 2667000"/>
              <a:gd name="connsiteX3" fmla="*/ 0 w 12192000"/>
              <a:gd name="connsiteY3" fmla="*/ 266700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7000">
                <a:moveTo>
                  <a:pt x="0" y="0"/>
                </a:moveTo>
                <a:lnTo>
                  <a:pt x="12192000" y="0"/>
                </a:lnTo>
                <a:lnTo>
                  <a:pt x="12192000" y="2667000"/>
                </a:lnTo>
                <a:lnTo>
                  <a:pt x="0" y="2667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>
              <a:def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placeholder</a:t>
            </a:r>
            <a:endParaRPr lang="en-GB" dirty="0"/>
          </a:p>
          <a:p>
            <a:pPr marL="0" lvl="0" indent="0" algn="ctr">
              <a:buNone/>
            </a:pP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2667000"/>
            <a:ext cx="12192000" cy="419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  <a:gs pos="5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68139" y="2916085"/>
            <a:ext cx="2691375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11753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842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85858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263684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</p:bld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908827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1529" y="2916085"/>
            <a:ext cx="2573241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/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37410" y="284328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6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76250" indent="-24765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8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400" indent="-22860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6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57200" indent="-22860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800" indent="-228600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400" indent="-228600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1130" indent="-151130">
              <a:defRPr sz="1400"/>
            </a:lvl3pPr>
            <a:lvl4pPr marL="401955" indent="-20828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1130" indent="-151130">
              <a:defRPr sz="1400"/>
            </a:lvl3pPr>
            <a:lvl4pPr marL="401955" indent="-20828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Font typeface="Arial" panose="020B0604020202020204" pitchFamily="34" charset="0"/>
              <a:buChar char="•"/>
              <a:defRPr sz="1400"/>
            </a:lvl2pPr>
            <a:lvl3pPr marL="304800" indent="-152400">
              <a:defRPr sz="1400"/>
            </a:lvl3pPr>
            <a:lvl4pPr marL="533400" indent="-228600">
              <a:defRPr sz="1400"/>
            </a:lvl4pPr>
            <a:lvl5pPr marL="762000" indent="-2286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DB4633-C532-459C-A85A-C4284BC9091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2026/4/2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2BACD5-5008-44D2-8AFD-4509F1E611B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8F9B19-2ACD-4754-B285-80AD428E761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2026/4/2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EFD821-C737-494E-9714-1D79E310A4B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E786DCE-9276-4544-A303-B2A458CA83D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2026/4/2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E0A1512-2185-40A5-873D-0645923F66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1A12FE7-82F5-4D4A-BA90-3FCEE9768CA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2026/4/2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937134-45C5-47F8-AE80-6491DDCCFE3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6" name="图片 5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63" Type="http://schemas.openxmlformats.org/officeDocument/2006/relationships/slideLayout" Target="../slideLayouts/slideLayout63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226" Type="http://schemas.openxmlformats.org/officeDocument/2006/relationships/slideLayout" Target="../slideLayouts/slideLayout226.xml"/><Relationship Id="rId268" Type="http://schemas.openxmlformats.org/officeDocument/2006/relationships/slideLayout" Target="../slideLayouts/slideLayout268.xml"/><Relationship Id="rId32" Type="http://schemas.openxmlformats.org/officeDocument/2006/relationships/slideLayout" Target="../slideLayouts/slideLayout32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181" Type="http://schemas.openxmlformats.org/officeDocument/2006/relationships/slideLayout" Target="../slideLayouts/slideLayout181.xml"/><Relationship Id="rId237" Type="http://schemas.openxmlformats.org/officeDocument/2006/relationships/slideLayout" Target="../slideLayouts/slideLayout237.xml"/><Relationship Id="rId279" Type="http://schemas.openxmlformats.org/officeDocument/2006/relationships/slideLayout" Target="../slideLayouts/slideLayout279.xml"/><Relationship Id="rId43" Type="http://schemas.openxmlformats.org/officeDocument/2006/relationships/slideLayout" Target="../slideLayouts/slideLayout43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92" Type="http://schemas.openxmlformats.org/officeDocument/2006/relationships/slideLayout" Target="../slideLayouts/slideLayout192.xml"/><Relationship Id="rId206" Type="http://schemas.openxmlformats.org/officeDocument/2006/relationships/slideLayout" Target="../slideLayouts/slideLayout206.xml"/><Relationship Id="rId248" Type="http://schemas.openxmlformats.org/officeDocument/2006/relationships/slideLayout" Target="../slideLayouts/slideLayout248.xml"/><Relationship Id="rId269" Type="http://schemas.openxmlformats.org/officeDocument/2006/relationships/slideLayout" Target="../slideLayouts/slideLayout269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280" Type="http://schemas.openxmlformats.org/officeDocument/2006/relationships/slideLayout" Target="../slideLayouts/slideLayout280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217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6.xml"/><Relationship Id="rId238" Type="http://schemas.openxmlformats.org/officeDocument/2006/relationships/slideLayout" Target="../slideLayouts/slideLayout238.xml"/><Relationship Id="rId259" Type="http://schemas.openxmlformats.org/officeDocument/2006/relationships/slideLayout" Target="../slideLayouts/slideLayout259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270" Type="http://schemas.openxmlformats.org/officeDocument/2006/relationships/slideLayout" Target="../slideLayouts/slideLayout270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slideLayout" Target="../slideLayouts/slideLayout207.xml"/><Relationship Id="rId228" Type="http://schemas.openxmlformats.org/officeDocument/2006/relationships/slideLayout" Target="../slideLayouts/slideLayout228.xml"/><Relationship Id="rId249" Type="http://schemas.openxmlformats.org/officeDocument/2006/relationships/slideLayout" Target="../slideLayouts/slideLayout249.xml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260" Type="http://schemas.openxmlformats.org/officeDocument/2006/relationships/slideLayout" Target="../slideLayouts/slideLayout260.xml"/><Relationship Id="rId281" Type="http://schemas.openxmlformats.org/officeDocument/2006/relationships/slideLayout" Target="../slideLayouts/slideLayout281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18" Type="http://schemas.openxmlformats.org/officeDocument/2006/relationships/slideLayout" Target="../slideLayouts/slideLayout218.xml"/><Relationship Id="rId239" Type="http://schemas.openxmlformats.org/officeDocument/2006/relationships/slideLayout" Target="../slideLayouts/slideLayout239.xml"/><Relationship Id="rId250" Type="http://schemas.openxmlformats.org/officeDocument/2006/relationships/slideLayout" Target="../slideLayouts/slideLayout250.xml"/><Relationship Id="rId271" Type="http://schemas.openxmlformats.org/officeDocument/2006/relationships/slideLayout" Target="../slideLayouts/slideLayout271.xml"/><Relationship Id="rId24" Type="http://schemas.openxmlformats.org/officeDocument/2006/relationships/slideLayout" Target="../slideLayouts/slideLayout24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31" Type="http://schemas.openxmlformats.org/officeDocument/2006/relationships/slideLayout" Target="../slideLayouts/slideLayout131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208" Type="http://schemas.openxmlformats.org/officeDocument/2006/relationships/slideLayout" Target="../slideLayouts/slideLayout208.xml"/><Relationship Id="rId229" Type="http://schemas.openxmlformats.org/officeDocument/2006/relationships/slideLayout" Target="../slideLayouts/slideLayout229.xml"/><Relationship Id="rId240" Type="http://schemas.openxmlformats.org/officeDocument/2006/relationships/slideLayout" Target="../slideLayouts/slideLayout240.xml"/><Relationship Id="rId261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14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282" Type="http://schemas.openxmlformats.org/officeDocument/2006/relationships/slideLayout" Target="../slideLayouts/slideLayout282.xml"/><Relationship Id="rId8" Type="http://schemas.openxmlformats.org/officeDocument/2006/relationships/slideLayout" Target="../slideLayouts/slideLayout8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219" Type="http://schemas.openxmlformats.org/officeDocument/2006/relationships/slideLayout" Target="../slideLayouts/slideLayout219.xml"/><Relationship Id="rId230" Type="http://schemas.openxmlformats.org/officeDocument/2006/relationships/slideLayout" Target="../slideLayouts/slideLayout230.xml"/><Relationship Id="rId251" Type="http://schemas.openxmlformats.org/officeDocument/2006/relationships/slideLayout" Target="../slideLayouts/slideLayout251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72" Type="http://schemas.openxmlformats.org/officeDocument/2006/relationships/slideLayout" Target="../slideLayouts/slideLayout272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95" Type="http://schemas.openxmlformats.org/officeDocument/2006/relationships/slideLayout" Target="../slideLayouts/slideLayout195.xml"/><Relationship Id="rId209" Type="http://schemas.openxmlformats.org/officeDocument/2006/relationships/slideLayout" Target="../slideLayouts/slideLayout209.xml"/><Relationship Id="rId220" Type="http://schemas.openxmlformats.org/officeDocument/2006/relationships/slideLayout" Target="../slideLayouts/slideLayout220.xml"/><Relationship Id="rId241" Type="http://schemas.openxmlformats.org/officeDocument/2006/relationships/slideLayout" Target="../slideLayouts/slideLayout24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262" Type="http://schemas.openxmlformats.org/officeDocument/2006/relationships/slideLayout" Target="../slideLayouts/slideLayout262.xml"/><Relationship Id="rId283" Type="http://schemas.openxmlformats.org/officeDocument/2006/relationships/slideLayout" Target="../slideLayouts/slideLayout283.xml"/><Relationship Id="rId78" Type="http://schemas.openxmlformats.org/officeDocument/2006/relationships/slideLayout" Target="../slideLayouts/slideLayout78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64" Type="http://schemas.openxmlformats.org/officeDocument/2006/relationships/slideLayout" Target="../slideLayouts/slideLayout164.xml"/><Relationship Id="rId185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9.xml"/><Relationship Id="rId210" Type="http://schemas.openxmlformats.org/officeDocument/2006/relationships/slideLayout" Target="../slideLayouts/slideLayout210.xml"/><Relationship Id="rId26" Type="http://schemas.openxmlformats.org/officeDocument/2006/relationships/slideLayout" Target="../slideLayouts/slideLayout26.xml"/><Relationship Id="rId231" Type="http://schemas.openxmlformats.org/officeDocument/2006/relationships/slideLayout" Target="../slideLayouts/slideLayout231.xml"/><Relationship Id="rId252" Type="http://schemas.openxmlformats.org/officeDocument/2006/relationships/slideLayout" Target="../slideLayouts/slideLayout252.xml"/><Relationship Id="rId273" Type="http://schemas.openxmlformats.org/officeDocument/2006/relationships/slideLayout" Target="../slideLayouts/slideLayout273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221" Type="http://schemas.openxmlformats.org/officeDocument/2006/relationships/slideLayout" Target="../slideLayouts/slideLayout221.xml"/><Relationship Id="rId242" Type="http://schemas.openxmlformats.org/officeDocument/2006/relationships/slideLayout" Target="../slideLayouts/slideLayout242.xml"/><Relationship Id="rId263" Type="http://schemas.openxmlformats.org/officeDocument/2006/relationships/slideLayout" Target="../slideLayouts/slideLayout263.xml"/><Relationship Id="rId284" Type="http://schemas.openxmlformats.org/officeDocument/2006/relationships/slideLayout" Target="../slideLayouts/slideLayout284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11" Type="http://schemas.openxmlformats.org/officeDocument/2006/relationships/slideLayout" Target="../slideLayouts/slideLayout211.xml"/><Relationship Id="rId232" Type="http://schemas.openxmlformats.org/officeDocument/2006/relationships/slideLayout" Target="../slideLayouts/slideLayout232.xml"/><Relationship Id="rId253" Type="http://schemas.openxmlformats.org/officeDocument/2006/relationships/slideLayout" Target="../slideLayouts/slideLayout253.xml"/><Relationship Id="rId274" Type="http://schemas.openxmlformats.org/officeDocument/2006/relationships/slideLayout" Target="../slideLayouts/slideLayout274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222" Type="http://schemas.openxmlformats.org/officeDocument/2006/relationships/slideLayout" Target="../slideLayouts/slideLayout222.xml"/><Relationship Id="rId243" Type="http://schemas.openxmlformats.org/officeDocument/2006/relationships/slideLayout" Target="../slideLayouts/slideLayout243.xml"/><Relationship Id="rId264" Type="http://schemas.openxmlformats.org/officeDocument/2006/relationships/slideLayout" Target="../slideLayouts/slideLayout264.xml"/><Relationship Id="rId285" Type="http://schemas.openxmlformats.org/officeDocument/2006/relationships/slideLayout" Target="../slideLayouts/slideLayout285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12" Type="http://schemas.openxmlformats.org/officeDocument/2006/relationships/slideLayout" Target="../slideLayouts/slideLayout212.xml"/><Relationship Id="rId233" Type="http://schemas.openxmlformats.org/officeDocument/2006/relationships/slideLayout" Target="../slideLayouts/slideLayout233.xml"/><Relationship Id="rId254" Type="http://schemas.openxmlformats.org/officeDocument/2006/relationships/slideLayout" Target="../slideLayouts/slideLayout254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275" Type="http://schemas.openxmlformats.org/officeDocument/2006/relationships/slideLayout" Target="../slideLayouts/slideLayout275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223" Type="http://schemas.openxmlformats.org/officeDocument/2006/relationships/slideLayout" Target="../slideLayouts/slideLayout223.xml"/><Relationship Id="rId244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265" Type="http://schemas.openxmlformats.org/officeDocument/2006/relationships/slideLayout" Target="../slideLayouts/slideLayout265.xml"/><Relationship Id="rId286" Type="http://schemas.openxmlformats.org/officeDocument/2006/relationships/slideLayout" Target="../slideLayouts/slideLayout286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13" Type="http://schemas.openxmlformats.org/officeDocument/2006/relationships/slideLayout" Target="../slideLayouts/slideLayout213.xml"/><Relationship Id="rId234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55" Type="http://schemas.openxmlformats.org/officeDocument/2006/relationships/slideLayout" Target="../slideLayouts/slideLayout255.xml"/><Relationship Id="rId276" Type="http://schemas.openxmlformats.org/officeDocument/2006/relationships/slideLayout" Target="../slideLayouts/slideLayout276.xml"/><Relationship Id="rId40" Type="http://schemas.openxmlformats.org/officeDocument/2006/relationships/slideLayout" Target="../slideLayouts/slideLayout40.xml"/><Relationship Id="rId115" Type="http://schemas.openxmlformats.org/officeDocument/2006/relationships/slideLayout" Target="../slideLayouts/slideLayout115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224" Type="http://schemas.openxmlformats.org/officeDocument/2006/relationships/slideLayout" Target="../slideLayouts/slideLayout224.xml"/><Relationship Id="rId245" Type="http://schemas.openxmlformats.org/officeDocument/2006/relationships/slideLayout" Target="../slideLayouts/slideLayout245.xml"/><Relationship Id="rId266" Type="http://schemas.openxmlformats.org/officeDocument/2006/relationships/slideLayout" Target="../slideLayouts/slideLayout266.xml"/><Relationship Id="rId287" Type="http://schemas.openxmlformats.org/officeDocument/2006/relationships/slideLayout" Target="../slideLayouts/slideLayout287.xml"/><Relationship Id="rId30" Type="http://schemas.openxmlformats.org/officeDocument/2006/relationships/slideLayout" Target="../slideLayouts/slideLayout3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14" Type="http://schemas.openxmlformats.org/officeDocument/2006/relationships/slideLayout" Target="../slideLayouts/slideLayout214.xml"/><Relationship Id="rId235" Type="http://schemas.openxmlformats.org/officeDocument/2006/relationships/slideLayout" Target="../slideLayouts/slideLayout235.xml"/><Relationship Id="rId256" Type="http://schemas.openxmlformats.org/officeDocument/2006/relationships/slideLayout" Target="../slideLayouts/slideLayout256.xml"/><Relationship Id="rId277" Type="http://schemas.openxmlformats.org/officeDocument/2006/relationships/slideLayout" Target="../slideLayouts/slideLayout27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179" Type="http://schemas.openxmlformats.org/officeDocument/2006/relationships/slideLayout" Target="../slideLayouts/slideLayout179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225" Type="http://schemas.openxmlformats.org/officeDocument/2006/relationships/slideLayout" Target="../slideLayouts/slideLayout225.xml"/><Relationship Id="rId246" Type="http://schemas.openxmlformats.org/officeDocument/2006/relationships/slideLayout" Target="../slideLayouts/slideLayout246.xml"/><Relationship Id="rId267" Type="http://schemas.openxmlformats.org/officeDocument/2006/relationships/slideLayout" Target="../slideLayouts/slideLayout267.xml"/><Relationship Id="rId288" Type="http://schemas.openxmlformats.org/officeDocument/2006/relationships/theme" Target="../theme/theme1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94" Type="http://schemas.openxmlformats.org/officeDocument/2006/relationships/slideLayout" Target="../slideLayouts/slideLayout94.xml"/><Relationship Id="rId148" Type="http://schemas.openxmlformats.org/officeDocument/2006/relationships/slideLayout" Target="../slideLayouts/slideLayout148.xml"/><Relationship Id="rId169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4.xml"/><Relationship Id="rId180" Type="http://schemas.openxmlformats.org/officeDocument/2006/relationships/slideLayout" Target="../slideLayouts/slideLayout180.xml"/><Relationship Id="rId215" Type="http://schemas.openxmlformats.org/officeDocument/2006/relationships/slideLayout" Target="../slideLayouts/slideLayout215.xml"/><Relationship Id="rId236" Type="http://schemas.openxmlformats.org/officeDocument/2006/relationships/slideLayout" Target="../slideLayouts/slideLayout236.xml"/><Relationship Id="rId257" Type="http://schemas.openxmlformats.org/officeDocument/2006/relationships/slideLayout" Target="../slideLayouts/slideLayout257.xml"/><Relationship Id="rId278" Type="http://schemas.openxmlformats.org/officeDocument/2006/relationships/slideLayout" Target="../slideLayouts/slideLayout278.xml"/><Relationship Id="rId42" Type="http://schemas.openxmlformats.org/officeDocument/2006/relationships/slideLayout" Target="../slideLayouts/slideLayout42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247" Type="http://schemas.openxmlformats.org/officeDocument/2006/relationships/slideLayout" Target="../slideLayouts/slideLayout247.xml"/><Relationship Id="rId107" Type="http://schemas.openxmlformats.org/officeDocument/2006/relationships/slideLayout" Target="../slideLayouts/slideLayout107.xml"/><Relationship Id="rId289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53" Type="http://schemas.openxmlformats.org/officeDocument/2006/relationships/slideLayout" Target="../slideLayouts/slideLayout53.xml"/><Relationship Id="rId149" Type="http://schemas.openxmlformats.org/officeDocument/2006/relationships/slideLayout" Target="../slideLayouts/slideLayout149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16" Type="http://schemas.openxmlformats.org/officeDocument/2006/relationships/slideLayout" Target="../slideLayouts/slideLayout216.xml"/><Relationship Id="rId258" Type="http://schemas.openxmlformats.org/officeDocument/2006/relationships/slideLayout" Target="../slideLayouts/slideLayout258.xml"/><Relationship Id="rId22" Type="http://schemas.openxmlformats.org/officeDocument/2006/relationships/slideLayout" Target="../slideLayouts/slideLayout22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71" Type="http://schemas.openxmlformats.org/officeDocument/2006/relationships/slideLayout" Target="../slideLayouts/slideLayout171.xml"/><Relationship Id="rId227" Type="http://schemas.openxmlformats.org/officeDocument/2006/relationships/slideLayout" Target="../slideLayouts/slideLayout2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5.xml"/><Relationship Id="rId13" Type="http://schemas.openxmlformats.org/officeDocument/2006/relationships/slideLayout" Target="../slideLayouts/slideLayout300.xml"/><Relationship Id="rId18" Type="http://schemas.openxmlformats.org/officeDocument/2006/relationships/slideLayout" Target="../slideLayouts/slideLayout305.xml"/><Relationship Id="rId3" Type="http://schemas.openxmlformats.org/officeDocument/2006/relationships/slideLayout" Target="../slideLayouts/slideLayout290.xml"/><Relationship Id="rId7" Type="http://schemas.openxmlformats.org/officeDocument/2006/relationships/slideLayout" Target="../slideLayouts/slideLayout294.xml"/><Relationship Id="rId12" Type="http://schemas.openxmlformats.org/officeDocument/2006/relationships/slideLayout" Target="../slideLayouts/slideLayout299.xml"/><Relationship Id="rId17" Type="http://schemas.openxmlformats.org/officeDocument/2006/relationships/slideLayout" Target="../slideLayouts/slideLayout304.xml"/><Relationship Id="rId2" Type="http://schemas.openxmlformats.org/officeDocument/2006/relationships/slideLayout" Target="../slideLayouts/slideLayout289.xml"/><Relationship Id="rId16" Type="http://schemas.openxmlformats.org/officeDocument/2006/relationships/slideLayout" Target="../slideLayouts/slideLayout303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288.xml"/><Relationship Id="rId6" Type="http://schemas.openxmlformats.org/officeDocument/2006/relationships/slideLayout" Target="../slideLayouts/slideLayout293.xml"/><Relationship Id="rId11" Type="http://schemas.openxmlformats.org/officeDocument/2006/relationships/slideLayout" Target="../slideLayouts/slideLayout298.xml"/><Relationship Id="rId5" Type="http://schemas.openxmlformats.org/officeDocument/2006/relationships/slideLayout" Target="../slideLayouts/slideLayout292.xml"/><Relationship Id="rId15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29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91.xml"/><Relationship Id="rId9" Type="http://schemas.openxmlformats.org/officeDocument/2006/relationships/slideLayout" Target="../slideLayouts/slideLayout296.xml"/><Relationship Id="rId14" Type="http://schemas.openxmlformats.org/officeDocument/2006/relationships/slideLayout" Target="../slideLayouts/slideLayout30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3.xml"/><Relationship Id="rId13" Type="http://schemas.openxmlformats.org/officeDocument/2006/relationships/slideLayout" Target="../slideLayouts/slideLayout318.xml"/><Relationship Id="rId18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12.xml"/><Relationship Id="rId12" Type="http://schemas.openxmlformats.org/officeDocument/2006/relationships/slideLayout" Target="../slideLayouts/slideLayout317.xml"/><Relationship Id="rId17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07.xml"/><Relationship Id="rId16" Type="http://schemas.openxmlformats.org/officeDocument/2006/relationships/slideLayout" Target="../slideLayouts/slideLayout321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0.xml"/><Relationship Id="rId15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15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09.xml"/><Relationship Id="rId9" Type="http://schemas.openxmlformats.org/officeDocument/2006/relationships/slideLayout" Target="../slideLayouts/slideLayout314.xml"/><Relationship Id="rId14" Type="http://schemas.openxmlformats.org/officeDocument/2006/relationships/slideLayout" Target="../slideLayouts/slideLayout3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1.xml"/><Relationship Id="rId13" Type="http://schemas.openxmlformats.org/officeDocument/2006/relationships/slideLayout" Target="../slideLayouts/slideLayout336.xml"/><Relationship Id="rId18" Type="http://schemas.openxmlformats.org/officeDocument/2006/relationships/slideLayout" Target="../slideLayouts/slideLayout341.xml"/><Relationship Id="rId3" Type="http://schemas.openxmlformats.org/officeDocument/2006/relationships/slideLayout" Target="../slideLayouts/slideLayout326.xml"/><Relationship Id="rId7" Type="http://schemas.openxmlformats.org/officeDocument/2006/relationships/slideLayout" Target="../slideLayouts/slideLayout330.xml"/><Relationship Id="rId12" Type="http://schemas.openxmlformats.org/officeDocument/2006/relationships/slideLayout" Target="../slideLayouts/slideLayout335.xml"/><Relationship Id="rId17" Type="http://schemas.openxmlformats.org/officeDocument/2006/relationships/slideLayout" Target="../slideLayouts/slideLayout340.xml"/><Relationship Id="rId2" Type="http://schemas.openxmlformats.org/officeDocument/2006/relationships/slideLayout" Target="../slideLayouts/slideLayout325.xml"/><Relationship Id="rId16" Type="http://schemas.openxmlformats.org/officeDocument/2006/relationships/slideLayout" Target="../slideLayouts/slideLayout339.xm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324.xml"/><Relationship Id="rId6" Type="http://schemas.openxmlformats.org/officeDocument/2006/relationships/slideLayout" Target="../slideLayouts/slideLayout329.xml"/><Relationship Id="rId11" Type="http://schemas.openxmlformats.org/officeDocument/2006/relationships/slideLayout" Target="../slideLayouts/slideLayout334.xml"/><Relationship Id="rId5" Type="http://schemas.openxmlformats.org/officeDocument/2006/relationships/slideLayout" Target="../slideLayouts/slideLayout328.xml"/><Relationship Id="rId15" Type="http://schemas.openxmlformats.org/officeDocument/2006/relationships/slideLayout" Target="../slideLayouts/slideLayout338.xml"/><Relationship Id="rId10" Type="http://schemas.openxmlformats.org/officeDocument/2006/relationships/slideLayout" Target="../slideLayouts/slideLayout333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327.xml"/><Relationship Id="rId9" Type="http://schemas.openxmlformats.org/officeDocument/2006/relationships/slideLayout" Target="../slideLayouts/slideLayout332.xml"/><Relationship Id="rId14" Type="http://schemas.openxmlformats.org/officeDocument/2006/relationships/slideLayout" Target="../slideLayouts/slideLayout33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4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343.xml"/><Relationship Id="rId1" Type="http://schemas.openxmlformats.org/officeDocument/2006/relationships/slideLayout" Target="../slideLayouts/slideLayout34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  <p:sldLayoutId id="2147483753" r:id="rId105"/>
    <p:sldLayoutId id="2147483754" r:id="rId106"/>
    <p:sldLayoutId id="2147483755" r:id="rId107"/>
    <p:sldLayoutId id="2147483756" r:id="rId108"/>
    <p:sldLayoutId id="2147483757" r:id="rId109"/>
    <p:sldLayoutId id="2147483758" r:id="rId110"/>
    <p:sldLayoutId id="2147483759" r:id="rId111"/>
    <p:sldLayoutId id="2147483760" r:id="rId112"/>
    <p:sldLayoutId id="2147483761" r:id="rId113"/>
    <p:sldLayoutId id="2147483762" r:id="rId114"/>
    <p:sldLayoutId id="2147483763" r:id="rId115"/>
    <p:sldLayoutId id="2147483764" r:id="rId116"/>
    <p:sldLayoutId id="2147483765" r:id="rId117"/>
    <p:sldLayoutId id="2147483766" r:id="rId118"/>
    <p:sldLayoutId id="2147483767" r:id="rId119"/>
    <p:sldLayoutId id="2147483768" r:id="rId120"/>
    <p:sldLayoutId id="2147483769" r:id="rId121"/>
    <p:sldLayoutId id="2147483770" r:id="rId122"/>
    <p:sldLayoutId id="2147483771" r:id="rId123"/>
    <p:sldLayoutId id="2147483772" r:id="rId124"/>
    <p:sldLayoutId id="2147483773" r:id="rId125"/>
    <p:sldLayoutId id="2147483774" r:id="rId126"/>
    <p:sldLayoutId id="2147483775" r:id="rId127"/>
    <p:sldLayoutId id="2147483776" r:id="rId128"/>
    <p:sldLayoutId id="2147483777" r:id="rId129"/>
    <p:sldLayoutId id="2147483778" r:id="rId130"/>
    <p:sldLayoutId id="2147483779" r:id="rId131"/>
    <p:sldLayoutId id="2147483780" r:id="rId132"/>
    <p:sldLayoutId id="2147483781" r:id="rId133"/>
    <p:sldLayoutId id="2147483782" r:id="rId134"/>
    <p:sldLayoutId id="2147483783" r:id="rId135"/>
    <p:sldLayoutId id="2147483784" r:id="rId136"/>
    <p:sldLayoutId id="2147483785" r:id="rId137"/>
    <p:sldLayoutId id="2147483786" r:id="rId138"/>
    <p:sldLayoutId id="2147483787" r:id="rId139"/>
    <p:sldLayoutId id="2147483788" r:id="rId140"/>
    <p:sldLayoutId id="2147483789" r:id="rId141"/>
    <p:sldLayoutId id="2147483790" r:id="rId142"/>
    <p:sldLayoutId id="2147483791" r:id="rId143"/>
    <p:sldLayoutId id="2147483792" r:id="rId144"/>
    <p:sldLayoutId id="2147483793" r:id="rId145"/>
    <p:sldLayoutId id="2147483794" r:id="rId146"/>
    <p:sldLayoutId id="2147483795" r:id="rId147"/>
    <p:sldLayoutId id="2147483796" r:id="rId148"/>
    <p:sldLayoutId id="2147483797" r:id="rId149"/>
    <p:sldLayoutId id="2147483798" r:id="rId150"/>
    <p:sldLayoutId id="2147483799" r:id="rId151"/>
    <p:sldLayoutId id="2147483800" r:id="rId152"/>
    <p:sldLayoutId id="2147483801" r:id="rId153"/>
    <p:sldLayoutId id="2147483802" r:id="rId154"/>
    <p:sldLayoutId id="2147483803" r:id="rId155"/>
    <p:sldLayoutId id="2147483804" r:id="rId156"/>
    <p:sldLayoutId id="2147483805" r:id="rId157"/>
    <p:sldLayoutId id="2147483806" r:id="rId158"/>
    <p:sldLayoutId id="2147483807" r:id="rId159"/>
    <p:sldLayoutId id="2147483808" r:id="rId160"/>
    <p:sldLayoutId id="2147483809" r:id="rId161"/>
    <p:sldLayoutId id="2147483810" r:id="rId162"/>
    <p:sldLayoutId id="2147483811" r:id="rId163"/>
    <p:sldLayoutId id="2147483812" r:id="rId164"/>
    <p:sldLayoutId id="2147483813" r:id="rId165"/>
    <p:sldLayoutId id="2147483814" r:id="rId166"/>
    <p:sldLayoutId id="2147483815" r:id="rId167"/>
    <p:sldLayoutId id="2147483816" r:id="rId168"/>
    <p:sldLayoutId id="2147483817" r:id="rId169"/>
    <p:sldLayoutId id="2147483818" r:id="rId170"/>
    <p:sldLayoutId id="2147483819" r:id="rId171"/>
    <p:sldLayoutId id="2147483820" r:id="rId172"/>
    <p:sldLayoutId id="2147483821" r:id="rId173"/>
    <p:sldLayoutId id="2147483822" r:id="rId174"/>
    <p:sldLayoutId id="2147483823" r:id="rId175"/>
    <p:sldLayoutId id="2147483824" r:id="rId176"/>
    <p:sldLayoutId id="2147483825" r:id="rId177"/>
    <p:sldLayoutId id="2147483826" r:id="rId178"/>
    <p:sldLayoutId id="2147483827" r:id="rId179"/>
    <p:sldLayoutId id="2147483828" r:id="rId180"/>
    <p:sldLayoutId id="2147483829" r:id="rId181"/>
    <p:sldLayoutId id="2147483830" r:id="rId182"/>
    <p:sldLayoutId id="2147483831" r:id="rId183"/>
    <p:sldLayoutId id="2147483832" r:id="rId184"/>
    <p:sldLayoutId id="2147483833" r:id="rId185"/>
    <p:sldLayoutId id="2147483834" r:id="rId186"/>
    <p:sldLayoutId id="2147483835" r:id="rId187"/>
    <p:sldLayoutId id="2147483836" r:id="rId188"/>
    <p:sldLayoutId id="2147483837" r:id="rId189"/>
    <p:sldLayoutId id="2147483838" r:id="rId190"/>
    <p:sldLayoutId id="2147483839" r:id="rId191"/>
    <p:sldLayoutId id="2147483840" r:id="rId192"/>
    <p:sldLayoutId id="2147483841" r:id="rId193"/>
    <p:sldLayoutId id="2147483842" r:id="rId194"/>
    <p:sldLayoutId id="2147483843" r:id="rId195"/>
    <p:sldLayoutId id="2147483844" r:id="rId196"/>
    <p:sldLayoutId id="2147483845" r:id="rId197"/>
    <p:sldLayoutId id="2147483846" r:id="rId198"/>
    <p:sldLayoutId id="2147483847" r:id="rId199"/>
    <p:sldLayoutId id="2147483848" r:id="rId200"/>
    <p:sldLayoutId id="2147483849" r:id="rId201"/>
    <p:sldLayoutId id="2147483850" r:id="rId202"/>
    <p:sldLayoutId id="2147483851" r:id="rId203"/>
    <p:sldLayoutId id="2147483852" r:id="rId204"/>
    <p:sldLayoutId id="2147483853" r:id="rId205"/>
    <p:sldLayoutId id="2147483854" r:id="rId206"/>
    <p:sldLayoutId id="2147483855" r:id="rId207"/>
    <p:sldLayoutId id="2147483856" r:id="rId208"/>
    <p:sldLayoutId id="2147483857" r:id="rId209"/>
    <p:sldLayoutId id="2147483858" r:id="rId210"/>
    <p:sldLayoutId id="2147483859" r:id="rId211"/>
    <p:sldLayoutId id="2147483860" r:id="rId212"/>
    <p:sldLayoutId id="2147483861" r:id="rId213"/>
    <p:sldLayoutId id="2147483862" r:id="rId214"/>
    <p:sldLayoutId id="2147483863" r:id="rId215"/>
    <p:sldLayoutId id="2147483864" r:id="rId216"/>
    <p:sldLayoutId id="2147483865" r:id="rId217"/>
    <p:sldLayoutId id="2147483866" r:id="rId218"/>
    <p:sldLayoutId id="2147483867" r:id="rId219"/>
    <p:sldLayoutId id="2147483868" r:id="rId220"/>
    <p:sldLayoutId id="2147483869" r:id="rId221"/>
    <p:sldLayoutId id="2147483870" r:id="rId222"/>
    <p:sldLayoutId id="2147483871" r:id="rId223"/>
    <p:sldLayoutId id="2147483872" r:id="rId224"/>
    <p:sldLayoutId id="2147483873" r:id="rId225"/>
    <p:sldLayoutId id="2147483874" r:id="rId226"/>
    <p:sldLayoutId id="2147483875" r:id="rId227"/>
    <p:sldLayoutId id="2147483876" r:id="rId228"/>
    <p:sldLayoutId id="2147483877" r:id="rId229"/>
    <p:sldLayoutId id="2147483878" r:id="rId230"/>
    <p:sldLayoutId id="2147483879" r:id="rId231"/>
    <p:sldLayoutId id="2147483880" r:id="rId232"/>
    <p:sldLayoutId id="2147483881" r:id="rId233"/>
    <p:sldLayoutId id="2147483882" r:id="rId234"/>
    <p:sldLayoutId id="2147483883" r:id="rId235"/>
    <p:sldLayoutId id="2147483884" r:id="rId236"/>
    <p:sldLayoutId id="2147483885" r:id="rId237"/>
    <p:sldLayoutId id="2147483886" r:id="rId238"/>
    <p:sldLayoutId id="2147483887" r:id="rId239"/>
    <p:sldLayoutId id="2147483888" r:id="rId240"/>
    <p:sldLayoutId id="2147483889" r:id="rId241"/>
    <p:sldLayoutId id="2147483891" r:id="rId242"/>
    <p:sldLayoutId id="2147483892" r:id="rId243"/>
    <p:sldLayoutId id="2147483893" r:id="rId244"/>
    <p:sldLayoutId id="2147483894" r:id="rId245"/>
    <p:sldLayoutId id="2147483895" r:id="rId246"/>
    <p:sldLayoutId id="2147483896" r:id="rId247"/>
    <p:sldLayoutId id="2147483897" r:id="rId248"/>
    <p:sldLayoutId id="2147483898" r:id="rId249"/>
    <p:sldLayoutId id="2147483899" r:id="rId250"/>
    <p:sldLayoutId id="2147483900" r:id="rId251"/>
    <p:sldLayoutId id="2147483901" r:id="rId252"/>
    <p:sldLayoutId id="2147483902" r:id="rId253"/>
    <p:sldLayoutId id="2147483903" r:id="rId254"/>
    <p:sldLayoutId id="2147483904" r:id="rId255"/>
    <p:sldLayoutId id="2147483905" r:id="rId256"/>
    <p:sldLayoutId id="2147483906" r:id="rId257"/>
    <p:sldLayoutId id="2147483907" r:id="rId258"/>
    <p:sldLayoutId id="2147483908" r:id="rId259"/>
    <p:sldLayoutId id="2147483909" r:id="rId260"/>
    <p:sldLayoutId id="2147483910" r:id="rId261"/>
    <p:sldLayoutId id="2147483911" r:id="rId262"/>
    <p:sldLayoutId id="2147483912" r:id="rId263"/>
    <p:sldLayoutId id="2147483913" r:id="rId264"/>
    <p:sldLayoutId id="2147483914" r:id="rId265"/>
    <p:sldLayoutId id="2147483915" r:id="rId266"/>
    <p:sldLayoutId id="2147483916" r:id="rId267"/>
    <p:sldLayoutId id="2147483917" r:id="rId268"/>
    <p:sldLayoutId id="2147483918" r:id="rId269"/>
    <p:sldLayoutId id="2147483919" r:id="rId270"/>
    <p:sldLayoutId id="2147483920" r:id="rId271"/>
    <p:sldLayoutId id="2147483921" r:id="rId272"/>
    <p:sldLayoutId id="2147483922" r:id="rId273"/>
    <p:sldLayoutId id="2147483923" r:id="rId274"/>
    <p:sldLayoutId id="2147483924" r:id="rId275"/>
    <p:sldLayoutId id="2147483925" r:id="rId276"/>
    <p:sldLayoutId id="2147483926" r:id="rId277"/>
    <p:sldLayoutId id="2147483927" r:id="rId278"/>
    <p:sldLayoutId id="2147483928" r:id="rId279"/>
    <p:sldLayoutId id="2147483929" r:id="rId280"/>
    <p:sldLayoutId id="2147483930" r:id="rId281"/>
    <p:sldLayoutId id="2147483931" r:id="rId282"/>
    <p:sldLayoutId id="2147483932" r:id="rId283"/>
    <p:sldLayoutId id="2147483933" r:id="rId284"/>
    <p:sldLayoutId id="2147483934" r:id="rId285"/>
    <p:sldLayoutId id="2147483935" r:id="rId286"/>
    <p:sldLayoutId id="2147483936" r:id="rId28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  <p:sldLayoutId id="2147483992" r:id="rId17"/>
    <p:sldLayoutId id="214748399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  <p:sldLayoutId id="2147484006" r:id="rId12"/>
    <p:sldLayoutId id="2147484007" r:id="rId13"/>
    <p:sldLayoutId id="2147484008" r:id="rId14"/>
    <p:sldLayoutId id="2147484009" r:id="rId15"/>
    <p:sldLayoutId id="2147484010" r:id="rId16"/>
    <p:sldLayoutId id="2147484011" r:id="rId17"/>
    <p:sldLayoutId id="214748401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2026/4/2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  <p:sldLayoutId id="214748403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419A5F6-E08B-4DCD-844C-650E238E8D3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2026/4/2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8C9A39-9835-459D-A928-39DF748B3C1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armonyOS Sans SC"/>
                <a:ea typeface="HarmonyOS Sans SC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OPPOSans B" panose="00020600040101010101" pitchFamily="18" charset="-122"/>
          <a:ea typeface="思源黑体 CN Bold" panose="020B0800000000000000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3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05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41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3.xml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3.xml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3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8.png"/><Relationship Id="rId5" Type="http://schemas.openxmlformats.org/officeDocument/2006/relationships/tags" Target="../tags/tag11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25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3.xml"/><Relationship Id="rId5" Type="http://schemas.openxmlformats.org/officeDocument/2006/relationships/image" Target="../media/image15.jpe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" y="3139871"/>
            <a:ext cx="12192000" cy="28851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7740" y="3573124"/>
            <a:ext cx="64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20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Heavy" panose="00020600040101010101" pitchFamily="18" charset="-122"/>
              </a:rPr>
              <a:t>中期报告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30132" y="3987222"/>
            <a:ext cx="7010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AI</a:t>
            </a:r>
            <a:r>
              <a:rPr lang="zh-CN" altLang="en-US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考试系统的设计与实现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Bold" panose="020B08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67740" y="5168775"/>
            <a:ext cx="6718935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汇报人：关世开      日期：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2026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年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04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月</a:t>
            </a: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060450" y="5032490"/>
            <a:ext cx="6069924" cy="0"/>
          </a:xfrm>
          <a:prstGeom prst="line">
            <a:avLst/>
          </a:prstGeom>
          <a:ln w="285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996857" y="3546998"/>
            <a:ext cx="1840032" cy="7117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8F6D448-C7E6-4AC1-14B7-1D566396653D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1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701040"/>
            <a:ext cx="12192000" cy="5434275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8346" y="1337809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70319" y="1972681"/>
            <a:ext cx="2481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cxnSp>
        <p:nvCxnSpPr>
          <p:cNvPr id="13" name="直线连接符 16"/>
          <p:cNvCxnSpPr/>
          <p:nvPr/>
        </p:nvCxnSpPr>
        <p:spPr>
          <a:xfrm>
            <a:off x="931551" y="2672187"/>
            <a:ext cx="7692814" cy="0"/>
          </a:xfrm>
          <a:prstGeom prst="line">
            <a:avLst/>
          </a:prstGeom>
          <a:ln w="38100">
            <a:solidFill>
              <a:srgbClr val="441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359470" y="2886569"/>
            <a:ext cx="2140330" cy="20629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lvl="0" indent="-514350">
              <a:lnSpc>
                <a:spcPct val="250000"/>
              </a:lnSpc>
              <a:buFont typeface="Arial" panose="020B0604020202020204" pitchFamily="34" charset="0"/>
              <a:buAutoNum type="arabicPeriod"/>
            </a:pPr>
            <a:r>
              <a:rPr kumimoji="1" lang="zh-CN" altLang="en-US" sz="28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选题回顾</a:t>
            </a:r>
          </a:p>
          <a:p>
            <a:pPr marL="514350" lvl="0" indent="-514350">
              <a:lnSpc>
                <a:spcPct val="250000"/>
              </a:lnSpc>
              <a:buFont typeface="Arial" panose="020B0604020202020204" pitchFamily="34" charset="0"/>
              <a:buAutoNum type="arabicPeriod"/>
            </a:pPr>
            <a:r>
              <a:rPr kumimoji="1" lang="zh-CN" altLang="en-US" sz="28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75980" y="2886569"/>
            <a:ext cx="2140330" cy="20629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lvl="0" indent="-514350">
              <a:lnSpc>
                <a:spcPct val="250000"/>
              </a:lnSpc>
              <a:buFont typeface="+mj-lt"/>
              <a:buAutoNum type="arabicPeriod" startAt="3"/>
            </a:pPr>
            <a:r>
              <a:rPr kumimoji="1" lang="zh-CN" altLang="en-US" sz="28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当前进展</a:t>
            </a:r>
          </a:p>
          <a:p>
            <a:pPr marL="514350" lvl="0" indent="-514350">
              <a:lnSpc>
                <a:spcPct val="250000"/>
              </a:lnSpc>
              <a:buFont typeface="+mj-lt"/>
              <a:buAutoNum type="arabicPeriod" startAt="3"/>
            </a:pPr>
            <a:r>
              <a:rPr kumimoji="1" lang="zh-CN" altLang="en-US" sz="2800" b="1" dirty="0">
                <a:solidFill>
                  <a:srgbClr val="441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未来计划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913576" y="3887768"/>
            <a:ext cx="3552276" cy="312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选题内容以及要实现的目标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913575" y="4949526"/>
            <a:ext cx="3480357" cy="312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计划使用的技术方法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415092" y="3887768"/>
            <a:ext cx="3499470" cy="312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目前已经完成的功能和展示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415092" y="4949526"/>
            <a:ext cx="3499470" cy="312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最终答辩前计划继续完成的工作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A720B3-E925-60FC-F7F7-8C329ADBB631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6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81969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选题回顾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581969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581969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581969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E3DEBB2-8E16-6931-74BE-94E14C6622D6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3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67CB-45C4-3815-301D-33781D31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0">
            <a:extLst>
              <a:ext uri="{FF2B5EF4-FFF2-40B4-BE49-F238E27FC236}">
                <a16:creationId xmlns:a16="http://schemas.microsoft.com/office/drawing/2014/main" id="{6B03DD96-D00F-DDEC-2BB4-90423DE827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974645" y="2040650"/>
            <a:ext cx="5620606" cy="4084827"/>
          </a:xfrm>
          <a:prstGeom prst="roundRect">
            <a:avLst>
              <a:gd name="adj" fmla="val 1857"/>
            </a:avLst>
          </a:prstGeom>
          <a:solidFill>
            <a:srgbClr val="FFFFFF">
              <a:alpha val="83000"/>
            </a:srgbClr>
          </a:solidFill>
          <a:ln w="9525">
            <a:noFill/>
          </a:ln>
          <a:effectLst>
            <a:outerShdw blurRad="254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FCDC3F0-1B7D-F732-59CE-0440C70CB4D5}"/>
              </a:ext>
            </a:extLst>
          </p:cNvPr>
          <p:cNvSpPr txBox="1"/>
          <p:nvPr/>
        </p:nvSpPr>
        <p:spPr>
          <a:xfrm>
            <a:off x="3284367" y="1227783"/>
            <a:ext cx="5739782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由于原题目在技术上未能按照预期设想进度实现，选择更换题目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4D7978-8CDC-2EA8-DAEB-E18EA75B6616}"/>
              </a:ext>
            </a:extLst>
          </p:cNvPr>
          <p:cNvSpPr txBox="1"/>
          <p:nvPr/>
        </p:nvSpPr>
        <p:spPr>
          <a:xfrm>
            <a:off x="2266124" y="2320479"/>
            <a:ext cx="3929971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新选题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操作系统课程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考试流程的设计与实现</a:t>
            </a:r>
          </a:p>
        </p:txBody>
      </p:sp>
      <p:sp>
        <p:nvSpPr>
          <p:cNvPr id="24" name="菱形 23">
            <a:extLst>
              <a:ext uri="{FF2B5EF4-FFF2-40B4-BE49-F238E27FC236}">
                <a16:creationId xmlns:a16="http://schemas.microsoft.com/office/drawing/2014/main" id="{F5A34B8D-5DB9-1632-974C-B08B923CB6EC}"/>
              </a:ext>
            </a:extLst>
          </p:cNvPr>
          <p:cNvSpPr/>
          <p:nvPr/>
        </p:nvSpPr>
        <p:spPr>
          <a:xfrm>
            <a:off x="1316142" y="2451179"/>
            <a:ext cx="768112" cy="757295"/>
          </a:xfrm>
          <a:prstGeom prst="diamond">
            <a:avLst/>
          </a:prstGeom>
          <a:solidFill>
            <a:srgbClr val="912C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AB9757-9778-3504-CEE5-5F69AB18E487}"/>
              </a:ext>
            </a:extLst>
          </p:cNvPr>
          <p:cNvSpPr txBox="1"/>
          <p:nvPr/>
        </p:nvSpPr>
        <p:spPr>
          <a:xfrm>
            <a:off x="2266124" y="4104124"/>
            <a:ext cx="3993979" cy="180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选题背景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教师无法真正以较高地效率判断学生提交的实验代码是否为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完成。因此，开发一种便捷的，针对操作系统课程实验进行提问的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即时考试系统是非常必要的。</a:t>
            </a:r>
          </a:p>
        </p:txBody>
      </p:sp>
      <p:sp>
        <p:nvSpPr>
          <p:cNvPr id="28" name="菱形 27">
            <a:extLst>
              <a:ext uri="{FF2B5EF4-FFF2-40B4-BE49-F238E27FC236}">
                <a16:creationId xmlns:a16="http://schemas.microsoft.com/office/drawing/2014/main" id="{82E7C018-32AC-7CE9-01A0-072505DE89C1}"/>
              </a:ext>
            </a:extLst>
          </p:cNvPr>
          <p:cNvSpPr/>
          <p:nvPr/>
        </p:nvSpPr>
        <p:spPr>
          <a:xfrm>
            <a:off x="1316141" y="4179960"/>
            <a:ext cx="768113" cy="757296"/>
          </a:xfrm>
          <a:prstGeom prst="diamond">
            <a:avLst/>
          </a:prstGeom>
          <a:solidFill>
            <a:srgbClr val="68A4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1" name="小李PPT1">
            <a:extLst>
              <a:ext uri="{FF2B5EF4-FFF2-40B4-BE49-F238E27FC236}">
                <a16:creationId xmlns:a16="http://schemas.microsoft.com/office/drawing/2014/main" id="{870EBC36-6835-EFC9-3F41-01CCA66A1598}"/>
              </a:ext>
            </a:extLst>
          </p:cNvPr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选题回顾</a:t>
            </a:r>
          </a:p>
        </p:txBody>
      </p:sp>
      <p:cxnSp>
        <p:nvCxnSpPr>
          <p:cNvPr id="22" name="直线连接符 3">
            <a:extLst>
              <a:ext uri="{FF2B5EF4-FFF2-40B4-BE49-F238E27FC236}">
                <a16:creationId xmlns:a16="http://schemas.microsoft.com/office/drawing/2014/main" id="{FB0CED20-F955-A387-6C2B-590F5FF34DE4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8DCD191B-4140-AC7D-F2B8-40DE2E06968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72997F1-9F44-09D1-0103-E53A7838B672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4</a:t>
            </a:r>
            <a:endParaRPr lang="zh-CN" altLang="en-US" sz="3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04B134-D3D7-80D9-DF96-04A3094DE0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8"/>
          <a:stretch>
            <a:fillRect/>
          </a:stretch>
        </p:blipFill>
        <p:spPr>
          <a:xfrm>
            <a:off x="7305947" y="1916450"/>
            <a:ext cx="4245549" cy="399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0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0"/>
          <p:cNvSpPr/>
          <p:nvPr>
            <p:custDataLst>
              <p:tags r:id="rId1"/>
            </p:custDataLst>
          </p:nvPr>
        </p:nvSpPr>
        <p:spPr>
          <a:xfrm flipH="1">
            <a:off x="3285697" y="2040650"/>
            <a:ext cx="5620606" cy="4084827"/>
          </a:xfrm>
          <a:prstGeom prst="roundRect">
            <a:avLst>
              <a:gd name="adj" fmla="val 1857"/>
            </a:avLst>
          </a:prstGeom>
          <a:solidFill>
            <a:srgbClr val="FFFFFF">
              <a:alpha val="83000"/>
            </a:srgbClr>
          </a:solidFill>
          <a:ln w="9525">
            <a:noFill/>
          </a:ln>
          <a:effectLst>
            <a:outerShdw blurRad="254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84367" y="1227783"/>
            <a:ext cx="5739782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经历了题目的更换，目前计划完成一个使用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进行自动化考试的系统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577176" y="2320479"/>
            <a:ext cx="3929971" cy="180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核心问题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随着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的发展，教师在授课过程中越来越难以判断学生的作业是否由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完成。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需要设计一种针对作业的考试，来测评学生对作业题目的掌握能力。</a:t>
            </a:r>
          </a:p>
        </p:txBody>
      </p:sp>
      <p:sp>
        <p:nvSpPr>
          <p:cNvPr id="24" name="菱形 23"/>
          <p:cNvSpPr/>
          <p:nvPr/>
        </p:nvSpPr>
        <p:spPr>
          <a:xfrm>
            <a:off x="3627194" y="2451179"/>
            <a:ext cx="768112" cy="757295"/>
          </a:xfrm>
          <a:prstGeom prst="diamond">
            <a:avLst/>
          </a:prstGeom>
          <a:solidFill>
            <a:srgbClr val="912C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577176" y="4104124"/>
            <a:ext cx="3993979" cy="180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设计目标：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通过上传作业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课程实验代码到系统，实现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自动出题，自动进行口试，自动得到评判结果的功能。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这里使用口试是因为口试的方式让学生难以通过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辅助这场考试。</a:t>
            </a:r>
          </a:p>
        </p:txBody>
      </p:sp>
      <p:sp>
        <p:nvSpPr>
          <p:cNvPr id="28" name="菱形 27"/>
          <p:cNvSpPr/>
          <p:nvPr/>
        </p:nvSpPr>
        <p:spPr>
          <a:xfrm>
            <a:off x="3627193" y="4179960"/>
            <a:ext cx="768113" cy="757296"/>
          </a:xfrm>
          <a:prstGeom prst="diamond">
            <a:avLst/>
          </a:prstGeom>
          <a:solidFill>
            <a:srgbClr val="68A4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1" name="小李PPT1"/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选题回顾</a:t>
            </a: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4D8A6C-5E7D-C35E-A4B4-FCFF3FB58899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5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2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技术路线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912C8D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EF8904-66FE-17D1-106B-81E8AAE04292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6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54763" y="1060467"/>
            <a:ext cx="917927" cy="781685"/>
          </a:xfrm>
          <a:prstGeom prst="rect">
            <a:avLst/>
          </a:prstGeom>
          <a:solidFill>
            <a:srgbClr val="912C8D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参考</a:t>
            </a:r>
          </a:p>
        </p:txBody>
      </p:sp>
      <p:sp>
        <p:nvSpPr>
          <p:cNvPr id="20" name="TextBox 76"/>
          <p:cNvSpPr txBox="1"/>
          <p:nvPr/>
        </p:nvSpPr>
        <p:spPr>
          <a:xfrm>
            <a:off x="1503087" y="1092506"/>
            <a:ext cx="341122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目前已有的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考试方案</a:t>
            </a:r>
          </a:p>
        </p:txBody>
      </p:sp>
      <p:sp>
        <p:nvSpPr>
          <p:cNvPr id="21" name="TextBox 76"/>
          <p:cNvSpPr txBox="1"/>
          <p:nvPr/>
        </p:nvSpPr>
        <p:spPr>
          <a:xfrm>
            <a:off x="6644214" y="3891478"/>
            <a:ext cx="341122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额外实现的创新点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868723" y="3680958"/>
            <a:ext cx="1019500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0162551" y="3878057"/>
            <a:ext cx="901175" cy="781685"/>
          </a:xfrm>
          <a:prstGeom prst="rect">
            <a:avLst/>
          </a:prstGeom>
          <a:solidFill>
            <a:srgbClr val="68A4C6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  <a:sym typeface="Arial" panose="020B0604020202020204" pitchFamily="34" charset="0"/>
              </a:rPr>
              <a:t>创新</a:t>
            </a:r>
          </a:p>
        </p:txBody>
      </p:sp>
      <p:sp>
        <p:nvSpPr>
          <p:cNvPr id="24" name="Text1"/>
          <p:cNvSpPr/>
          <p:nvPr>
            <p:custDataLst>
              <p:tags r:id="rId1"/>
            </p:custDataLst>
          </p:nvPr>
        </p:nvSpPr>
        <p:spPr bwMode="auto">
          <a:xfrm>
            <a:off x="1542208" y="1554617"/>
            <a:ext cx="879176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从某国外博客上借鉴了使用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自动出题并使用口试的方案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借鉴开源仓库</a:t>
            </a:r>
            <a:r>
              <a:rPr lang="en-US" altLang="zh-CN" sz="140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-council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，使用多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协作进行评分。具体来说，分为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个阶段。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第一阶段使用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对答案进行评分，生成各自的分析报告。第二阶段让每个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对另外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给出的输出进行打分。第三阶段让一个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根据每个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的结果以及其他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对其的评价，综合得出最终结果。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87187" y="2758539"/>
            <a:ext cx="1094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0000">
                      <a:srgbClr val="FFFFFF">
                        <a:alpha val="0"/>
                      </a:srgbClr>
                    </a:gs>
                    <a:gs pos="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70000">
                    <a:srgbClr val="FFFFFF">
                      <a:alpha val="0"/>
                    </a:srgbClr>
                  </a:gs>
                  <a:gs pos="0">
                    <a:srgbClr val="FFFFFF"/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小李PPT1"/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22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技术路线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1" name="Text1"/>
          <p:cNvSpPr/>
          <p:nvPr>
            <p:custDataLst>
              <p:tags r:id="rId2"/>
            </p:custDataLst>
          </p:nvPr>
        </p:nvSpPr>
        <p:spPr bwMode="auto">
          <a:xfrm>
            <a:off x="1598862" y="4270766"/>
            <a:ext cx="8334278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把这套考试方案移植到操作系统课程实验上，根据学生提供的操作系统课程实验代码进行提问和考试。根据往年的操作系统实验代码，构建一个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RAG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知识库共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使用，提升性能。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在评分环节加入了置信度检验。如果某个模型给出的评分显著离群，则要求其重新评分，并把重新评分的结果一并提交给三阶段的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cxnSp>
        <p:nvCxnSpPr>
          <p:cNvPr id="3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grpSp>
        <p:nvGrpSpPr>
          <p:cNvPr id="48" name="组合 47"/>
          <p:cNvGrpSpPr/>
          <p:nvPr/>
        </p:nvGrpSpPr>
        <p:grpSpPr>
          <a:xfrm>
            <a:off x="1598862" y="1728934"/>
            <a:ext cx="139964" cy="139964"/>
            <a:chOff x="-873393" y="1299311"/>
            <a:chExt cx="718548" cy="718548"/>
          </a:xfrm>
        </p:grpSpPr>
        <p:sp>
          <p:nvSpPr>
            <p:cNvPr id="49" name="椭圆 48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598862" y="2368941"/>
            <a:ext cx="139964" cy="139964"/>
            <a:chOff x="-873393" y="1299311"/>
            <a:chExt cx="718548" cy="718548"/>
          </a:xfrm>
        </p:grpSpPr>
        <p:sp>
          <p:nvSpPr>
            <p:cNvPr id="52" name="椭圆 51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645923" y="4444354"/>
            <a:ext cx="139964" cy="139964"/>
            <a:chOff x="-873393" y="1299311"/>
            <a:chExt cx="718548" cy="718548"/>
          </a:xfrm>
        </p:grpSpPr>
        <p:sp>
          <p:nvSpPr>
            <p:cNvPr id="55" name="椭圆 54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645923" y="5084361"/>
            <a:ext cx="139964" cy="139964"/>
            <a:chOff x="-873393" y="1299311"/>
            <a:chExt cx="718548" cy="718548"/>
          </a:xfrm>
        </p:grpSpPr>
        <p:sp>
          <p:nvSpPr>
            <p:cNvPr id="58" name="椭圆 57"/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33BC1BC-ACFA-7104-BFC0-10CFC4DC956E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7</a:t>
            </a:r>
            <a:endParaRPr lang="zh-CN" altLang="en-US" sz="3200" b="1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6A69B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当前进展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6A69B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03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A69B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7E5B4AD-8D62-A25B-5EC8-55F0883E9D08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8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8E45675-DEC8-8BB9-615B-8B1CD32766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55" y="1490597"/>
            <a:ext cx="4719651" cy="4814964"/>
          </a:xfrm>
          <a:prstGeom prst="rect">
            <a:avLst/>
          </a:prstGeom>
        </p:spPr>
      </p:pic>
      <p:sp>
        <p:nvSpPr>
          <p:cNvPr id="118" name="圆角矩形 117"/>
          <p:cNvSpPr/>
          <p:nvPr/>
        </p:nvSpPr>
        <p:spPr>
          <a:xfrm>
            <a:off x="4599414" y="1357745"/>
            <a:ext cx="6880832" cy="1218613"/>
          </a:xfrm>
          <a:prstGeom prst="roundRect">
            <a:avLst>
              <a:gd name="adj" fmla="val 599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6162679" y="2940338"/>
            <a:ext cx="772985" cy="7729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7107103" y="2873484"/>
            <a:ext cx="3944728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自动出题：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目前自动出题的功能已经可以正常跑通。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9" name="小李PPT1"/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当前进展</a:t>
            </a:r>
          </a:p>
        </p:txBody>
      </p:sp>
      <p:cxnSp>
        <p:nvCxnSpPr>
          <p:cNvPr id="50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8" name="椭圆 27"/>
          <p:cNvSpPr/>
          <p:nvPr/>
        </p:nvSpPr>
        <p:spPr>
          <a:xfrm>
            <a:off x="6162679" y="4663686"/>
            <a:ext cx="772985" cy="772985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07103" y="4596832"/>
            <a:ext cx="3944728" cy="1162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功能详解：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通过添加原始的作业题目和学生给出的结果，出题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可以较高质量完成出题。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4C843C-FAA2-6FD0-C910-5508FCF8DA81}"/>
              </a:ext>
            </a:extLst>
          </p:cNvPr>
          <p:cNvSpPr txBox="1"/>
          <p:nvPr/>
        </p:nvSpPr>
        <p:spPr>
          <a:xfrm>
            <a:off x="4857374" y="1490597"/>
            <a:ext cx="6284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目前已经实现了一个文字版的出题并自动测评答案的系统，并实现了前后端界面。</a:t>
            </a:r>
            <a:endParaRPr lang="en-US" altLang="zh-CN" dirty="0"/>
          </a:p>
          <a:p>
            <a:r>
              <a:rPr lang="zh-CN" altLang="en-US" dirty="0"/>
              <a:t>待实现功能是：开发语音模块，以及接入</a:t>
            </a:r>
            <a:r>
              <a:rPr lang="en-US" altLang="zh-CN" dirty="0"/>
              <a:t>RAG</a:t>
            </a:r>
            <a:r>
              <a:rPr lang="zh-CN" altLang="en-US" dirty="0"/>
              <a:t>知识库。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8FE33E-3337-48CF-B50B-F2012D76A31F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9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70D7-2EC2-FF8B-29B2-119318E1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B6334A3-767A-D92B-7201-0F8C34C8F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55" y="1490597"/>
            <a:ext cx="4719651" cy="4814964"/>
          </a:xfrm>
          <a:prstGeom prst="rect">
            <a:avLst/>
          </a:prstGeom>
        </p:spPr>
      </p:pic>
      <p:sp>
        <p:nvSpPr>
          <p:cNvPr id="120" name="椭圆 119">
            <a:extLst>
              <a:ext uri="{FF2B5EF4-FFF2-40B4-BE49-F238E27FC236}">
                <a16:creationId xmlns:a16="http://schemas.microsoft.com/office/drawing/2014/main" id="{4261A075-8AA5-5CB2-8670-BE84C4EB8904}"/>
              </a:ext>
            </a:extLst>
          </p:cNvPr>
          <p:cNvSpPr/>
          <p:nvPr/>
        </p:nvSpPr>
        <p:spPr>
          <a:xfrm>
            <a:off x="6162679" y="2940338"/>
            <a:ext cx="772985" cy="7729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01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BD7114A-D527-1AAD-DB57-7789D7310CC8}"/>
              </a:ext>
            </a:extLst>
          </p:cNvPr>
          <p:cNvSpPr txBox="1"/>
          <p:nvPr/>
        </p:nvSpPr>
        <p:spPr>
          <a:xfrm>
            <a:off x="7107103" y="2873484"/>
            <a:ext cx="3944728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自动出题：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目前自动出题的功能已经可以正常跑通。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9" name="小李PPT1">
            <a:extLst>
              <a:ext uri="{FF2B5EF4-FFF2-40B4-BE49-F238E27FC236}">
                <a16:creationId xmlns:a16="http://schemas.microsoft.com/office/drawing/2014/main" id="{BB0E6513-9F1B-08D1-7C30-7F65ED723660}"/>
              </a:ext>
            </a:extLst>
          </p:cNvPr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当前进展</a:t>
            </a:r>
          </a:p>
        </p:txBody>
      </p:sp>
      <p:cxnSp>
        <p:nvCxnSpPr>
          <p:cNvPr id="50" name="直线连接符 3">
            <a:extLst>
              <a:ext uri="{FF2B5EF4-FFF2-40B4-BE49-F238E27FC236}">
                <a16:creationId xmlns:a16="http://schemas.microsoft.com/office/drawing/2014/main" id="{7C279736-1197-4ABF-234C-8248D57FC642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007AE78D-DC26-672B-27A8-A14A55083BD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DD6B5460-98E6-9CAB-1FF3-F38885763EC1}"/>
              </a:ext>
            </a:extLst>
          </p:cNvPr>
          <p:cNvSpPr/>
          <p:nvPr/>
        </p:nvSpPr>
        <p:spPr>
          <a:xfrm>
            <a:off x="6162679" y="4663686"/>
            <a:ext cx="772985" cy="772985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02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E84A03-346F-94CC-C732-992BEE4A643A}"/>
              </a:ext>
            </a:extLst>
          </p:cNvPr>
          <p:cNvSpPr txBox="1"/>
          <p:nvPr/>
        </p:nvSpPr>
        <p:spPr>
          <a:xfrm>
            <a:off x="7107103" y="4596832"/>
            <a:ext cx="3944728" cy="180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功能详解：</a:t>
            </a: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在目前测试的问题下，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可以正确提出针对性的问题。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有理由相信，加入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知识库之后，系统的出题效果会更好。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ECDCBB-6743-579C-FECE-455DF24545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81" y="1333418"/>
            <a:ext cx="5496912" cy="5279721"/>
          </a:xfrm>
          <a:prstGeom prst="rect">
            <a:avLst/>
          </a:prstGeom>
        </p:spPr>
      </p:pic>
      <p:sp>
        <p:nvSpPr>
          <p:cNvPr id="5" name="圆角矩形 117">
            <a:extLst>
              <a:ext uri="{FF2B5EF4-FFF2-40B4-BE49-F238E27FC236}">
                <a16:creationId xmlns:a16="http://schemas.microsoft.com/office/drawing/2014/main" id="{04319CE9-68F4-983C-B086-7D69C9885556}"/>
              </a:ext>
            </a:extLst>
          </p:cNvPr>
          <p:cNvSpPr/>
          <p:nvPr/>
        </p:nvSpPr>
        <p:spPr>
          <a:xfrm>
            <a:off x="4599414" y="1357745"/>
            <a:ext cx="6880832" cy="1218613"/>
          </a:xfrm>
          <a:prstGeom prst="roundRect">
            <a:avLst>
              <a:gd name="adj" fmla="val 599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DCC073-6824-88F9-24D9-69BAE4DF72CE}"/>
              </a:ext>
            </a:extLst>
          </p:cNvPr>
          <p:cNvSpPr txBox="1"/>
          <p:nvPr/>
        </p:nvSpPr>
        <p:spPr>
          <a:xfrm>
            <a:off x="4857374" y="1490597"/>
            <a:ext cx="6284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目前已经实现了一个文字版的出题并自动测评答案的系统，并实现了前后端界面。</a:t>
            </a:r>
            <a:endParaRPr lang="en-US" altLang="zh-CN" dirty="0"/>
          </a:p>
          <a:p>
            <a:r>
              <a:rPr lang="zh-CN" altLang="en-US" dirty="0"/>
              <a:t>待实现功能是：开发语音模块，以及接入</a:t>
            </a:r>
            <a:r>
              <a:rPr lang="en-US" altLang="zh-CN" dirty="0"/>
              <a:t>RAG</a:t>
            </a:r>
            <a:r>
              <a:rPr lang="zh-CN" altLang="en-US" dirty="0"/>
              <a:t>知识库。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AE4B5A-21F4-F03B-731D-0F7780CFD19B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10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0858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89DD-C7EE-3457-E16E-DBD927C9C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6F0DFA-ADC6-8DF5-9F2C-2943856825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13" y="1161761"/>
            <a:ext cx="5417563" cy="4842638"/>
          </a:xfrm>
          <a:prstGeom prst="rect">
            <a:avLst/>
          </a:prstGeom>
        </p:spPr>
      </p:pic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8913D78D-E1B2-88D3-10E7-8F94885D24AF}"/>
              </a:ext>
            </a:extLst>
          </p:cNvPr>
          <p:cNvSpPr/>
          <p:nvPr/>
        </p:nvSpPr>
        <p:spPr>
          <a:xfrm>
            <a:off x="4599414" y="1357745"/>
            <a:ext cx="6880832" cy="1218613"/>
          </a:xfrm>
          <a:prstGeom prst="roundRect">
            <a:avLst>
              <a:gd name="adj" fmla="val 599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E2C49A41-8C18-03FB-21CD-AFB042A11E48}"/>
              </a:ext>
            </a:extLst>
          </p:cNvPr>
          <p:cNvSpPr/>
          <p:nvPr/>
        </p:nvSpPr>
        <p:spPr>
          <a:xfrm>
            <a:off x="6162679" y="2940338"/>
            <a:ext cx="772985" cy="7729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03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86586C6-56E2-EB4D-1B49-1D3CDDE3EBD8}"/>
              </a:ext>
            </a:extLst>
          </p:cNvPr>
          <p:cNvSpPr txBox="1"/>
          <p:nvPr/>
        </p:nvSpPr>
        <p:spPr>
          <a:xfrm>
            <a:off x="7107103" y="2873484"/>
            <a:ext cx="3944728" cy="1162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自动评分：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目前自动评分，生成测试报告的功能已经可以正常跑通。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9" name="小李PPT1">
            <a:extLst>
              <a:ext uri="{FF2B5EF4-FFF2-40B4-BE49-F238E27FC236}">
                <a16:creationId xmlns:a16="http://schemas.microsoft.com/office/drawing/2014/main" id="{B68C2A08-5B5F-ACF8-C578-0A8E0759839F}"/>
              </a:ext>
            </a:extLst>
          </p:cNvPr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当前进展</a:t>
            </a:r>
          </a:p>
        </p:txBody>
      </p:sp>
      <p:cxnSp>
        <p:nvCxnSpPr>
          <p:cNvPr id="50" name="直线连接符 3">
            <a:extLst>
              <a:ext uri="{FF2B5EF4-FFF2-40B4-BE49-F238E27FC236}">
                <a16:creationId xmlns:a16="http://schemas.microsoft.com/office/drawing/2014/main" id="{0C8569E2-D273-2BAC-5B2A-CCC64B2BD59E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9F81486A-C80F-31BC-7390-2AF3F37FD60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C2CFEEB3-F4BF-1320-A762-52142C2FF54D}"/>
              </a:ext>
            </a:extLst>
          </p:cNvPr>
          <p:cNvSpPr/>
          <p:nvPr/>
        </p:nvSpPr>
        <p:spPr>
          <a:xfrm>
            <a:off x="6162679" y="4663686"/>
            <a:ext cx="772985" cy="772985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04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BADBBF3-4F0A-C619-B4AE-343D41F1DC2C}"/>
              </a:ext>
            </a:extLst>
          </p:cNvPr>
          <p:cNvSpPr txBox="1"/>
          <p:nvPr/>
        </p:nvSpPr>
        <p:spPr>
          <a:xfrm>
            <a:off x="7107103" y="4596832"/>
            <a:ext cx="3944728" cy="1485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功能详解：</a:t>
            </a:r>
          </a:p>
          <a:p>
            <a:pPr lvl="0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通过借鉴</a:t>
            </a:r>
            <a:r>
              <a:rPr kumimoji="1"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-council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的方式，最终的第三阶段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可以给出置信度较高，且比较有针对性的测评报告。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BE7FE9-2DBC-84DB-A495-67A667AF47B8}"/>
              </a:ext>
            </a:extLst>
          </p:cNvPr>
          <p:cNvSpPr txBox="1"/>
          <p:nvPr/>
        </p:nvSpPr>
        <p:spPr>
          <a:xfrm>
            <a:off x="4857374" y="1490597"/>
            <a:ext cx="6284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目前已经实现了一个文字版的出题并自动测评答案的系统，并实现了前后端界面。</a:t>
            </a:r>
            <a:endParaRPr lang="en-US" altLang="zh-CN" dirty="0"/>
          </a:p>
          <a:p>
            <a:r>
              <a:rPr lang="zh-CN" altLang="en-US" dirty="0"/>
              <a:t>待实现功能是：开发语音模块，以及接入</a:t>
            </a:r>
            <a:r>
              <a:rPr lang="en-US" altLang="zh-CN" dirty="0"/>
              <a:t>RAG</a:t>
            </a:r>
            <a:r>
              <a:rPr lang="zh-CN" altLang="en-US" dirty="0"/>
              <a:t>知识库。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915991-1877-E192-1108-E88D30EE6877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11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80662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E7E0-DC38-3BD0-E048-2358F229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7">
            <a:extLst>
              <a:ext uri="{FF2B5EF4-FFF2-40B4-BE49-F238E27FC236}">
                <a16:creationId xmlns:a16="http://schemas.microsoft.com/office/drawing/2014/main" id="{5E4BB41C-E8EC-8E83-6BFF-CE58AADB4C21}"/>
              </a:ext>
            </a:extLst>
          </p:cNvPr>
          <p:cNvSpPr/>
          <p:nvPr/>
        </p:nvSpPr>
        <p:spPr>
          <a:xfrm flipH="1" flipV="1">
            <a:off x="5898256" y="1261135"/>
            <a:ext cx="5220612" cy="4934585"/>
          </a:xfrm>
          <a:custGeom>
            <a:avLst/>
            <a:gdLst>
              <a:gd name="connsiteX0" fmla="*/ 1864997 w 1864996"/>
              <a:gd name="connsiteY0" fmla="*/ 932499 h 1864997"/>
              <a:gd name="connsiteX1" fmla="*/ 932498 w 1864996"/>
              <a:gd name="connsiteY1" fmla="*/ 1864997 h 1864997"/>
              <a:gd name="connsiteX2" fmla="*/ 0 w 1864996"/>
              <a:gd name="connsiteY2" fmla="*/ 932499 h 1864997"/>
              <a:gd name="connsiteX3" fmla="*/ 932498 w 1864996"/>
              <a:gd name="connsiteY3" fmla="*/ 0 h 1864997"/>
              <a:gd name="connsiteX4" fmla="*/ 1864997 w 1864996"/>
              <a:gd name="connsiteY4" fmla="*/ 932499 h 18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9" h="7771">
                <a:moveTo>
                  <a:pt x="0" y="471"/>
                </a:moveTo>
                <a:lnTo>
                  <a:pt x="0" y="7300"/>
                </a:lnTo>
                <a:cubicBezTo>
                  <a:pt x="-8" y="7564"/>
                  <a:pt x="245" y="7777"/>
                  <a:pt x="492" y="7771"/>
                </a:cubicBezTo>
                <a:lnTo>
                  <a:pt x="6873" y="7771"/>
                </a:lnTo>
                <a:cubicBezTo>
                  <a:pt x="7107" y="7778"/>
                  <a:pt x="7314" y="7598"/>
                  <a:pt x="7354" y="7399"/>
                </a:cubicBezTo>
                <a:lnTo>
                  <a:pt x="7855" y="5181"/>
                </a:lnTo>
                <a:cubicBezTo>
                  <a:pt x="7410" y="4960"/>
                  <a:pt x="7082" y="4373"/>
                  <a:pt x="7101" y="3893"/>
                </a:cubicBezTo>
                <a:cubicBezTo>
                  <a:pt x="7062" y="3093"/>
                  <a:pt x="7820" y="2435"/>
                  <a:pt x="8479" y="2421"/>
                </a:cubicBezTo>
                <a:lnTo>
                  <a:pt x="8897" y="570"/>
                </a:lnTo>
                <a:cubicBezTo>
                  <a:pt x="8905" y="538"/>
                  <a:pt x="8909" y="484"/>
                  <a:pt x="8908" y="473"/>
                </a:cubicBezTo>
                <a:cubicBezTo>
                  <a:pt x="8920" y="214"/>
                  <a:pt x="8667" y="-8"/>
                  <a:pt x="8416" y="0"/>
                </a:cubicBezTo>
                <a:lnTo>
                  <a:pt x="492" y="0"/>
                </a:lnTo>
                <a:cubicBezTo>
                  <a:pt x="216" y="-8"/>
                  <a:pt x="-7" y="234"/>
                  <a:pt x="0" y="47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  <a:effectLst>
            <a:outerShdw blurRad="241300" dist="38100" dir="8100000" sx="101000" sy="101000" algn="tr" rotWithShape="0">
              <a:srgbClr val="68A4C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: 形状 27">
            <a:extLst>
              <a:ext uri="{FF2B5EF4-FFF2-40B4-BE49-F238E27FC236}">
                <a16:creationId xmlns:a16="http://schemas.microsoft.com/office/drawing/2014/main" id="{D3EA152E-542F-DE44-3AF6-D05B3896241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230772" y="2922834"/>
            <a:ext cx="1600835" cy="1600835"/>
          </a:xfrm>
          <a:custGeom>
            <a:avLst/>
            <a:gdLst>
              <a:gd name="connsiteX0" fmla="*/ 1864997 w 1864996"/>
              <a:gd name="connsiteY0" fmla="*/ 932499 h 1864997"/>
              <a:gd name="connsiteX1" fmla="*/ 932498 w 1864996"/>
              <a:gd name="connsiteY1" fmla="*/ 1864997 h 1864997"/>
              <a:gd name="connsiteX2" fmla="*/ 0 w 1864996"/>
              <a:gd name="connsiteY2" fmla="*/ 932499 h 1864997"/>
              <a:gd name="connsiteX3" fmla="*/ 932498 w 1864996"/>
              <a:gd name="connsiteY3" fmla="*/ 0 h 1864997"/>
              <a:gd name="connsiteX4" fmla="*/ 1864997 w 1864996"/>
              <a:gd name="connsiteY4" fmla="*/ 932499 h 18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4996" h="1864997">
                <a:moveTo>
                  <a:pt x="1864997" y="932499"/>
                </a:moveTo>
                <a:cubicBezTo>
                  <a:pt x="1864997" y="1447503"/>
                  <a:pt x="1447503" y="1864997"/>
                  <a:pt x="932498" y="1864997"/>
                </a:cubicBezTo>
                <a:cubicBezTo>
                  <a:pt x="417494" y="1864997"/>
                  <a:pt x="0" y="1447503"/>
                  <a:pt x="0" y="932499"/>
                </a:cubicBezTo>
                <a:cubicBezTo>
                  <a:pt x="0" y="417494"/>
                  <a:pt x="417494" y="0"/>
                  <a:pt x="932498" y="0"/>
                </a:cubicBezTo>
                <a:cubicBezTo>
                  <a:pt x="1447503" y="0"/>
                  <a:pt x="1864997" y="417494"/>
                  <a:pt x="1864997" y="932499"/>
                </a:cubicBezTo>
                <a:close/>
              </a:path>
            </a:pathLst>
          </a:custGeom>
          <a:gradFill flip="none" rotWithShape="1">
            <a:gsLst>
              <a:gs pos="0">
                <a:srgbClr val="772274">
                  <a:shade val="30000"/>
                  <a:satMod val="115000"/>
                </a:srgbClr>
              </a:gs>
              <a:gs pos="50000">
                <a:srgbClr val="772274">
                  <a:shade val="67500"/>
                  <a:satMod val="115000"/>
                </a:srgbClr>
              </a:gs>
              <a:gs pos="100000">
                <a:srgbClr val="772274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01600" dist="38100" dir="2700000" algn="tl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F941360-B32A-615D-C46A-22D90BE1FD1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flipH="1">
            <a:off x="6544313" y="2495161"/>
            <a:ext cx="4395470" cy="31794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 dirty="0">
              <a:ln>
                <a:noFill/>
                <a:prstDash val="sysDot"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任意多边形: 形状 27">
            <a:extLst>
              <a:ext uri="{FF2B5EF4-FFF2-40B4-BE49-F238E27FC236}">
                <a16:creationId xmlns:a16="http://schemas.microsoft.com/office/drawing/2014/main" id="{9DE1C783-8A91-96F5-9FBA-F799473C7840}"/>
              </a:ext>
            </a:extLst>
          </p:cNvPr>
          <p:cNvSpPr/>
          <p:nvPr/>
        </p:nvSpPr>
        <p:spPr>
          <a:xfrm>
            <a:off x="940933" y="1261135"/>
            <a:ext cx="5220612" cy="4934585"/>
          </a:xfrm>
          <a:custGeom>
            <a:avLst/>
            <a:gdLst>
              <a:gd name="connsiteX0" fmla="*/ 1864997 w 1864996"/>
              <a:gd name="connsiteY0" fmla="*/ 932499 h 1864997"/>
              <a:gd name="connsiteX1" fmla="*/ 932498 w 1864996"/>
              <a:gd name="connsiteY1" fmla="*/ 1864997 h 1864997"/>
              <a:gd name="connsiteX2" fmla="*/ 0 w 1864996"/>
              <a:gd name="connsiteY2" fmla="*/ 932499 h 1864997"/>
              <a:gd name="connsiteX3" fmla="*/ 932498 w 1864996"/>
              <a:gd name="connsiteY3" fmla="*/ 0 h 1864997"/>
              <a:gd name="connsiteX4" fmla="*/ 1864997 w 1864996"/>
              <a:gd name="connsiteY4" fmla="*/ 932499 h 18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9" h="7771">
                <a:moveTo>
                  <a:pt x="0" y="471"/>
                </a:moveTo>
                <a:lnTo>
                  <a:pt x="0" y="7300"/>
                </a:lnTo>
                <a:cubicBezTo>
                  <a:pt x="-8" y="7564"/>
                  <a:pt x="245" y="7777"/>
                  <a:pt x="492" y="7771"/>
                </a:cubicBezTo>
                <a:lnTo>
                  <a:pt x="6873" y="7771"/>
                </a:lnTo>
                <a:cubicBezTo>
                  <a:pt x="7107" y="7778"/>
                  <a:pt x="7314" y="7598"/>
                  <a:pt x="7354" y="7399"/>
                </a:cubicBezTo>
                <a:lnTo>
                  <a:pt x="7855" y="5181"/>
                </a:lnTo>
                <a:cubicBezTo>
                  <a:pt x="7410" y="4960"/>
                  <a:pt x="7082" y="4373"/>
                  <a:pt x="7101" y="3893"/>
                </a:cubicBezTo>
                <a:cubicBezTo>
                  <a:pt x="7062" y="3093"/>
                  <a:pt x="7820" y="2435"/>
                  <a:pt x="8479" y="2421"/>
                </a:cubicBezTo>
                <a:lnTo>
                  <a:pt x="8897" y="570"/>
                </a:lnTo>
                <a:cubicBezTo>
                  <a:pt x="8905" y="538"/>
                  <a:pt x="8909" y="484"/>
                  <a:pt x="8908" y="473"/>
                </a:cubicBezTo>
                <a:cubicBezTo>
                  <a:pt x="8920" y="214"/>
                  <a:pt x="8667" y="-8"/>
                  <a:pt x="8416" y="0"/>
                </a:cubicBezTo>
                <a:lnTo>
                  <a:pt x="492" y="0"/>
                </a:lnTo>
                <a:cubicBezTo>
                  <a:pt x="216" y="-8"/>
                  <a:pt x="-7" y="234"/>
                  <a:pt x="0" y="47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  <a:effectLst>
            <a:outerShdw blurRad="139700" dist="63500" dir="2700000" algn="tl" rotWithShape="0">
              <a:srgbClr val="6A69B6">
                <a:alpha val="7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5BE5AD-725E-B2E2-47FA-5BBAA935A8E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36630" y="2524343"/>
            <a:ext cx="4395470" cy="31794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 dirty="0">
              <a:ln>
                <a:noFill/>
                <a:prstDash val="sysDot"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EECD5E8-F885-BD59-486A-CC9D563AF537}"/>
              </a:ext>
            </a:extLst>
          </p:cNvPr>
          <p:cNvSpPr/>
          <p:nvPr/>
        </p:nvSpPr>
        <p:spPr>
          <a:xfrm>
            <a:off x="1427541" y="1609747"/>
            <a:ext cx="1689652" cy="463288"/>
          </a:xfrm>
          <a:prstGeom prst="roundRect">
            <a:avLst>
              <a:gd name="adj" fmla="val 50000"/>
            </a:avLst>
          </a:prstGeom>
          <a:solidFill>
            <a:srgbClr val="912C8D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重复提问</a:t>
            </a:r>
          </a:p>
        </p:txBody>
      </p:sp>
      <p:sp>
        <p:nvSpPr>
          <p:cNvPr id="63" name="Text1">
            <a:extLst>
              <a:ext uri="{FF2B5EF4-FFF2-40B4-BE49-F238E27FC236}">
                <a16:creationId xmlns:a16="http://schemas.microsoft.com/office/drawing/2014/main" id="{61BE6B12-887A-2367-5849-12FEBCEFC87D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432806" y="2209456"/>
            <a:ext cx="3160464" cy="1584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提问模型可能会提出相同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低质量问题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通过调整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prompt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，强制模型检查问题的互异性。</a:t>
            </a:r>
          </a:p>
          <a:p>
            <a:pPr lvl="0">
              <a:lnSpc>
                <a:spcPct val="130000"/>
              </a:lnSpc>
              <a:spcAft>
                <a:spcPts val="1200"/>
              </a:spcAft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62683982-A152-97D6-23A4-C633A327A026}"/>
              </a:ext>
            </a:extLst>
          </p:cNvPr>
          <p:cNvSpPr/>
          <p:nvPr/>
        </p:nvSpPr>
        <p:spPr>
          <a:xfrm>
            <a:off x="1427541" y="3884170"/>
            <a:ext cx="1709530" cy="463288"/>
          </a:xfrm>
          <a:prstGeom prst="roundRect">
            <a:avLst>
              <a:gd name="adj" fmla="val 50000"/>
            </a:avLst>
          </a:prstGeom>
          <a:solidFill>
            <a:srgbClr val="7561D6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评分离群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5938798F-EE2E-83EC-17F2-AB68BA10BB29}"/>
              </a:ext>
            </a:extLst>
          </p:cNvPr>
          <p:cNvSpPr/>
          <p:nvPr/>
        </p:nvSpPr>
        <p:spPr>
          <a:xfrm>
            <a:off x="8903361" y="1609747"/>
            <a:ext cx="1699591" cy="463288"/>
          </a:xfrm>
          <a:prstGeom prst="roundRect">
            <a:avLst>
              <a:gd name="adj" fmla="val 50000"/>
            </a:avLst>
          </a:prstGeom>
          <a:solidFill>
            <a:srgbClr val="68A4C6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评价困难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A3D0A2FA-2314-B93B-68D9-2024BDD94216}"/>
              </a:ext>
            </a:extLst>
          </p:cNvPr>
          <p:cNvSpPr/>
          <p:nvPr/>
        </p:nvSpPr>
        <p:spPr>
          <a:xfrm>
            <a:off x="8903361" y="3854353"/>
            <a:ext cx="1689652" cy="463288"/>
          </a:xfrm>
          <a:prstGeom prst="roundRect">
            <a:avLst>
              <a:gd name="adj" fmla="val 50000"/>
            </a:avLst>
          </a:prstGeom>
          <a:solidFill>
            <a:srgbClr val="6A69B6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3619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知识复杂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7" name="Google Shape;9459;p77">
            <a:extLst>
              <a:ext uri="{FF2B5EF4-FFF2-40B4-BE49-F238E27FC236}">
                <a16:creationId xmlns:a16="http://schemas.microsoft.com/office/drawing/2014/main" id="{4C683523-8C02-2DD0-C05E-BEA38C66CB5B}"/>
              </a:ext>
            </a:extLst>
          </p:cNvPr>
          <p:cNvSpPr/>
          <p:nvPr/>
        </p:nvSpPr>
        <p:spPr>
          <a:xfrm>
            <a:off x="5147418" y="1587237"/>
            <a:ext cx="499110" cy="499072"/>
          </a:xfrm>
          <a:custGeom>
            <a:avLst/>
            <a:gdLst/>
            <a:ahLst/>
            <a:cxnLst/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rgbClr val="912C8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小李PPT1">
            <a:extLst>
              <a:ext uri="{FF2B5EF4-FFF2-40B4-BE49-F238E27FC236}">
                <a16:creationId xmlns:a16="http://schemas.microsoft.com/office/drawing/2014/main" id="{9900C63A-D292-81EB-8436-6FAD8C496099}"/>
              </a:ext>
            </a:extLst>
          </p:cNvPr>
          <p:cNvSpPr txBox="1"/>
          <p:nvPr/>
        </p:nvSpPr>
        <p:spPr>
          <a:xfrm>
            <a:off x="363836" y="244861"/>
            <a:ext cx="3833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当前进展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——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困难解决</a:t>
            </a:r>
          </a:p>
        </p:txBody>
      </p:sp>
      <p:cxnSp>
        <p:nvCxnSpPr>
          <p:cNvPr id="28" name="直线连接符 3">
            <a:extLst>
              <a:ext uri="{FF2B5EF4-FFF2-40B4-BE49-F238E27FC236}">
                <a16:creationId xmlns:a16="http://schemas.microsoft.com/office/drawing/2014/main" id="{23FCFA2D-943D-3A3E-CF10-89421525723A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noFill/>
          <a:ln w="19050" cap="flat" cmpd="sng" algn="ctr">
            <a:solidFill>
              <a:srgbClr val="6C2280"/>
            </a:solidFill>
            <a:prstDash val="solid"/>
            <a:miter lim="800000"/>
          </a:ln>
          <a:effectLst/>
        </p:spPr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BD6433C4-7C38-CD7A-41BC-B64623C6724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2" name="Text1">
            <a:extLst>
              <a:ext uri="{FF2B5EF4-FFF2-40B4-BE49-F238E27FC236}">
                <a16:creationId xmlns:a16="http://schemas.microsoft.com/office/drawing/2014/main" id="{82966DC3-4A4F-623D-3F72-0441AC0F35AC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432805" y="4490587"/>
            <a:ext cx="3200675" cy="1584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评分过程中多个模型中可能有离群值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加入置信度检验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1">
            <a:extLst>
              <a:ext uri="{FF2B5EF4-FFF2-40B4-BE49-F238E27FC236}">
                <a16:creationId xmlns:a16="http://schemas.microsoft.com/office/drawing/2014/main" id="{493EEE00-5433-3D7B-B53E-B3FA216EB445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7378287" y="2203272"/>
            <a:ext cx="3261179" cy="1584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难以测评系统提出的问题和评分的质量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设计通过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LLM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生成不同水平的学生的答案，进行测试的方式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32817C9-7B52-7E8A-A64B-129826AAEDFF}"/>
              </a:ext>
            </a:extLst>
          </p:cNvPr>
          <p:cNvGrpSpPr/>
          <p:nvPr/>
        </p:nvGrpSpPr>
        <p:grpSpPr>
          <a:xfrm>
            <a:off x="1506407" y="2363664"/>
            <a:ext cx="139964" cy="139964"/>
            <a:chOff x="-873393" y="1299311"/>
            <a:chExt cx="718548" cy="718548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E336AA89-B91C-DC83-15C5-0800E90C0B1F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66F9FC0-9B62-EAA2-3C85-0717F894CC36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76DC48A-6390-D3C1-2AC5-37E3DB8A8C05}"/>
              </a:ext>
            </a:extLst>
          </p:cNvPr>
          <p:cNvGrpSpPr/>
          <p:nvPr/>
        </p:nvGrpSpPr>
        <p:grpSpPr>
          <a:xfrm>
            <a:off x="1506407" y="3008058"/>
            <a:ext cx="139964" cy="139964"/>
            <a:chOff x="-873393" y="1299311"/>
            <a:chExt cx="718548" cy="718548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71A496EB-E575-F063-258E-15D7FE684924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5843F680-CE43-0032-131E-3AE0C9977298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912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C397C0D-4D5F-89AC-C262-6772F5E8AEE3}"/>
              </a:ext>
            </a:extLst>
          </p:cNvPr>
          <p:cNvGrpSpPr/>
          <p:nvPr/>
        </p:nvGrpSpPr>
        <p:grpSpPr>
          <a:xfrm>
            <a:off x="7424777" y="2363664"/>
            <a:ext cx="139964" cy="139964"/>
            <a:chOff x="-873393" y="1299311"/>
            <a:chExt cx="718548" cy="718548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0235822-4231-D13B-0AFD-CF82E159B8FC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DDF49493-8BE5-88F1-6B59-D6C435D1726E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96A7C31-6319-D97B-7EC9-8E76DD26DB57}"/>
              </a:ext>
            </a:extLst>
          </p:cNvPr>
          <p:cNvGrpSpPr/>
          <p:nvPr/>
        </p:nvGrpSpPr>
        <p:grpSpPr>
          <a:xfrm>
            <a:off x="7424777" y="2997425"/>
            <a:ext cx="139964" cy="139964"/>
            <a:chOff x="-873393" y="1299311"/>
            <a:chExt cx="718548" cy="718548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F8D738A-79CA-DDF4-514F-8BF11AC70907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3D8CAF4-8F86-D71E-05A0-9258A33568EB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94FCAC-FF91-7AD8-ACCC-E5C97BCE4EDC}"/>
              </a:ext>
            </a:extLst>
          </p:cNvPr>
          <p:cNvGrpSpPr/>
          <p:nvPr/>
        </p:nvGrpSpPr>
        <p:grpSpPr>
          <a:xfrm>
            <a:off x="1506407" y="4639719"/>
            <a:ext cx="139964" cy="139964"/>
            <a:chOff x="-873393" y="1299311"/>
            <a:chExt cx="718548" cy="718548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216A9143-E8D8-2FFB-7E09-6D2CCC6F3960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4B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7FEFE59-9AB2-173C-ABE7-2DA56FCC818D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756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Text1">
            <a:extLst>
              <a:ext uri="{FF2B5EF4-FFF2-40B4-BE49-F238E27FC236}">
                <a16:creationId xmlns:a16="http://schemas.microsoft.com/office/drawing/2014/main" id="{87FB3BE4-298C-7A84-6DB1-E77EEC0E3AE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77007" y="4484923"/>
            <a:ext cx="3261179" cy="1584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操作系统课程实验的背景知识和代码上下文较为复杂</a:t>
            </a:r>
            <a:endParaRPr lang="en-US" altLang="zh-CN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RAG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知识库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F0E267A-558C-0250-325B-CA0069093791}"/>
              </a:ext>
            </a:extLst>
          </p:cNvPr>
          <p:cNvGrpSpPr/>
          <p:nvPr/>
        </p:nvGrpSpPr>
        <p:grpSpPr>
          <a:xfrm>
            <a:off x="7424777" y="5283259"/>
            <a:ext cx="139964" cy="139964"/>
            <a:chOff x="-873393" y="1299311"/>
            <a:chExt cx="718548" cy="718548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D4956371-9E31-9DAA-75CC-36A5891941F3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4B3B9ED5-6AE8-7526-D2A3-E7349D574F39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B8C6C9F-F3DD-0941-7E23-52EFCD9CA9CD}"/>
              </a:ext>
            </a:extLst>
          </p:cNvPr>
          <p:cNvGrpSpPr/>
          <p:nvPr/>
        </p:nvGrpSpPr>
        <p:grpSpPr>
          <a:xfrm>
            <a:off x="6357500" y="5384058"/>
            <a:ext cx="451921" cy="454129"/>
            <a:chOff x="0" y="0"/>
            <a:chExt cx="1905817" cy="1904999"/>
          </a:xfrm>
          <a:solidFill>
            <a:srgbClr val="6A69B6"/>
          </a:solidFill>
        </p:grpSpPr>
        <p:sp>
          <p:nvSpPr>
            <p:cNvPr id="53" name="任意多边形: 形状 80">
              <a:extLst>
                <a:ext uri="{FF2B5EF4-FFF2-40B4-BE49-F238E27FC236}">
                  <a16:creationId xmlns:a16="http://schemas.microsoft.com/office/drawing/2014/main" id="{FEC4627E-9CA1-81FE-9E0F-10E93EFF6E18}"/>
                </a:ext>
              </a:extLst>
            </p:cNvPr>
            <p:cNvSpPr/>
            <p:nvPr/>
          </p:nvSpPr>
          <p:spPr>
            <a:xfrm>
              <a:off x="1149233" y="0"/>
              <a:ext cx="500365" cy="1509625"/>
            </a:xfrm>
            <a:custGeom>
              <a:avLst/>
              <a:gdLst>
                <a:gd name="connsiteX0" fmla="*/ 61358 w 500365"/>
                <a:gd name="connsiteY0" fmla="*/ 1183342 h 1509625"/>
                <a:gd name="connsiteX1" fmla="*/ 71022 w 500365"/>
                <a:gd name="connsiteY1" fmla="*/ 1185161 h 1509625"/>
                <a:gd name="connsiteX2" fmla="*/ 72111 w 500365"/>
                <a:gd name="connsiteY2" fmla="*/ 1185401 h 1509625"/>
                <a:gd name="connsiteX3" fmla="*/ 73929 w 500365"/>
                <a:gd name="connsiteY3" fmla="*/ 1185040 h 1509625"/>
                <a:gd name="connsiteX4" fmla="*/ 80939 w 500365"/>
                <a:gd name="connsiteY4" fmla="*/ 1183703 h 1509625"/>
                <a:gd name="connsiteX5" fmla="*/ 83595 w 500365"/>
                <a:gd name="connsiteY5" fmla="*/ 1182741 h 1509625"/>
                <a:gd name="connsiteX6" fmla="*/ 91821 w 500365"/>
                <a:gd name="connsiteY6" fmla="*/ 1177177 h 1509625"/>
                <a:gd name="connsiteX7" fmla="*/ 250064 w 500365"/>
                <a:gd name="connsiteY7" fmla="*/ 1019021 h 1509625"/>
                <a:gd name="connsiteX8" fmla="*/ 408425 w 500365"/>
                <a:gd name="connsiteY8" fmla="*/ 1177177 h 1509625"/>
                <a:gd name="connsiteX9" fmla="*/ 416650 w 500365"/>
                <a:gd name="connsiteY9" fmla="*/ 1182624 h 1509625"/>
                <a:gd name="connsiteX10" fmla="*/ 419427 w 500365"/>
                <a:gd name="connsiteY10" fmla="*/ 1183584 h 1509625"/>
                <a:gd name="connsiteX11" fmla="*/ 426438 w 500365"/>
                <a:gd name="connsiteY11" fmla="*/ 1184921 h 1509625"/>
                <a:gd name="connsiteX12" fmla="*/ 428253 w 500365"/>
                <a:gd name="connsiteY12" fmla="*/ 1185282 h 1509625"/>
                <a:gd name="connsiteX13" fmla="*/ 429341 w 500365"/>
                <a:gd name="connsiteY13" fmla="*/ 1185040 h 1509625"/>
                <a:gd name="connsiteX14" fmla="*/ 439007 w 500365"/>
                <a:gd name="connsiteY14" fmla="*/ 1183225 h 1509625"/>
                <a:gd name="connsiteX15" fmla="*/ 448075 w 500365"/>
                <a:gd name="connsiteY15" fmla="*/ 1177056 h 1509625"/>
                <a:gd name="connsiteX16" fmla="*/ 456300 w 500365"/>
                <a:gd name="connsiteY16" fmla="*/ 1157208 h 1509625"/>
                <a:gd name="connsiteX17" fmla="*/ 456300 w 500365"/>
                <a:gd name="connsiteY17" fmla="*/ 27955 h 1509625"/>
                <a:gd name="connsiteX18" fmla="*/ 448075 w 500365"/>
                <a:gd name="connsiteY18" fmla="*/ 8104 h 1509625"/>
                <a:gd name="connsiteX19" fmla="*/ 428253 w 500365"/>
                <a:gd name="connsiteY19" fmla="*/ 0 h 1509625"/>
                <a:gd name="connsiteX20" fmla="*/ 72111 w 500365"/>
                <a:gd name="connsiteY20" fmla="*/ 0 h 1509625"/>
                <a:gd name="connsiteX21" fmla="*/ 64493 w 500365"/>
                <a:gd name="connsiteY21" fmla="*/ 1569 h 1509625"/>
                <a:gd name="connsiteX22" fmla="*/ 61228 w 500365"/>
                <a:gd name="connsiteY22" fmla="*/ 2177 h 1509625"/>
                <a:gd name="connsiteX23" fmla="*/ 44066 w 500365"/>
                <a:gd name="connsiteY23" fmla="*/ 28075 h 1509625"/>
                <a:gd name="connsiteX24" fmla="*/ 44066 w 500365"/>
                <a:gd name="connsiteY24" fmla="*/ 1157567 h 1509625"/>
                <a:gd name="connsiteX25" fmla="*/ 61358 w 500365"/>
                <a:gd name="connsiteY25" fmla="*/ 1183342 h 1509625"/>
                <a:gd name="connsiteX26" fmla="*/ 473884 w 500365"/>
                <a:gd name="connsiteY26" fmla="*/ 1454140 h 1509625"/>
                <a:gd name="connsiteX27" fmla="*/ 26469 w 500365"/>
                <a:gd name="connsiteY27" fmla="*/ 1454140 h 1509625"/>
                <a:gd name="connsiteX28" fmla="*/ 0 w 500365"/>
                <a:gd name="connsiteY28" fmla="*/ 1480766 h 1509625"/>
                <a:gd name="connsiteX29" fmla="*/ 26469 w 500365"/>
                <a:gd name="connsiteY29" fmla="*/ 1509625 h 1509625"/>
                <a:gd name="connsiteX30" fmla="*/ 473884 w 500365"/>
                <a:gd name="connsiteY30" fmla="*/ 1509625 h 1509625"/>
                <a:gd name="connsiteX31" fmla="*/ 500364 w 500365"/>
                <a:gd name="connsiteY31" fmla="*/ 1480766 h 1509625"/>
                <a:gd name="connsiteX32" fmla="*/ 473884 w 500365"/>
                <a:gd name="connsiteY32" fmla="*/ 1454140 h 150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0365" h="1509625">
                  <a:moveTo>
                    <a:pt x="61358" y="1183342"/>
                  </a:moveTo>
                  <a:cubicBezTo>
                    <a:pt x="64493" y="1184551"/>
                    <a:pt x="67759" y="1185040"/>
                    <a:pt x="71022" y="1185161"/>
                  </a:cubicBezTo>
                  <a:cubicBezTo>
                    <a:pt x="71383" y="1185161"/>
                    <a:pt x="71753" y="1185401"/>
                    <a:pt x="72111" y="1185401"/>
                  </a:cubicBezTo>
                  <a:cubicBezTo>
                    <a:pt x="72840" y="1185401"/>
                    <a:pt x="73319" y="1185040"/>
                    <a:pt x="73929" y="1185040"/>
                  </a:cubicBezTo>
                  <a:cubicBezTo>
                    <a:pt x="76345" y="1184921"/>
                    <a:pt x="78642" y="1184432"/>
                    <a:pt x="80939" y="1183703"/>
                  </a:cubicBezTo>
                  <a:cubicBezTo>
                    <a:pt x="81908" y="1183463"/>
                    <a:pt x="82746" y="1183104"/>
                    <a:pt x="83595" y="1182741"/>
                  </a:cubicBezTo>
                  <a:cubicBezTo>
                    <a:pt x="86619" y="1181403"/>
                    <a:pt x="89516" y="1179714"/>
                    <a:pt x="91821" y="1177177"/>
                  </a:cubicBezTo>
                  <a:lnTo>
                    <a:pt x="250064" y="1019021"/>
                  </a:lnTo>
                  <a:lnTo>
                    <a:pt x="408425" y="1177177"/>
                  </a:lnTo>
                  <a:cubicBezTo>
                    <a:pt x="410839" y="1179593"/>
                    <a:pt x="413625" y="1181284"/>
                    <a:pt x="416650" y="1182624"/>
                  </a:cubicBezTo>
                  <a:cubicBezTo>
                    <a:pt x="417611" y="1182983"/>
                    <a:pt x="418459" y="1183342"/>
                    <a:pt x="419427" y="1183584"/>
                  </a:cubicBezTo>
                  <a:cubicBezTo>
                    <a:pt x="421724" y="1184313"/>
                    <a:pt x="424020" y="1184793"/>
                    <a:pt x="426438" y="1184921"/>
                  </a:cubicBezTo>
                  <a:cubicBezTo>
                    <a:pt x="427045" y="1184921"/>
                    <a:pt x="427646" y="1185282"/>
                    <a:pt x="428253" y="1185282"/>
                  </a:cubicBezTo>
                  <a:cubicBezTo>
                    <a:pt x="428614" y="1185282"/>
                    <a:pt x="428973" y="1185040"/>
                    <a:pt x="429341" y="1185040"/>
                  </a:cubicBezTo>
                  <a:cubicBezTo>
                    <a:pt x="432606" y="1184921"/>
                    <a:pt x="435871" y="1184432"/>
                    <a:pt x="439007" y="1183225"/>
                  </a:cubicBezTo>
                  <a:cubicBezTo>
                    <a:pt x="442521" y="1181772"/>
                    <a:pt x="445538" y="1179593"/>
                    <a:pt x="448075" y="1177056"/>
                  </a:cubicBezTo>
                  <a:cubicBezTo>
                    <a:pt x="453277" y="1171969"/>
                    <a:pt x="456300" y="1164831"/>
                    <a:pt x="456300" y="1157208"/>
                  </a:cubicBezTo>
                  <a:lnTo>
                    <a:pt x="456300" y="27955"/>
                  </a:lnTo>
                  <a:cubicBezTo>
                    <a:pt x="456300" y="20448"/>
                    <a:pt x="453396" y="13311"/>
                    <a:pt x="448075" y="8104"/>
                  </a:cubicBezTo>
                  <a:cubicBezTo>
                    <a:pt x="442882" y="2907"/>
                    <a:pt x="435741" y="0"/>
                    <a:pt x="428253" y="0"/>
                  </a:cubicBezTo>
                  <a:lnTo>
                    <a:pt x="72111" y="0"/>
                  </a:lnTo>
                  <a:cubicBezTo>
                    <a:pt x="69454" y="0"/>
                    <a:pt x="66909" y="848"/>
                    <a:pt x="64493" y="1569"/>
                  </a:cubicBezTo>
                  <a:cubicBezTo>
                    <a:pt x="63406" y="1817"/>
                    <a:pt x="62196" y="1817"/>
                    <a:pt x="61228" y="2177"/>
                  </a:cubicBezTo>
                  <a:cubicBezTo>
                    <a:pt x="51193" y="6414"/>
                    <a:pt x="44066" y="16459"/>
                    <a:pt x="44066" y="28075"/>
                  </a:cubicBezTo>
                  <a:lnTo>
                    <a:pt x="44066" y="1157567"/>
                  </a:lnTo>
                  <a:cubicBezTo>
                    <a:pt x="44066" y="1168701"/>
                    <a:pt x="50952" y="1178866"/>
                    <a:pt x="61358" y="1183342"/>
                  </a:cubicBezTo>
                  <a:close/>
                  <a:moveTo>
                    <a:pt x="473884" y="1454140"/>
                  </a:moveTo>
                  <a:lnTo>
                    <a:pt x="26469" y="1454140"/>
                  </a:lnTo>
                  <a:cubicBezTo>
                    <a:pt x="11841" y="1454140"/>
                    <a:pt x="0" y="1466004"/>
                    <a:pt x="0" y="1480766"/>
                  </a:cubicBezTo>
                  <a:cubicBezTo>
                    <a:pt x="0" y="1495406"/>
                    <a:pt x="11841" y="1507261"/>
                    <a:pt x="26469" y="1509625"/>
                  </a:cubicBezTo>
                  <a:lnTo>
                    <a:pt x="473884" y="1509625"/>
                  </a:lnTo>
                  <a:cubicBezTo>
                    <a:pt x="488511" y="1507261"/>
                    <a:pt x="500364" y="1495406"/>
                    <a:pt x="500364" y="1480766"/>
                  </a:cubicBezTo>
                  <a:cubicBezTo>
                    <a:pt x="500482" y="1466123"/>
                    <a:pt x="488632" y="1454140"/>
                    <a:pt x="473884" y="1454140"/>
                  </a:cubicBezTo>
                  <a:close/>
                </a:path>
              </a:pathLst>
            </a:custGeom>
            <a:grpFill/>
            <a:ln w="18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任意多边形: 形状 81">
              <a:extLst>
                <a:ext uri="{FF2B5EF4-FFF2-40B4-BE49-F238E27FC236}">
                  <a16:creationId xmlns:a16="http://schemas.microsoft.com/office/drawing/2014/main" id="{47153E57-43A9-3086-BA1A-DD61DF0C3ABB}"/>
                </a:ext>
              </a:extLst>
            </p:cNvPr>
            <p:cNvSpPr/>
            <p:nvPr/>
          </p:nvSpPr>
          <p:spPr>
            <a:xfrm>
              <a:off x="0" y="175921"/>
              <a:ext cx="1905817" cy="1729078"/>
            </a:xfrm>
            <a:custGeom>
              <a:avLst/>
              <a:gdLst>
                <a:gd name="connsiteX0" fmla="*/ 1685076 w 1905817"/>
                <a:gd name="connsiteY0" fmla="*/ 29284 h 1729078"/>
                <a:gd name="connsiteX1" fmla="*/ 1685076 w 1905817"/>
                <a:gd name="connsiteY1" fmla="*/ 166262 h 1729078"/>
                <a:gd name="connsiteX2" fmla="*/ 1773449 w 1905817"/>
                <a:gd name="connsiteY2" fmla="*/ 204982 h 1729078"/>
                <a:gd name="connsiteX3" fmla="*/ 1773449 w 1905817"/>
                <a:gd name="connsiteY3" fmla="*/ 1585325 h 1729078"/>
                <a:gd name="connsiteX4" fmla="*/ 1019220 w 1905817"/>
                <a:gd name="connsiteY4" fmla="*/ 1585325 h 1729078"/>
                <a:gd name="connsiteX5" fmla="*/ 1019220 w 1905817"/>
                <a:gd name="connsiteY5" fmla="*/ 204862 h 1729078"/>
                <a:gd name="connsiteX6" fmla="*/ 1113879 w 1905817"/>
                <a:gd name="connsiteY6" fmla="*/ 164444 h 1729078"/>
                <a:gd name="connsiteX7" fmla="*/ 1113879 w 1905817"/>
                <a:gd name="connsiteY7" fmla="*/ 27828 h 1729078"/>
                <a:gd name="connsiteX8" fmla="*/ 952970 w 1905817"/>
                <a:gd name="connsiteY8" fmla="*/ 89785 h 1729078"/>
                <a:gd name="connsiteX9" fmla="*/ 509551 w 1905817"/>
                <a:gd name="connsiteY9" fmla="*/ 0 h 1729078"/>
                <a:gd name="connsiteX10" fmla="*/ 0 w 1905817"/>
                <a:gd name="connsiteY10" fmla="*/ 196517 h 1729078"/>
                <a:gd name="connsiteX11" fmla="*/ 0 w 1905817"/>
                <a:gd name="connsiteY11" fmla="*/ 1662524 h 1729078"/>
                <a:gd name="connsiteX12" fmla="*/ 23573 w 1905817"/>
                <a:gd name="connsiteY12" fmla="*/ 1713340 h 1729078"/>
                <a:gd name="connsiteX13" fmla="*/ 77612 w 1905817"/>
                <a:gd name="connsiteY13" fmla="*/ 1727869 h 1729078"/>
                <a:gd name="connsiteX14" fmla="*/ 509668 w 1905817"/>
                <a:gd name="connsiteY14" fmla="*/ 1693397 h 1729078"/>
                <a:gd name="connsiteX15" fmla="*/ 941728 w 1905817"/>
                <a:gd name="connsiteY15" fmla="*/ 1727869 h 1729078"/>
                <a:gd name="connsiteX16" fmla="*/ 947168 w 1905817"/>
                <a:gd name="connsiteY16" fmla="*/ 1728353 h 1729078"/>
                <a:gd name="connsiteX17" fmla="*/ 951154 w 1905817"/>
                <a:gd name="connsiteY17" fmla="*/ 1728725 h 1729078"/>
                <a:gd name="connsiteX18" fmla="*/ 952970 w 1905817"/>
                <a:gd name="connsiteY18" fmla="*/ 1728967 h 1729078"/>
                <a:gd name="connsiteX19" fmla="*/ 963484 w 1905817"/>
                <a:gd name="connsiteY19" fmla="*/ 1727981 h 1729078"/>
                <a:gd name="connsiteX20" fmla="*/ 964213 w 1905817"/>
                <a:gd name="connsiteY20" fmla="*/ 1727981 h 1729078"/>
                <a:gd name="connsiteX21" fmla="*/ 1396270 w 1905817"/>
                <a:gd name="connsiteY21" fmla="*/ 1693508 h 1729078"/>
                <a:gd name="connsiteX22" fmla="*/ 1828330 w 1905817"/>
                <a:gd name="connsiteY22" fmla="*/ 1727981 h 1729078"/>
                <a:gd name="connsiteX23" fmla="*/ 1839570 w 1905817"/>
                <a:gd name="connsiteY23" fmla="*/ 1729078 h 1729078"/>
                <a:gd name="connsiteX24" fmla="*/ 1882252 w 1905817"/>
                <a:gd name="connsiteY24" fmla="*/ 1713470 h 1729078"/>
                <a:gd name="connsiteX25" fmla="*/ 1905818 w 1905817"/>
                <a:gd name="connsiteY25" fmla="*/ 1662645 h 1729078"/>
                <a:gd name="connsiteX26" fmla="*/ 1905818 w 1905817"/>
                <a:gd name="connsiteY26" fmla="*/ 196517 h 1729078"/>
                <a:gd name="connsiteX27" fmla="*/ 1685076 w 1905817"/>
                <a:gd name="connsiteY27" fmla="*/ 29284 h 1729078"/>
                <a:gd name="connsiteX28" fmla="*/ 728719 w 1905817"/>
                <a:gd name="connsiteY28" fmla="*/ 1246256 h 1729078"/>
                <a:gd name="connsiteX29" fmla="*/ 281306 w 1905817"/>
                <a:gd name="connsiteY29" fmla="*/ 1246256 h 1729078"/>
                <a:gd name="connsiteX30" fmla="*/ 254835 w 1905817"/>
                <a:gd name="connsiteY30" fmla="*/ 1219761 h 1729078"/>
                <a:gd name="connsiteX31" fmla="*/ 281306 w 1905817"/>
                <a:gd name="connsiteY31" fmla="*/ 1193135 h 1729078"/>
                <a:gd name="connsiteX32" fmla="*/ 728719 w 1905817"/>
                <a:gd name="connsiteY32" fmla="*/ 1193135 h 1729078"/>
                <a:gd name="connsiteX33" fmla="*/ 755200 w 1905817"/>
                <a:gd name="connsiteY33" fmla="*/ 1219761 h 1729078"/>
                <a:gd name="connsiteX34" fmla="*/ 728719 w 1905817"/>
                <a:gd name="connsiteY34" fmla="*/ 1246256 h 1729078"/>
                <a:gd name="connsiteX35" fmla="*/ 728719 w 1905817"/>
                <a:gd name="connsiteY35" fmla="*/ 1027964 h 1729078"/>
                <a:gd name="connsiteX36" fmla="*/ 281306 w 1905817"/>
                <a:gd name="connsiteY36" fmla="*/ 1027964 h 1729078"/>
                <a:gd name="connsiteX37" fmla="*/ 254835 w 1905817"/>
                <a:gd name="connsiteY37" fmla="*/ 1001346 h 1729078"/>
                <a:gd name="connsiteX38" fmla="*/ 281306 w 1905817"/>
                <a:gd name="connsiteY38" fmla="*/ 974840 h 1729078"/>
                <a:gd name="connsiteX39" fmla="*/ 728719 w 1905817"/>
                <a:gd name="connsiteY39" fmla="*/ 974840 h 1729078"/>
                <a:gd name="connsiteX40" fmla="*/ 755200 w 1905817"/>
                <a:gd name="connsiteY40" fmla="*/ 1001346 h 1729078"/>
                <a:gd name="connsiteX41" fmla="*/ 728719 w 1905817"/>
                <a:gd name="connsiteY41" fmla="*/ 1027964 h 1729078"/>
                <a:gd name="connsiteX42" fmla="*/ 728719 w 1905817"/>
                <a:gd name="connsiteY42" fmla="*/ 809549 h 1729078"/>
                <a:gd name="connsiteX43" fmla="*/ 281306 w 1905817"/>
                <a:gd name="connsiteY43" fmla="*/ 809549 h 1729078"/>
                <a:gd name="connsiteX44" fmla="*/ 254835 w 1905817"/>
                <a:gd name="connsiteY44" fmla="*/ 783043 h 1729078"/>
                <a:gd name="connsiteX45" fmla="*/ 281306 w 1905817"/>
                <a:gd name="connsiteY45" fmla="*/ 756427 h 1729078"/>
                <a:gd name="connsiteX46" fmla="*/ 728719 w 1905817"/>
                <a:gd name="connsiteY46" fmla="*/ 756427 h 1729078"/>
                <a:gd name="connsiteX47" fmla="*/ 755200 w 1905817"/>
                <a:gd name="connsiteY47" fmla="*/ 783043 h 1729078"/>
                <a:gd name="connsiteX48" fmla="*/ 728719 w 1905817"/>
                <a:gd name="connsiteY48" fmla="*/ 809549 h 1729078"/>
                <a:gd name="connsiteX49" fmla="*/ 728719 w 1905817"/>
                <a:gd name="connsiteY49" fmla="*/ 585144 h 1729078"/>
                <a:gd name="connsiteX50" fmla="*/ 281306 w 1905817"/>
                <a:gd name="connsiteY50" fmla="*/ 585144 h 1729078"/>
                <a:gd name="connsiteX51" fmla="*/ 254835 w 1905817"/>
                <a:gd name="connsiteY51" fmla="*/ 558638 h 1729078"/>
                <a:gd name="connsiteX52" fmla="*/ 281306 w 1905817"/>
                <a:gd name="connsiteY52" fmla="*/ 532022 h 1729078"/>
                <a:gd name="connsiteX53" fmla="*/ 728719 w 1905817"/>
                <a:gd name="connsiteY53" fmla="*/ 532022 h 1729078"/>
                <a:gd name="connsiteX54" fmla="*/ 755200 w 1905817"/>
                <a:gd name="connsiteY54" fmla="*/ 558638 h 1729078"/>
                <a:gd name="connsiteX55" fmla="*/ 728719 w 1905817"/>
                <a:gd name="connsiteY55" fmla="*/ 585144 h 172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905817" h="1729078">
                  <a:moveTo>
                    <a:pt x="1685076" y="29284"/>
                  </a:moveTo>
                  <a:lnTo>
                    <a:pt x="1685076" y="166262"/>
                  </a:lnTo>
                  <a:cubicBezTo>
                    <a:pt x="1732104" y="179456"/>
                    <a:pt x="1762209" y="193847"/>
                    <a:pt x="1773449" y="204982"/>
                  </a:cubicBezTo>
                  <a:lnTo>
                    <a:pt x="1773449" y="1585325"/>
                  </a:lnTo>
                  <a:cubicBezTo>
                    <a:pt x="1537718" y="1553134"/>
                    <a:pt x="1254834" y="1553134"/>
                    <a:pt x="1019220" y="1585325"/>
                  </a:cubicBezTo>
                  <a:lnTo>
                    <a:pt x="1019220" y="204862"/>
                  </a:lnTo>
                  <a:cubicBezTo>
                    <a:pt x="1030943" y="193369"/>
                    <a:pt x="1063103" y="177997"/>
                    <a:pt x="1113879" y="164444"/>
                  </a:cubicBezTo>
                  <a:lnTo>
                    <a:pt x="1113879" y="27828"/>
                  </a:lnTo>
                  <a:cubicBezTo>
                    <a:pt x="1049925" y="42231"/>
                    <a:pt x="993470" y="62438"/>
                    <a:pt x="952970" y="89785"/>
                  </a:cubicBezTo>
                  <a:cubicBezTo>
                    <a:pt x="857226" y="25167"/>
                    <a:pt x="673842" y="0"/>
                    <a:pt x="509551" y="0"/>
                  </a:cubicBezTo>
                  <a:cubicBezTo>
                    <a:pt x="274534" y="0"/>
                    <a:pt x="0" y="51423"/>
                    <a:pt x="0" y="196517"/>
                  </a:cubicBezTo>
                  <a:lnTo>
                    <a:pt x="0" y="1662524"/>
                  </a:lnTo>
                  <a:cubicBezTo>
                    <a:pt x="0" y="1682253"/>
                    <a:pt x="8587" y="1700652"/>
                    <a:pt x="23573" y="1713340"/>
                  </a:cubicBezTo>
                  <a:cubicBezTo>
                    <a:pt x="38562" y="1725934"/>
                    <a:pt x="58391" y="1731143"/>
                    <a:pt x="77612" y="1727869"/>
                  </a:cubicBezTo>
                  <a:cubicBezTo>
                    <a:pt x="207926" y="1705359"/>
                    <a:pt x="357350" y="1693397"/>
                    <a:pt x="509668" y="1693397"/>
                  </a:cubicBezTo>
                  <a:cubicBezTo>
                    <a:pt x="661990" y="1693397"/>
                    <a:pt x="811413" y="1705359"/>
                    <a:pt x="941728" y="1727869"/>
                  </a:cubicBezTo>
                  <a:cubicBezTo>
                    <a:pt x="943544" y="1728111"/>
                    <a:pt x="945352" y="1728111"/>
                    <a:pt x="947168" y="1728353"/>
                  </a:cubicBezTo>
                  <a:lnTo>
                    <a:pt x="951154" y="1728725"/>
                  </a:lnTo>
                  <a:cubicBezTo>
                    <a:pt x="951764" y="1728725"/>
                    <a:pt x="952370" y="1728967"/>
                    <a:pt x="952970" y="1728967"/>
                  </a:cubicBezTo>
                  <a:cubicBezTo>
                    <a:pt x="956475" y="1728967"/>
                    <a:pt x="960100" y="1728595"/>
                    <a:pt x="963484" y="1727981"/>
                  </a:cubicBezTo>
                  <a:lnTo>
                    <a:pt x="964213" y="1727981"/>
                  </a:lnTo>
                  <a:cubicBezTo>
                    <a:pt x="1094535" y="1705489"/>
                    <a:pt x="1243952" y="1693508"/>
                    <a:pt x="1396270" y="1693508"/>
                  </a:cubicBezTo>
                  <a:cubicBezTo>
                    <a:pt x="1548590" y="1693508"/>
                    <a:pt x="1698015" y="1705489"/>
                    <a:pt x="1828330" y="1727981"/>
                  </a:cubicBezTo>
                  <a:cubicBezTo>
                    <a:pt x="1832084" y="1728725"/>
                    <a:pt x="1835825" y="1729078"/>
                    <a:pt x="1839570" y="1729078"/>
                  </a:cubicBezTo>
                  <a:cubicBezTo>
                    <a:pt x="1855189" y="1729060"/>
                    <a:pt x="1870301" y="1723535"/>
                    <a:pt x="1882252" y="1713470"/>
                  </a:cubicBezTo>
                  <a:cubicBezTo>
                    <a:pt x="1897231" y="1700764"/>
                    <a:pt x="1905818" y="1682372"/>
                    <a:pt x="1905818" y="1662645"/>
                  </a:cubicBezTo>
                  <a:lnTo>
                    <a:pt x="1905818" y="196517"/>
                  </a:lnTo>
                  <a:cubicBezTo>
                    <a:pt x="1905948" y="111201"/>
                    <a:pt x="1811044" y="58321"/>
                    <a:pt x="1685076" y="29284"/>
                  </a:cubicBezTo>
                  <a:close/>
                  <a:moveTo>
                    <a:pt x="728719" y="1246256"/>
                  </a:moveTo>
                  <a:lnTo>
                    <a:pt x="281306" y="1246256"/>
                  </a:lnTo>
                  <a:cubicBezTo>
                    <a:pt x="266678" y="1246256"/>
                    <a:pt x="254835" y="1234402"/>
                    <a:pt x="254835" y="1219761"/>
                  </a:cubicBezTo>
                  <a:cubicBezTo>
                    <a:pt x="254835" y="1204999"/>
                    <a:pt x="266678" y="1193135"/>
                    <a:pt x="281306" y="1193135"/>
                  </a:cubicBezTo>
                  <a:lnTo>
                    <a:pt x="728719" y="1193135"/>
                  </a:lnTo>
                  <a:cubicBezTo>
                    <a:pt x="743467" y="1193135"/>
                    <a:pt x="755319" y="1205118"/>
                    <a:pt x="755200" y="1219761"/>
                  </a:cubicBezTo>
                  <a:cubicBezTo>
                    <a:pt x="755200" y="1234402"/>
                    <a:pt x="743348" y="1246256"/>
                    <a:pt x="728719" y="1246256"/>
                  </a:cubicBezTo>
                  <a:close/>
                  <a:moveTo>
                    <a:pt x="728719" y="1027964"/>
                  </a:moveTo>
                  <a:lnTo>
                    <a:pt x="281306" y="1027964"/>
                  </a:lnTo>
                  <a:cubicBezTo>
                    <a:pt x="266678" y="1027964"/>
                    <a:pt x="254835" y="1015978"/>
                    <a:pt x="254835" y="1001346"/>
                  </a:cubicBezTo>
                  <a:cubicBezTo>
                    <a:pt x="254835" y="986705"/>
                    <a:pt x="266678" y="974840"/>
                    <a:pt x="281306" y="974840"/>
                  </a:cubicBezTo>
                  <a:lnTo>
                    <a:pt x="728719" y="974840"/>
                  </a:lnTo>
                  <a:cubicBezTo>
                    <a:pt x="743467" y="974840"/>
                    <a:pt x="755200" y="986705"/>
                    <a:pt x="755200" y="1001346"/>
                  </a:cubicBezTo>
                  <a:cubicBezTo>
                    <a:pt x="755200" y="1015978"/>
                    <a:pt x="743348" y="1027964"/>
                    <a:pt x="728719" y="1027964"/>
                  </a:cubicBezTo>
                  <a:close/>
                  <a:moveTo>
                    <a:pt x="728719" y="809549"/>
                  </a:moveTo>
                  <a:lnTo>
                    <a:pt x="281306" y="809549"/>
                  </a:lnTo>
                  <a:cubicBezTo>
                    <a:pt x="266678" y="809549"/>
                    <a:pt x="254835" y="797565"/>
                    <a:pt x="254835" y="783043"/>
                  </a:cubicBezTo>
                  <a:cubicBezTo>
                    <a:pt x="254835" y="768281"/>
                    <a:pt x="266678" y="756427"/>
                    <a:pt x="281306" y="756427"/>
                  </a:cubicBezTo>
                  <a:lnTo>
                    <a:pt x="728719" y="756427"/>
                  </a:lnTo>
                  <a:cubicBezTo>
                    <a:pt x="743348" y="756427"/>
                    <a:pt x="755200" y="768281"/>
                    <a:pt x="755200" y="783043"/>
                  </a:cubicBezTo>
                  <a:cubicBezTo>
                    <a:pt x="755200" y="797565"/>
                    <a:pt x="743348" y="809549"/>
                    <a:pt x="728719" y="809549"/>
                  </a:cubicBezTo>
                  <a:close/>
                  <a:moveTo>
                    <a:pt x="728719" y="585144"/>
                  </a:moveTo>
                  <a:lnTo>
                    <a:pt x="281306" y="585144"/>
                  </a:lnTo>
                  <a:cubicBezTo>
                    <a:pt x="266678" y="585144"/>
                    <a:pt x="254835" y="573160"/>
                    <a:pt x="254835" y="558638"/>
                  </a:cubicBezTo>
                  <a:cubicBezTo>
                    <a:pt x="254835" y="543876"/>
                    <a:pt x="266678" y="532022"/>
                    <a:pt x="281306" y="532022"/>
                  </a:cubicBezTo>
                  <a:lnTo>
                    <a:pt x="728719" y="532022"/>
                  </a:lnTo>
                  <a:cubicBezTo>
                    <a:pt x="743348" y="532022"/>
                    <a:pt x="755200" y="543876"/>
                    <a:pt x="755200" y="558638"/>
                  </a:cubicBezTo>
                  <a:cubicBezTo>
                    <a:pt x="755200" y="573160"/>
                    <a:pt x="743348" y="585144"/>
                    <a:pt x="728719" y="585144"/>
                  </a:cubicBezTo>
                  <a:close/>
                </a:path>
              </a:pathLst>
            </a:custGeom>
            <a:grpFill/>
            <a:ln w="18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0D383D1-B2B8-0765-F2C8-CFF70A1BB3D8}"/>
              </a:ext>
            </a:extLst>
          </p:cNvPr>
          <p:cNvGrpSpPr/>
          <p:nvPr/>
        </p:nvGrpSpPr>
        <p:grpSpPr>
          <a:xfrm>
            <a:off x="1506407" y="5283259"/>
            <a:ext cx="139964" cy="139964"/>
            <a:chOff x="-873393" y="1299311"/>
            <a:chExt cx="718548" cy="71854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C5C1F4C-E28D-B991-129C-BF43FB15815F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C4B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7141B0AB-B458-A659-EF9F-20DC8E558790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756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EAD1812-0E61-AD49-2B21-DF992BBF5A67}"/>
              </a:ext>
            </a:extLst>
          </p:cNvPr>
          <p:cNvGrpSpPr/>
          <p:nvPr/>
        </p:nvGrpSpPr>
        <p:grpSpPr>
          <a:xfrm>
            <a:off x="7424777" y="4638865"/>
            <a:ext cx="139964" cy="139964"/>
            <a:chOff x="-873393" y="1299311"/>
            <a:chExt cx="718548" cy="718548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F81F23A-C0A9-7FDE-69F1-E0B9FD8531F1}"/>
                </a:ext>
              </a:extLst>
            </p:cNvPr>
            <p:cNvSpPr/>
            <p:nvPr/>
          </p:nvSpPr>
          <p:spPr>
            <a:xfrm>
              <a:off x="-873393" y="1299311"/>
              <a:ext cx="718548" cy="718548"/>
            </a:xfrm>
            <a:prstGeom prst="ellipse">
              <a:avLst/>
            </a:prstGeom>
            <a:solidFill>
              <a:srgbClr val="BDBC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E5D09886-F771-1F83-2DFF-A358423EB755}"/>
                </a:ext>
              </a:extLst>
            </p:cNvPr>
            <p:cNvSpPr/>
            <p:nvPr/>
          </p:nvSpPr>
          <p:spPr>
            <a:xfrm>
              <a:off x="-719496" y="1453208"/>
              <a:ext cx="410755" cy="410755"/>
            </a:xfrm>
            <a:prstGeom prst="ellipse">
              <a:avLst/>
            </a:prstGeom>
            <a:solidFill>
              <a:srgbClr val="6A69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01EB842-B37D-F137-3666-692719B83D31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12</a:t>
            </a:r>
            <a:endParaRPr lang="zh-CN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226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>
              <a:fillRect/>
            </a:stretch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6" name="小李PPT13"/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未来计划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04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/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8A4C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445250" y="1"/>
            <a:ext cx="6746747" cy="6857998"/>
            <a:chOff x="5445250" y="1"/>
            <a:chExt cx="6746747" cy="6857998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任意形状 6"/>
            <p:cNvSpPr/>
            <p:nvPr/>
          </p:nvSpPr>
          <p:spPr>
            <a:xfrm>
              <a:off x="9033508" y="1"/>
              <a:ext cx="3061716" cy="1530857"/>
            </a:xfrm>
            <a:custGeom>
              <a:avLst/>
              <a:gdLst>
                <a:gd name="connsiteX0" fmla="*/ 3061716 w 3061716"/>
                <a:gd name="connsiteY0" fmla="*/ 0 h 1530857"/>
                <a:gd name="connsiteX1" fmla="*/ 1530858 w 3061716"/>
                <a:gd name="connsiteY1" fmla="*/ 1530858 h 1530857"/>
                <a:gd name="connsiteX2" fmla="*/ 0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0"/>
                  </a:moveTo>
                  <a:lnTo>
                    <a:pt x="1530858" y="1530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任意形状 7"/>
            <p:cNvSpPr/>
            <p:nvPr/>
          </p:nvSpPr>
          <p:spPr>
            <a:xfrm>
              <a:off x="7079740" y="1"/>
              <a:ext cx="3380994" cy="3325367"/>
            </a:xfrm>
            <a:custGeom>
              <a:avLst/>
              <a:gdLst>
                <a:gd name="connsiteX0" fmla="*/ 3380994 w 3380994"/>
                <a:gd name="connsiteY0" fmla="*/ 1634490 h 3325367"/>
                <a:gd name="connsiteX1" fmla="*/ 1690878 w 3380994"/>
                <a:gd name="connsiteY1" fmla="*/ 3325368 h 3325367"/>
                <a:gd name="connsiteX2" fmla="*/ 0 w 3380994"/>
                <a:gd name="connsiteY2" fmla="*/ 1634490 h 3325367"/>
                <a:gd name="connsiteX3" fmla="*/ 1635252 w 3380994"/>
                <a:gd name="connsiteY3" fmla="*/ 0 h 3325367"/>
                <a:gd name="connsiteX4" fmla="*/ 1745742 w 3380994"/>
                <a:gd name="connsiteY4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0994" h="3325367">
                  <a:moveTo>
                    <a:pt x="3380994" y="1634490"/>
                  </a:moveTo>
                  <a:lnTo>
                    <a:pt x="1690878" y="3325368"/>
                  </a:lnTo>
                  <a:lnTo>
                    <a:pt x="0" y="1634490"/>
                  </a:lnTo>
                  <a:lnTo>
                    <a:pt x="1635252" y="0"/>
                  </a:lnTo>
                  <a:lnTo>
                    <a:pt x="1745742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任意形状 8"/>
            <p:cNvSpPr/>
            <p:nvPr/>
          </p:nvSpPr>
          <p:spPr>
            <a:xfrm>
              <a:off x="10667998" y="111252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3238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3238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任意形状 9"/>
            <p:cNvSpPr/>
            <p:nvPr/>
          </p:nvSpPr>
          <p:spPr>
            <a:xfrm>
              <a:off x="8874250" y="1738884"/>
              <a:ext cx="3317747" cy="3380231"/>
            </a:xfrm>
            <a:custGeom>
              <a:avLst/>
              <a:gdLst>
                <a:gd name="connsiteX0" fmla="*/ 3317748 w 3317747"/>
                <a:gd name="connsiteY0" fmla="*/ 1627632 h 3380231"/>
                <a:gd name="connsiteX1" fmla="*/ 3317748 w 3317747"/>
                <a:gd name="connsiteY1" fmla="*/ 1752600 h 3380231"/>
                <a:gd name="connsiteX2" fmla="*/ 1690116 w 3317747"/>
                <a:gd name="connsiteY2" fmla="*/ 3380232 h 3380231"/>
                <a:gd name="connsiteX3" fmla="*/ 0 w 3317747"/>
                <a:gd name="connsiteY3" fmla="*/ 1690116 h 3380231"/>
                <a:gd name="connsiteX4" fmla="*/ 1690116 w 3317747"/>
                <a:gd name="connsiteY4" fmla="*/ 0 h 338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7747" h="3380231">
                  <a:moveTo>
                    <a:pt x="3317748" y="1627632"/>
                  </a:moveTo>
                  <a:lnTo>
                    <a:pt x="3317748" y="1752600"/>
                  </a:lnTo>
                  <a:lnTo>
                    <a:pt x="1690116" y="3380232"/>
                  </a:lnTo>
                  <a:lnTo>
                    <a:pt x="0" y="1690116"/>
                  </a:lnTo>
                  <a:lnTo>
                    <a:pt x="1690116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任意形状 10"/>
            <p:cNvSpPr/>
            <p:nvPr/>
          </p:nvSpPr>
          <p:spPr>
            <a:xfrm>
              <a:off x="10667998" y="3699510"/>
              <a:ext cx="1523999" cy="3047237"/>
            </a:xfrm>
            <a:custGeom>
              <a:avLst/>
              <a:gdLst>
                <a:gd name="connsiteX0" fmla="*/ 1524000 w 1523999"/>
                <a:gd name="connsiteY0" fmla="*/ 0 h 3047237"/>
                <a:gd name="connsiteX1" fmla="*/ 1524000 w 1523999"/>
                <a:gd name="connsiteY1" fmla="*/ 3047238 h 3047237"/>
                <a:gd name="connsiteX2" fmla="*/ 0 w 1523999"/>
                <a:gd name="connsiteY2" fmla="*/ 1524000 h 304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3999" h="3047237">
                  <a:moveTo>
                    <a:pt x="1524000" y="0"/>
                  </a:moveTo>
                  <a:lnTo>
                    <a:pt x="1524000" y="3047238"/>
                  </a:lnTo>
                  <a:lnTo>
                    <a:pt x="0" y="152400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9033508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7079740" y="3532632"/>
              <a:ext cx="3380994" cy="3325367"/>
            </a:xfrm>
            <a:custGeom>
              <a:avLst/>
              <a:gdLst>
                <a:gd name="connsiteX0" fmla="*/ 3380994 w 3380994"/>
                <a:gd name="connsiteY0" fmla="*/ 1690878 h 3325367"/>
                <a:gd name="connsiteX1" fmla="*/ 1745742 w 3380994"/>
                <a:gd name="connsiteY1" fmla="*/ 3325368 h 3325367"/>
                <a:gd name="connsiteX2" fmla="*/ 1635252 w 3380994"/>
                <a:gd name="connsiteY2" fmla="*/ 3325368 h 3325367"/>
                <a:gd name="connsiteX3" fmla="*/ 0 w 3380994"/>
                <a:gd name="connsiteY3" fmla="*/ 1690878 h 3325367"/>
                <a:gd name="connsiteX4" fmla="*/ 0 w 3380994"/>
                <a:gd name="connsiteY4" fmla="*/ 1690878 h 3325367"/>
                <a:gd name="connsiteX5" fmla="*/ 1690878 w 3380994"/>
                <a:gd name="connsiteY5" fmla="*/ 0 h 332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80994" h="3325367">
                  <a:moveTo>
                    <a:pt x="3380994" y="1690878"/>
                  </a:moveTo>
                  <a:lnTo>
                    <a:pt x="1745742" y="3325368"/>
                  </a:lnTo>
                  <a:lnTo>
                    <a:pt x="1635252" y="3325368"/>
                  </a:lnTo>
                  <a:lnTo>
                    <a:pt x="0" y="1690878"/>
                  </a:lnTo>
                  <a:lnTo>
                    <a:pt x="0" y="1690878"/>
                  </a:lnTo>
                  <a:lnTo>
                    <a:pt x="169087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任意形状 24"/>
            <p:cNvSpPr/>
            <p:nvPr/>
          </p:nvSpPr>
          <p:spPr>
            <a:xfrm rot="18900000">
              <a:off x="5780874" y="2233352"/>
              <a:ext cx="2390370" cy="2390370"/>
            </a:xfrm>
            <a:custGeom>
              <a:avLst/>
              <a:gdLst>
                <a:gd name="connsiteX0" fmla="*/ 0 w 2390370"/>
                <a:gd name="connsiteY0" fmla="*/ 0 h 2390370"/>
                <a:gd name="connsiteX1" fmla="*/ 2390371 w 2390370"/>
                <a:gd name="connsiteY1" fmla="*/ 0 h 2390370"/>
                <a:gd name="connsiteX2" fmla="*/ 2390371 w 2390370"/>
                <a:gd name="connsiteY2" fmla="*/ 2390371 h 2390370"/>
                <a:gd name="connsiteX3" fmla="*/ 0 w 2390370"/>
                <a:gd name="connsiteY3" fmla="*/ 2390371 h 23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0370" h="2390370">
                  <a:moveTo>
                    <a:pt x="0" y="0"/>
                  </a:moveTo>
                  <a:lnTo>
                    <a:pt x="2390371" y="0"/>
                  </a:lnTo>
                  <a:lnTo>
                    <a:pt x="2390371" y="2390371"/>
                  </a:lnTo>
                  <a:lnTo>
                    <a:pt x="0" y="2390371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5445250" y="5327142"/>
              <a:ext cx="3061716" cy="1530857"/>
            </a:xfrm>
            <a:custGeom>
              <a:avLst/>
              <a:gdLst>
                <a:gd name="connsiteX0" fmla="*/ 3061716 w 3061716"/>
                <a:gd name="connsiteY0" fmla="*/ 1530858 h 1530857"/>
                <a:gd name="connsiteX1" fmla="*/ 0 w 3061716"/>
                <a:gd name="connsiteY1" fmla="*/ 1530858 h 1530857"/>
                <a:gd name="connsiteX2" fmla="*/ 1530858 w 3061716"/>
                <a:gd name="connsiteY2" fmla="*/ 0 h 153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1716" h="1530857">
                  <a:moveTo>
                    <a:pt x="3061716" y="1530858"/>
                  </a:moveTo>
                  <a:lnTo>
                    <a:pt x="0" y="1530858"/>
                  </a:lnTo>
                  <a:lnTo>
                    <a:pt x="1530858" y="0"/>
                  </a:lnTo>
                  <a:close/>
                </a:path>
              </a:pathLst>
            </a:custGeom>
            <a:grpFill/>
            <a:ln w="88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FA2F6BF-B554-49C0-7B8B-1363886A01C2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13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08" b="28411"/>
          <a:stretch>
            <a:fillRect/>
          </a:stretch>
        </p:blipFill>
        <p:spPr>
          <a:xfrm>
            <a:off x="1020642" y="1282529"/>
            <a:ext cx="2655889" cy="987674"/>
          </a:xfrm>
          <a:prstGeom prst="rect">
            <a:avLst/>
          </a:prstGeom>
        </p:spPr>
      </p:pic>
      <p:sp>
        <p:nvSpPr>
          <p:cNvPr id="33" name="任意形状 32"/>
          <p:cNvSpPr/>
          <p:nvPr/>
        </p:nvSpPr>
        <p:spPr>
          <a:xfrm>
            <a:off x="1022464" y="1282529"/>
            <a:ext cx="2654067" cy="986804"/>
          </a:xfrm>
          <a:custGeom>
            <a:avLst/>
            <a:gdLst>
              <a:gd name="connsiteX0" fmla="*/ 0 w 2604516"/>
              <a:gd name="connsiteY0" fmla="*/ 0 h 1178052"/>
              <a:gd name="connsiteX1" fmla="*/ 2604516 w 2604516"/>
              <a:gd name="connsiteY1" fmla="*/ 0 h 1178052"/>
              <a:gd name="connsiteX2" fmla="*/ 2604516 w 2604516"/>
              <a:gd name="connsiteY2" fmla="*/ 1178052 h 1178052"/>
              <a:gd name="connsiteX3" fmla="*/ 0 w 2604516"/>
              <a:gd name="connsiteY3" fmla="*/ 1178052 h 117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1178052">
                <a:moveTo>
                  <a:pt x="0" y="0"/>
                </a:moveTo>
                <a:lnTo>
                  <a:pt x="2604516" y="0"/>
                </a:lnTo>
                <a:lnTo>
                  <a:pt x="2604516" y="1178052"/>
                </a:lnTo>
                <a:lnTo>
                  <a:pt x="0" y="1178052"/>
                </a:lnTo>
                <a:close/>
              </a:path>
            </a:pathLst>
          </a:custGeom>
          <a:solidFill>
            <a:srgbClr val="912C8D">
              <a:alpha val="68000"/>
            </a:srgbClr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形状 9"/>
          <p:cNvSpPr/>
          <p:nvPr/>
        </p:nvSpPr>
        <p:spPr>
          <a:xfrm>
            <a:off x="1029189" y="2631064"/>
            <a:ext cx="4881981" cy="3418865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形状 33"/>
          <p:cNvSpPr/>
          <p:nvPr/>
        </p:nvSpPr>
        <p:spPr>
          <a:xfrm>
            <a:off x="3850857" y="1301303"/>
            <a:ext cx="7250730" cy="964696"/>
          </a:xfrm>
          <a:custGeom>
            <a:avLst/>
            <a:gdLst>
              <a:gd name="connsiteX0" fmla="*/ 0 w 8264651"/>
              <a:gd name="connsiteY0" fmla="*/ 0 h 1178052"/>
              <a:gd name="connsiteX1" fmla="*/ 8264652 w 8264651"/>
              <a:gd name="connsiteY1" fmla="*/ 0 h 1178052"/>
              <a:gd name="connsiteX2" fmla="*/ 8264652 w 8264651"/>
              <a:gd name="connsiteY2" fmla="*/ 1178052 h 1178052"/>
              <a:gd name="connsiteX3" fmla="*/ 0 w 8264651"/>
              <a:gd name="connsiteY3" fmla="*/ 1178052 h 117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4651" h="1178052">
                <a:moveTo>
                  <a:pt x="0" y="0"/>
                </a:moveTo>
                <a:lnTo>
                  <a:pt x="8264652" y="0"/>
                </a:lnTo>
                <a:lnTo>
                  <a:pt x="8264652" y="1178052"/>
                </a:lnTo>
                <a:lnTo>
                  <a:pt x="0" y="1178052"/>
                </a:lnTo>
                <a:close/>
              </a:path>
            </a:pathLst>
          </a:custGeom>
          <a:noFill/>
          <a:ln w="12700" cap="flat">
            <a:solidFill>
              <a:srgbClr val="912C8D"/>
            </a:solidFill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线连接符 51"/>
          <p:cNvCxnSpPr/>
          <p:nvPr/>
        </p:nvCxnSpPr>
        <p:spPr>
          <a:xfrm>
            <a:off x="5750206" y="1473238"/>
            <a:ext cx="0" cy="596741"/>
          </a:xfrm>
          <a:prstGeom prst="line">
            <a:avLst/>
          </a:prstGeom>
          <a:ln w="12700">
            <a:solidFill>
              <a:srgbClr val="912C8D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4139913" y="15459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语音模块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6" name="任意形状 29"/>
          <p:cNvSpPr/>
          <p:nvPr/>
        </p:nvSpPr>
        <p:spPr>
          <a:xfrm>
            <a:off x="1589270" y="3086873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634396" y="3164790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语音模块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6213406" y="1545993"/>
            <a:ext cx="86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1" name="小李PPT1"/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未来计划</a:t>
            </a:r>
          </a:p>
        </p:txBody>
      </p:sp>
      <p:cxnSp>
        <p:nvCxnSpPr>
          <p:cNvPr id="4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5" name="任意形状 84"/>
          <p:cNvSpPr/>
          <p:nvPr/>
        </p:nvSpPr>
        <p:spPr>
          <a:xfrm>
            <a:off x="1020642" y="2557200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733484" y="154599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评价体系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9530269" y="15459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论文撰写</a:t>
            </a:r>
          </a:p>
        </p:txBody>
      </p:sp>
      <p:cxnSp>
        <p:nvCxnSpPr>
          <p:cNvPr id="95" name="直线连接符 51"/>
          <p:cNvCxnSpPr/>
          <p:nvPr/>
        </p:nvCxnSpPr>
        <p:spPr>
          <a:xfrm>
            <a:off x="7559956" y="1473238"/>
            <a:ext cx="0" cy="596741"/>
          </a:xfrm>
          <a:prstGeom prst="line">
            <a:avLst/>
          </a:prstGeom>
          <a:ln w="12700">
            <a:solidFill>
              <a:srgbClr val="912C8D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51"/>
          <p:cNvCxnSpPr/>
          <p:nvPr/>
        </p:nvCxnSpPr>
        <p:spPr>
          <a:xfrm>
            <a:off x="9375824" y="1473238"/>
            <a:ext cx="0" cy="596741"/>
          </a:xfrm>
          <a:prstGeom prst="line">
            <a:avLst/>
          </a:prstGeom>
          <a:ln w="12700">
            <a:solidFill>
              <a:srgbClr val="912C8D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1416402" y="3766140"/>
            <a:ext cx="4034308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添加语音模块进入目前的系统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真正实现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“口试”</a:t>
            </a:r>
          </a:p>
        </p:txBody>
      </p:sp>
      <p:sp>
        <p:nvSpPr>
          <p:cNvPr id="5" name="等腰三角形 4"/>
          <p:cNvSpPr/>
          <p:nvPr/>
        </p:nvSpPr>
        <p:spPr>
          <a:xfrm flipV="1">
            <a:off x="3317401" y="2773200"/>
            <a:ext cx="318407" cy="214819"/>
          </a:xfrm>
          <a:prstGeom prst="triangle">
            <a:avLst/>
          </a:prstGeom>
          <a:solidFill>
            <a:srgbClr val="912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形状 9"/>
          <p:cNvSpPr/>
          <p:nvPr/>
        </p:nvSpPr>
        <p:spPr>
          <a:xfrm>
            <a:off x="6225433" y="2631064"/>
            <a:ext cx="4881981" cy="3418866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rgbClr val="68A4C6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任意形状 29"/>
          <p:cNvSpPr/>
          <p:nvPr/>
        </p:nvSpPr>
        <p:spPr>
          <a:xfrm>
            <a:off x="6785514" y="3086873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830640" y="3164790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endParaRPr lang="zh-CN" altLang="en-US" sz="2000" b="1" dirty="0">
              <a:solidFill>
                <a:srgbClr val="68A4C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7" name="任意形状 84"/>
          <p:cNvSpPr/>
          <p:nvPr/>
        </p:nvSpPr>
        <p:spPr>
          <a:xfrm>
            <a:off x="6216886" y="2557200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6604100" y="3766140"/>
            <a:ext cx="4042854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构建一个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操作系统知识库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endParaRPr kumimoji="1"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让出题和评分模型可以使用这个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知识库，把目前的评分系统迁移到操作系统课程实验上。</a:t>
            </a:r>
          </a:p>
        </p:txBody>
      </p:sp>
      <p:sp>
        <p:nvSpPr>
          <p:cNvPr id="110" name="等腰三角形 109"/>
          <p:cNvSpPr/>
          <p:nvPr/>
        </p:nvSpPr>
        <p:spPr>
          <a:xfrm flipV="1">
            <a:off x="8513645" y="2773200"/>
            <a:ext cx="318407" cy="214819"/>
          </a:xfrm>
          <a:prstGeom prst="triangl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483774" y="3908746"/>
            <a:ext cx="149793" cy="149793"/>
            <a:chOff x="1356179" y="3876849"/>
            <a:chExt cx="149793" cy="149793"/>
          </a:xfrm>
        </p:grpSpPr>
        <p:sp>
          <p:nvSpPr>
            <p:cNvPr id="111" name="椭圆 110"/>
            <p:cNvSpPr/>
            <p:nvPr/>
          </p:nvSpPr>
          <p:spPr>
            <a:xfrm>
              <a:off x="1356179" y="387684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389620" y="391303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483774" y="4556836"/>
            <a:ext cx="149793" cy="149793"/>
            <a:chOff x="1356179" y="4599369"/>
            <a:chExt cx="149793" cy="149793"/>
          </a:xfrm>
        </p:grpSpPr>
        <p:sp>
          <p:nvSpPr>
            <p:cNvPr id="113" name="椭圆 112"/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椭圆 121"/>
          <p:cNvSpPr/>
          <p:nvPr/>
        </p:nvSpPr>
        <p:spPr>
          <a:xfrm>
            <a:off x="6655937" y="3913474"/>
            <a:ext cx="149793" cy="149793"/>
          </a:xfrm>
          <a:prstGeom prst="ellipse">
            <a:avLst/>
          </a:prstGeom>
          <a:solidFill>
            <a:srgbClr val="C5D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6689378" y="3949657"/>
            <a:ext cx="84196" cy="80268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655937" y="4561563"/>
            <a:ext cx="149793" cy="149793"/>
            <a:chOff x="6528342" y="4561565"/>
            <a:chExt cx="149793" cy="149793"/>
          </a:xfrm>
        </p:grpSpPr>
        <p:sp>
          <p:nvSpPr>
            <p:cNvPr id="124" name="椭圆 123"/>
            <p:cNvSpPr/>
            <p:nvPr/>
          </p:nvSpPr>
          <p:spPr>
            <a:xfrm>
              <a:off x="6528342" y="4561565"/>
              <a:ext cx="149793" cy="14979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6561783" y="4597748"/>
              <a:ext cx="84196" cy="80268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59DC9EF-4FF5-7201-ED2E-EF83A3221AAA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14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A444-A4FD-CCED-9BEE-20021B9F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E639C3C-044B-FEFD-6C2C-594DFFF0F6E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08" b="28411"/>
          <a:stretch>
            <a:fillRect/>
          </a:stretch>
        </p:blipFill>
        <p:spPr>
          <a:xfrm>
            <a:off x="1020642" y="1282529"/>
            <a:ext cx="2655889" cy="987674"/>
          </a:xfrm>
          <a:prstGeom prst="rect">
            <a:avLst/>
          </a:prstGeom>
        </p:spPr>
      </p:pic>
      <p:sp>
        <p:nvSpPr>
          <p:cNvPr id="33" name="任意形状 32">
            <a:extLst>
              <a:ext uri="{FF2B5EF4-FFF2-40B4-BE49-F238E27FC236}">
                <a16:creationId xmlns:a16="http://schemas.microsoft.com/office/drawing/2014/main" id="{CA0077FF-A006-29B1-1AF0-14920941CE03}"/>
              </a:ext>
            </a:extLst>
          </p:cNvPr>
          <p:cNvSpPr/>
          <p:nvPr/>
        </p:nvSpPr>
        <p:spPr>
          <a:xfrm>
            <a:off x="1022464" y="1282529"/>
            <a:ext cx="2654067" cy="986804"/>
          </a:xfrm>
          <a:custGeom>
            <a:avLst/>
            <a:gdLst>
              <a:gd name="connsiteX0" fmla="*/ 0 w 2604516"/>
              <a:gd name="connsiteY0" fmla="*/ 0 h 1178052"/>
              <a:gd name="connsiteX1" fmla="*/ 2604516 w 2604516"/>
              <a:gd name="connsiteY1" fmla="*/ 0 h 1178052"/>
              <a:gd name="connsiteX2" fmla="*/ 2604516 w 2604516"/>
              <a:gd name="connsiteY2" fmla="*/ 1178052 h 1178052"/>
              <a:gd name="connsiteX3" fmla="*/ 0 w 2604516"/>
              <a:gd name="connsiteY3" fmla="*/ 1178052 h 117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1178052">
                <a:moveTo>
                  <a:pt x="0" y="0"/>
                </a:moveTo>
                <a:lnTo>
                  <a:pt x="2604516" y="0"/>
                </a:lnTo>
                <a:lnTo>
                  <a:pt x="2604516" y="1178052"/>
                </a:lnTo>
                <a:lnTo>
                  <a:pt x="0" y="1178052"/>
                </a:lnTo>
                <a:close/>
              </a:path>
            </a:pathLst>
          </a:custGeom>
          <a:solidFill>
            <a:srgbClr val="912C8D">
              <a:alpha val="68000"/>
            </a:srgbClr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B1BE75A5-EA94-C7D8-ACE9-6DC3E3C78D9E}"/>
              </a:ext>
            </a:extLst>
          </p:cNvPr>
          <p:cNvSpPr/>
          <p:nvPr/>
        </p:nvSpPr>
        <p:spPr>
          <a:xfrm>
            <a:off x="1029189" y="2631064"/>
            <a:ext cx="4881981" cy="3418865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形状 33">
            <a:extLst>
              <a:ext uri="{FF2B5EF4-FFF2-40B4-BE49-F238E27FC236}">
                <a16:creationId xmlns:a16="http://schemas.microsoft.com/office/drawing/2014/main" id="{0E31E001-0346-580E-71EF-E277640F41EC}"/>
              </a:ext>
            </a:extLst>
          </p:cNvPr>
          <p:cNvSpPr/>
          <p:nvPr/>
        </p:nvSpPr>
        <p:spPr>
          <a:xfrm>
            <a:off x="3850857" y="1301303"/>
            <a:ext cx="7250730" cy="964696"/>
          </a:xfrm>
          <a:custGeom>
            <a:avLst/>
            <a:gdLst>
              <a:gd name="connsiteX0" fmla="*/ 0 w 8264651"/>
              <a:gd name="connsiteY0" fmla="*/ 0 h 1178052"/>
              <a:gd name="connsiteX1" fmla="*/ 8264652 w 8264651"/>
              <a:gd name="connsiteY1" fmla="*/ 0 h 1178052"/>
              <a:gd name="connsiteX2" fmla="*/ 8264652 w 8264651"/>
              <a:gd name="connsiteY2" fmla="*/ 1178052 h 1178052"/>
              <a:gd name="connsiteX3" fmla="*/ 0 w 8264651"/>
              <a:gd name="connsiteY3" fmla="*/ 1178052 h 117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4651" h="1178052">
                <a:moveTo>
                  <a:pt x="0" y="0"/>
                </a:moveTo>
                <a:lnTo>
                  <a:pt x="8264652" y="0"/>
                </a:lnTo>
                <a:lnTo>
                  <a:pt x="8264652" y="1178052"/>
                </a:lnTo>
                <a:lnTo>
                  <a:pt x="0" y="1178052"/>
                </a:lnTo>
                <a:close/>
              </a:path>
            </a:pathLst>
          </a:custGeom>
          <a:noFill/>
          <a:ln w="12700" cap="flat">
            <a:solidFill>
              <a:srgbClr val="912C8D"/>
            </a:solidFill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25B768F-A7D2-DEDE-09E7-B80EF15853F4}"/>
              </a:ext>
            </a:extLst>
          </p:cNvPr>
          <p:cNvCxnSpPr/>
          <p:nvPr/>
        </p:nvCxnSpPr>
        <p:spPr>
          <a:xfrm>
            <a:off x="5750206" y="1473238"/>
            <a:ext cx="0" cy="596741"/>
          </a:xfrm>
          <a:prstGeom prst="line">
            <a:avLst/>
          </a:prstGeom>
          <a:ln w="12700">
            <a:solidFill>
              <a:srgbClr val="912C8D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248E080-E77A-C5C1-4123-3D41958C5388}"/>
              </a:ext>
            </a:extLst>
          </p:cNvPr>
          <p:cNvSpPr txBox="1"/>
          <p:nvPr/>
        </p:nvSpPr>
        <p:spPr>
          <a:xfrm>
            <a:off x="4139913" y="15459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语音模块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6" name="任意形状 29">
            <a:extLst>
              <a:ext uri="{FF2B5EF4-FFF2-40B4-BE49-F238E27FC236}">
                <a16:creationId xmlns:a16="http://schemas.microsoft.com/office/drawing/2014/main" id="{FD93DE02-D217-D98B-4AA6-BB76469A64B6}"/>
              </a:ext>
            </a:extLst>
          </p:cNvPr>
          <p:cNvSpPr/>
          <p:nvPr/>
        </p:nvSpPr>
        <p:spPr>
          <a:xfrm>
            <a:off x="1589270" y="3086873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E5B49EF-B309-0651-485C-E657ED1E2948}"/>
              </a:ext>
            </a:extLst>
          </p:cNvPr>
          <p:cNvSpPr txBox="1"/>
          <p:nvPr/>
        </p:nvSpPr>
        <p:spPr>
          <a:xfrm>
            <a:off x="1634396" y="3164790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912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评价体系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CF45FE3-0D51-1996-2EE1-E26BA0F407C2}"/>
              </a:ext>
            </a:extLst>
          </p:cNvPr>
          <p:cNvSpPr txBox="1"/>
          <p:nvPr/>
        </p:nvSpPr>
        <p:spPr>
          <a:xfrm>
            <a:off x="6213406" y="1545993"/>
            <a:ext cx="86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RAG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1" name="小李PPT1">
            <a:extLst>
              <a:ext uri="{FF2B5EF4-FFF2-40B4-BE49-F238E27FC236}">
                <a16:creationId xmlns:a16="http://schemas.microsoft.com/office/drawing/2014/main" id="{213F1FE1-CB47-7B7C-D716-F9EF0F031079}"/>
              </a:ext>
            </a:extLst>
          </p:cNvPr>
          <p:cNvSpPr txBox="1"/>
          <p:nvPr/>
        </p:nvSpPr>
        <p:spPr>
          <a:xfrm>
            <a:off x="363836" y="2448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未来计划</a:t>
            </a:r>
          </a:p>
        </p:txBody>
      </p:sp>
      <p:cxnSp>
        <p:nvCxnSpPr>
          <p:cNvPr id="42" name="直线连接符 3">
            <a:extLst>
              <a:ext uri="{FF2B5EF4-FFF2-40B4-BE49-F238E27FC236}">
                <a16:creationId xmlns:a16="http://schemas.microsoft.com/office/drawing/2014/main" id="{5B0D1544-8B4A-A860-FD76-EE5D12F6CC5C}"/>
              </a:ext>
            </a:extLst>
          </p:cNvPr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5634ACD5-2052-DA18-9323-E8F487C75B0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55" name="任意形状 84">
            <a:extLst>
              <a:ext uri="{FF2B5EF4-FFF2-40B4-BE49-F238E27FC236}">
                <a16:creationId xmlns:a16="http://schemas.microsoft.com/office/drawing/2014/main" id="{599E5AC6-7D2C-6F62-AAEB-48E5A93627AD}"/>
              </a:ext>
            </a:extLst>
          </p:cNvPr>
          <p:cNvSpPr/>
          <p:nvPr/>
        </p:nvSpPr>
        <p:spPr>
          <a:xfrm>
            <a:off x="1020642" y="2557200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16A3485-165C-21A2-9F64-309DA398B535}"/>
              </a:ext>
            </a:extLst>
          </p:cNvPr>
          <p:cNvSpPr txBox="1"/>
          <p:nvPr/>
        </p:nvSpPr>
        <p:spPr>
          <a:xfrm>
            <a:off x="7733484" y="1545993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12C8D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评价体系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49C17B4-8053-130B-D096-0F37B301CF4E}"/>
              </a:ext>
            </a:extLst>
          </p:cNvPr>
          <p:cNvSpPr txBox="1"/>
          <p:nvPr/>
        </p:nvSpPr>
        <p:spPr>
          <a:xfrm>
            <a:off x="9530269" y="15459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8A4C6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论文撰写</a:t>
            </a:r>
          </a:p>
        </p:txBody>
      </p:sp>
      <p:cxnSp>
        <p:nvCxnSpPr>
          <p:cNvPr id="95" name="直线连接符 51">
            <a:extLst>
              <a:ext uri="{FF2B5EF4-FFF2-40B4-BE49-F238E27FC236}">
                <a16:creationId xmlns:a16="http://schemas.microsoft.com/office/drawing/2014/main" id="{3A376A03-BADC-27AF-0B72-2CC57138225C}"/>
              </a:ext>
            </a:extLst>
          </p:cNvPr>
          <p:cNvCxnSpPr/>
          <p:nvPr/>
        </p:nvCxnSpPr>
        <p:spPr>
          <a:xfrm>
            <a:off x="7559956" y="1473238"/>
            <a:ext cx="0" cy="596741"/>
          </a:xfrm>
          <a:prstGeom prst="line">
            <a:avLst/>
          </a:prstGeom>
          <a:ln w="12700">
            <a:solidFill>
              <a:srgbClr val="912C8D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51">
            <a:extLst>
              <a:ext uri="{FF2B5EF4-FFF2-40B4-BE49-F238E27FC236}">
                <a16:creationId xmlns:a16="http://schemas.microsoft.com/office/drawing/2014/main" id="{3685A452-3976-3A4D-C8F4-58465B5C9ECE}"/>
              </a:ext>
            </a:extLst>
          </p:cNvPr>
          <p:cNvCxnSpPr/>
          <p:nvPr/>
        </p:nvCxnSpPr>
        <p:spPr>
          <a:xfrm>
            <a:off x="9375824" y="1473238"/>
            <a:ext cx="0" cy="596741"/>
          </a:xfrm>
          <a:prstGeom prst="line">
            <a:avLst/>
          </a:prstGeom>
          <a:ln w="12700">
            <a:solidFill>
              <a:srgbClr val="912C8D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6BAC08CE-C77A-BE48-CFE7-D3B2ED31F5CE}"/>
              </a:ext>
            </a:extLst>
          </p:cNvPr>
          <p:cNvSpPr txBox="1"/>
          <p:nvPr/>
        </p:nvSpPr>
        <p:spPr>
          <a:xfrm>
            <a:off x="1416402" y="3766140"/>
            <a:ext cx="4034308" cy="167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针对系统给出的提问，使用</a:t>
            </a:r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LLM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生成不同水平的回答，喂回给评分系统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如果系统可以较好地区分不同水平的答案，则证明，系统给出的问题以及评分是高质量且有效的</a:t>
            </a: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71E50B0E-157C-5A8B-ABD6-3EB92A4225F8}"/>
              </a:ext>
            </a:extLst>
          </p:cNvPr>
          <p:cNvSpPr/>
          <p:nvPr/>
        </p:nvSpPr>
        <p:spPr>
          <a:xfrm flipV="1">
            <a:off x="3317401" y="2773200"/>
            <a:ext cx="318407" cy="214819"/>
          </a:xfrm>
          <a:prstGeom prst="triangle">
            <a:avLst/>
          </a:prstGeom>
          <a:solidFill>
            <a:srgbClr val="912C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形状 9">
            <a:extLst>
              <a:ext uri="{FF2B5EF4-FFF2-40B4-BE49-F238E27FC236}">
                <a16:creationId xmlns:a16="http://schemas.microsoft.com/office/drawing/2014/main" id="{6383122C-2C27-64C7-2D2E-A415B1DB0478}"/>
              </a:ext>
            </a:extLst>
          </p:cNvPr>
          <p:cNvSpPr/>
          <p:nvPr/>
        </p:nvSpPr>
        <p:spPr>
          <a:xfrm>
            <a:off x="6225433" y="2631064"/>
            <a:ext cx="4881981" cy="3418866"/>
          </a:xfrm>
          <a:custGeom>
            <a:avLst/>
            <a:gdLst>
              <a:gd name="connsiteX0" fmla="*/ 0 w 2604516"/>
              <a:gd name="connsiteY0" fmla="*/ 0 h 3469386"/>
              <a:gd name="connsiteX1" fmla="*/ 2604516 w 2604516"/>
              <a:gd name="connsiteY1" fmla="*/ 0 h 3469386"/>
              <a:gd name="connsiteX2" fmla="*/ 2604516 w 2604516"/>
              <a:gd name="connsiteY2" fmla="*/ 3469386 h 3469386"/>
              <a:gd name="connsiteX3" fmla="*/ 0 w 2604516"/>
              <a:gd name="connsiteY3" fmla="*/ 3469386 h 346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4516" h="3469386">
                <a:moveTo>
                  <a:pt x="0" y="0"/>
                </a:moveTo>
                <a:lnTo>
                  <a:pt x="2604516" y="0"/>
                </a:lnTo>
                <a:lnTo>
                  <a:pt x="2604516" y="3469386"/>
                </a:lnTo>
                <a:lnTo>
                  <a:pt x="0" y="3469386"/>
                </a:lnTo>
                <a:close/>
              </a:path>
            </a:pathLst>
          </a:custGeom>
          <a:solidFill>
            <a:schemeClr val="bg1"/>
          </a:solidFill>
          <a:ln w="7503" cap="flat">
            <a:noFill/>
            <a:prstDash val="solid"/>
            <a:miter/>
          </a:ln>
          <a:effectLst>
            <a:outerShdw blurRad="50800" dist="38100" dir="5400000" algn="t" rotWithShape="0">
              <a:srgbClr val="68A4C6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任意形状 29">
            <a:extLst>
              <a:ext uri="{FF2B5EF4-FFF2-40B4-BE49-F238E27FC236}">
                <a16:creationId xmlns:a16="http://schemas.microsoft.com/office/drawing/2014/main" id="{D49D4BF4-51BC-1BA1-32D4-65201DB8C11C}"/>
              </a:ext>
            </a:extLst>
          </p:cNvPr>
          <p:cNvSpPr/>
          <p:nvPr/>
        </p:nvSpPr>
        <p:spPr>
          <a:xfrm>
            <a:off x="6785514" y="3086873"/>
            <a:ext cx="3776376" cy="567337"/>
          </a:xfrm>
          <a:custGeom>
            <a:avLst/>
            <a:gdLst>
              <a:gd name="connsiteX0" fmla="*/ 0 w 2263901"/>
              <a:gd name="connsiteY0" fmla="*/ 0 h 665987"/>
              <a:gd name="connsiteX1" fmla="*/ 2263902 w 2263901"/>
              <a:gd name="connsiteY1" fmla="*/ 0 h 665987"/>
              <a:gd name="connsiteX2" fmla="*/ 2263902 w 2263901"/>
              <a:gd name="connsiteY2" fmla="*/ 665988 h 665987"/>
              <a:gd name="connsiteX3" fmla="*/ 0 w 2263901"/>
              <a:gd name="connsiteY3" fmla="*/ 665988 h 66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3901" h="665987">
                <a:moveTo>
                  <a:pt x="0" y="0"/>
                </a:moveTo>
                <a:lnTo>
                  <a:pt x="2263902" y="0"/>
                </a:lnTo>
                <a:lnTo>
                  <a:pt x="2263902" y="665988"/>
                </a:lnTo>
                <a:lnTo>
                  <a:pt x="0" y="665988"/>
                </a:lnTo>
                <a:close/>
              </a:path>
            </a:pathLst>
          </a:custGeom>
          <a:noFill/>
          <a:ln w="12700" cap="flat">
            <a:solidFill>
              <a:schemeClr val="bg2">
                <a:lumMod val="90000"/>
              </a:schemeClr>
            </a:solidFill>
            <a:prstDash val="sysDash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87BC5BD-5D61-3F00-5F67-15469B5E7A99}"/>
              </a:ext>
            </a:extLst>
          </p:cNvPr>
          <p:cNvSpPr txBox="1"/>
          <p:nvPr/>
        </p:nvSpPr>
        <p:spPr>
          <a:xfrm>
            <a:off x="6830640" y="3164790"/>
            <a:ext cx="3674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68A4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论文撰写</a:t>
            </a:r>
          </a:p>
        </p:txBody>
      </p:sp>
      <p:sp>
        <p:nvSpPr>
          <p:cNvPr id="107" name="任意形状 84">
            <a:extLst>
              <a:ext uri="{FF2B5EF4-FFF2-40B4-BE49-F238E27FC236}">
                <a16:creationId xmlns:a16="http://schemas.microsoft.com/office/drawing/2014/main" id="{990BBB90-0D93-FC08-7D37-DD5112536FF7}"/>
              </a:ext>
            </a:extLst>
          </p:cNvPr>
          <p:cNvSpPr/>
          <p:nvPr/>
        </p:nvSpPr>
        <p:spPr>
          <a:xfrm>
            <a:off x="6216886" y="2557200"/>
            <a:ext cx="4890528" cy="252000"/>
          </a:xfrm>
          <a:custGeom>
            <a:avLst/>
            <a:gdLst>
              <a:gd name="connsiteX0" fmla="*/ 0 w 2132330"/>
              <a:gd name="connsiteY0" fmla="*/ 0 h 130810"/>
              <a:gd name="connsiteX1" fmla="*/ 2132330 w 2132330"/>
              <a:gd name="connsiteY1" fmla="*/ 0 h 130810"/>
              <a:gd name="connsiteX2" fmla="*/ 2132330 w 2132330"/>
              <a:gd name="connsiteY2" fmla="*/ 130810 h 130810"/>
              <a:gd name="connsiteX3" fmla="*/ 0 w 2132330"/>
              <a:gd name="connsiteY3" fmla="*/ 130810 h 13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330" h="130810">
                <a:moveTo>
                  <a:pt x="0" y="0"/>
                </a:moveTo>
                <a:lnTo>
                  <a:pt x="2132330" y="0"/>
                </a:lnTo>
                <a:lnTo>
                  <a:pt x="2132330" y="130810"/>
                </a:lnTo>
                <a:lnTo>
                  <a:pt x="0" y="130810"/>
                </a:lnTo>
                <a:close/>
              </a:path>
            </a:pathLst>
          </a:custGeom>
          <a:solidFill>
            <a:srgbClr val="68A4C6"/>
          </a:solidFill>
          <a:ln w="127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2715CE7-5992-DACF-2D77-E8E1BF314D04}"/>
              </a:ext>
            </a:extLst>
          </p:cNvPr>
          <p:cNvSpPr txBox="1"/>
          <p:nvPr/>
        </p:nvSpPr>
        <p:spPr>
          <a:xfrm>
            <a:off x="6604100" y="3766140"/>
            <a:ext cx="404285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整理全部代码并发布</a:t>
            </a:r>
            <a:endParaRPr kumimoji="1"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撰写技术报告和论文</a:t>
            </a:r>
          </a:p>
        </p:txBody>
      </p:sp>
      <p:sp>
        <p:nvSpPr>
          <p:cNvPr id="110" name="等腰三角形 109">
            <a:extLst>
              <a:ext uri="{FF2B5EF4-FFF2-40B4-BE49-F238E27FC236}">
                <a16:creationId xmlns:a16="http://schemas.microsoft.com/office/drawing/2014/main" id="{A8FCCE29-D202-5A70-F1F4-B4356C96E39D}"/>
              </a:ext>
            </a:extLst>
          </p:cNvPr>
          <p:cNvSpPr/>
          <p:nvPr/>
        </p:nvSpPr>
        <p:spPr>
          <a:xfrm flipV="1">
            <a:off x="8513645" y="2773200"/>
            <a:ext cx="318407" cy="214819"/>
          </a:xfrm>
          <a:prstGeom prst="triangl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39DD30-3CBC-16D3-682F-EB7412F57DF8}"/>
              </a:ext>
            </a:extLst>
          </p:cNvPr>
          <p:cNvGrpSpPr/>
          <p:nvPr/>
        </p:nvGrpSpPr>
        <p:grpSpPr>
          <a:xfrm>
            <a:off x="1483774" y="3908746"/>
            <a:ext cx="149793" cy="149793"/>
            <a:chOff x="1356179" y="3876849"/>
            <a:chExt cx="149793" cy="149793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07D79E19-01F3-9CFE-B34F-A3AC4C21EF31}"/>
                </a:ext>
              </a:extLst>
            </p:cNvPr>
            <p:cNvSpPr/>
            <p:nvPr/>
          </p:nvSpPr>
          <p:spPr>
            <a:xfrm>
              <a:off x="1356179" y="387684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2C2F7B9-9581-1CE1-1E49-33C524C03AAE}"/>
                </a:ext>
              </a:extLst>
            </p:cNvPr>
            <p:cNvSpPr/>
            <p:nvPr/>
          </p:nvSpPr>
          <p:spPr>
            <a:xfrm>
              <a:off x="1389620" y="391303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34EF981-B09F-4516-D4D1-3C2EBD920E57}"/>
              </a:ext>
            </a:extLst>
          </p:cNvPr>
          <p:cNvGrpSpPr/>
          <p:nvPr/>
        </p:nvGrpSpPr>
        <p:grpSpPr>
          <a:xfrm>
            <a:off x="1483774" y="4556836"/>
            <a:ext cx="149793" cy="149793"/>
            <a:chOff x="1356179" y="4599369"/>
            <a:chExt cx="149793" cy="14979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AE9AE89F-A578-702E-2E50-7109045CA97C}"/>
                </a:ext>
              </a:extLst>
            </p:cNvPr>
            <p:cNvSpPr/>
            <p:nvPr/>
          </p:nvSpPr>
          <p:spPr>
            <a:xfrm>
              <a:off x="1356179" y="4599369"/>
              <a:ext cx="149793" cy="149793"/>
            </a:xfrm>
            <a:prstGeom prst="ellipse">
              <a:avLst/>
            </a:prstGeom>
            <a:solidFill>
              <a:srgbClr val="C1A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63D4B36D-5612-B04B-CAAA-0DFD779ADFE4}"/>
                </a:ext>
              </a:extLst>
            </p:cNvPr>
            <p:cNvSpPr/>
            <p:nvPr/>
          </p:nvSpPr>
          <p:spPr>
            <a:xfrm>
              <a:off x="1389620" y="4635552"/>
              <a:ext cx="84196" cy="802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" name="椭圆 121">
            <a:extLst>
              <a:ext uri="{FF2B5EF4-FFF2-40B4-BE49-F238E27FC236}">
                <a16:creationId xmlns:a16="http://schemas.microsoft.com/office/drawing/2014/main" id="{12FBCE1A-6973-9F0C-B290-4E3471446502}"/>
              </a:ext>
            </a:extLst>
          </p:cNvPr>
          <p:cNvSpPr/>
          <p:nvPr/>
        </p:nvSpPr>
        <p:spPr>
          <a:xfrm>
            <a:off x="6655937" y="3913474"/>
            <a:ext cx="149793" cy="149793"/>
          </a:xfrm>
          <a:prstGeom prst="ellipse">
            <a:avLst/>
          </a:prstGeom>
          <a:solidFill>
            <a:srgbClr val="C5D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BDB4F3F8-77D5-A848-98B7-A3CD041C302B}"/>
              </a:ext>
            </a:extLst>
          </p:cNvPr>
          <p:cNvSpPr/>
          <p:nvPr/>
        </p:nvSpPr>
        <p:spPr>
          <a:xfrm>
            <a:off x="6689378" y="3949657"/>
            <a:ext cx="84196" cy="80268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83E2A86-EB86-BAB9-3638-47384ECE7DD9}"/>
              </a:ext>
            </a:extLst>
          </p:cNvPr>
          <p:cNvGrpSpPr/>
          <p:nvPr/>
        </p:nvGrpSpPr>
        <p:grpSpPr>
          <a:xfrm>
            <a:off x="6655937" y="4561563"/>
            <a:ext cx="149793" cy="149793"/>
            <a:chOff x="6528342" y="4561565"/>
            <a:chExt cx="149793" cy="149793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18D3BCE-2E6D-7728-47E4-5E6A48CF4E5D}"/>
                </a:ext>
              </a:extLst>
            </p:cNvPr>
            <p:cNvSpPr/>
            <p:nvPr/>
          </p:nvSpPr>
          <p:spPr>
            <a:xfrm>
              <a:off x="6528342" y="4561565"/>
              <a:ext cx="149793" cy="149793"/>
            </a:xfrm>
            <a:prstGeom prst="ellipse">
              <a:avLst/>
            </a:prstGeom>
            <a:solidFill>
              <a:srgbClr val="C5DC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D96B65F0-AEB0-493B-84C8-8129A13BE54F}"/>
                </a:ext>
              </a:extLst>
            </p:cNvPr>
            <p:cNvSpPr/>
            <p:nvPr/>
          </p:nvSpPr>
          <p:spPr>
            <a:xfrm>
              <a:off x="6561783" y="4597748"/>
              <a:ext cx="84196" cy="80268"/>
            </a:xfrm>
            <a:prstGeom prst="ellipse">
              <a:avLst/>
            </a:prstGeom>
            <a:solidFill>
              <a:srgbClr val="68A4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4C06E70-8EF6-5D91-EFA9-04B30B2DAA73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15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14852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" y="3139871"/>
            <a:ext cx="12192000" cy="28851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996857" y="3546998"/>
            <a:ext cx="1840032" cy="71176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2720" y="3965564"/>
            <a:ext cx="8923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4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pitchFamily="34" charset="-122"/>
              </a:rPr>
              <a:t>感谢各位老师，敬请批评指正！</a:t>
            </a:r>
          </a:p>
        </p:txBody>
      </p:sp>
      <p:sp>
        <p:nvSpPr>
          <p:cNvPr id="12" name="矩形 11"/>
          <p:cNvSpPr/>
          <p:nvPr/>
        </p:nvSpPr>
        <p:spPr>
          <a:xfrm>
            <a:off x="950648" y="5159643"/>
            <a:ext cx="6718935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汇报人：关世开      日期：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2026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年</a:t>
            </a:r>
            <a:r>
              <a:rPr lang="en-US" altLang="zh-CN" sz="1600" b="1" kern="0" spc="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04</a:t>
            </a:r>
            <a:r>
              <a:rPr kumimoji="0" lang="zh-CN" alt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Regular" panose="020B0500000000000000" charset="-122"/>
                <a:sym typeface="+mn-lt"/>
              </a:rPr>
              <a:t>月</a:t>
            </a: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1043357" y="5003480"/>
            <a:ext cx="5454651" cy="0"/>
          </a:xfrm>
          <a:prstGeom prst="line">
            <a:avLst/>
          </a:prstGeom>
          <a:ln w="285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6246CD-A68C-C844-1613-CC1C64D2E8BC}"/>
              </a:ext>
            </a:extLst>
          </p:cNvPr>
          <p:cNvSpPr txBox="1"/>
          <p:nvPr/>
        </p:nvSpPr>
        <p:spPr>
          <a:xfrm>
            <a:off x="96776" y="6273224"/>
            <a:ext cx="74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bg1"/>
                </a:solidFill>
              </a:rPr>
              <a:t>16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506_1*i*3"/>
  <p:tag name="KSO_WM_TEMPLATE_CATEGORY" val="custom"/>
  <p:tag name="KSO_WM_TEMPLATE_INDEX" val="20234506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3249"/>
  <p:tag name="KSO_WM_SLIDE_ID" val="diagram20233249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44.438*388.54"/>
  <p:tag name="KSO_WM_SLIDE_POSITION" val="54.8032*105.6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24_3*n_h_a*1_1_1"/>
  <p:tag name="KSO_WM_TEMPLATE_CATEGORY" val="diagram"/>
  <p:tag name="KSO_WM_TEMPLATE_INDEX" val="20236924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20"/>
  <p:tag name="KSO_WM_DIAGRAM_GROUP_CODE" val="n1-1"/>
  <p:tag name="KSO_WM_UNIT_TYPE" val="n_h_a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4.46875,&quot;left&quot;:92.30597489004067,&quot;top&quot;:117.58007381889766,&quot;width&quot;:764.203247070312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SHADOW_SCHEMECOLOR_INDEX" val="5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49_1*l_h_f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3968503937006,&quot;left&quot;:51.50314960629921,&quot;top&quot;:105.62511811023619,&quot;width&quot;:856.53811023622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49_1*l_h_f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8.53968503937006,&quot;left&quot;:51.50314960629921,&quot;top&quot;:105.62511811023619,&quot;width&quot;:856.53811023622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05,&quot;left&quot;:52,&quot;top&quot;:89,&quot;width&quot;:609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heme/theme1.xml><?xml version="1.0" encoding="utf-8"?>
<a:theme xmlns:a="http://schemas.openxmlformats.org/drawingml/2006/main" name="1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Office 主题​​">
  <a:themeElements>
    <a:clrScheme name="自定义 2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637E9"/>
      </a:accent1>
      <a:accent2>
        <a:srgbClr val="00B0F0"/>
      </a:accent2>
      <a:accent3>
        <a:srgbClr val="00B0F0"/>
      </a:accent3>
      <a:accent4>
        <a:srgbClr val="47BA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2">
      <a:majorFont>
        <a:latin typeface="HarmonyOS Sans SC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1075</Words>
  <Application>Microsoft Office PowerPoint</Application>
  <PresentationFormat>宽屏</PresentationFormat>
  <Paragraphs>158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Alibaba PuHuiTi</vt:lpstr>
      <vt:lpstr>HarmonyOS Sans SC</vt:lpstr>
      <vt:lpstr>HarmonyOS Sans SC Black</vt:lpstr>
      <vt:lpstr>OPPOSans B</vt:lpstr>
      <vt:lpstr>等线</vt:lpstr>
      <vt:lpstr>等线 Light</vt:lpstr>
      <vt:lpstr>微软雅黑</vt:lpstr>
      <vt:lpstr>微软雅黑 Light</vt:lpstr>
      <vt:lpstr>Arial</vt:lpstr>
      <vt:lpstr>Arial Black</vt:lpstr>
      <vt:lpstr>Calibri</vt:lpstr>
      <vt:lpstr>Montserrat</vt:lpstr>
      <vt:lpstr>Montserrat Medium</vt:lpstr>
      <vt:lpstr>Open Sans</vt:lpstr>
      <vt:lpstr>Open Sans Light</vt:lpstr>
      <vt:lpstr>Poppins</vt:lpstr>
      <vt:lpstr>1_Office 主题​​</vt:lpstr>
      <vt:lpstr>6_Office 主题​​</vt:lpstr>
      <vt:lpstr>4_Office 主题​​</vt:lpstr>
      <vt:lpstr>7_Office 主题​​</vt:lpstr>
      <vt:lpstr>11_Office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吴琪瑶</dc:creator>
  <cp:lastModifiedBy>世开 关</cp:lastModifiedBy>
  <cp:revision>189</cp:revision>
  <dcterms:created xsi:type="dcterms:W3CDTF">2025-02-28T09:31:00Z</dcterms:created>
  <dcterms:modified xsi:type="dcterms:W3CDTF">2026-04-02T03:29:20Z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718AC4D7FE544CEE958C41B9F800583A_13</vt:lpwstr>
  </property>
  <property fmtid="{D5CDD505-2E9C-101B-9397-08002B2CF9AE}" pid="3" name="KSOProductBuildVer">
    <vt:lpwstr>2052-12.1.0.23542</vt:lpwstr>
  </property>
</Properties>
</file>